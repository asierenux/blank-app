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4" r:id="rId4"/>
    <p:sldMasterId id="2147483696" r:id="rId5"/>
    <p:sldMasterId id="2147483707" r:id="rId6"/>
  </p:sldMasterIdLst>
  <p:notesMasterIdLst>
    <p:notesMasterId r:id="rId36"/>
  </p:notesMasterIdLst>
  <p:handoutMasterIdLst>
    <p:handoutMasterId r:id="rId37"/>
  </p:handoutMasterIdLst>
  <p:sldIdLst>
    <p:sldId id="256" r:id="rId15"/>
    <p:sldId id="257" r:id="rId16"/>
    <p:sldId id="258" r:id="rId17"/>
    <p:sldId id="259" r:id="rId18"/>
    <p:sldId id="260" r:id="rId19"/>
    <p:sldId id="261" r:id="rId20"/>
    <p:sldId id="262" r:id="rId21"/>
    <p:sldId id="263" r:id="rId22"/>
    <p:sldId id="264" r:id="rId23"/>
    <p:sldId id="265" r:id="rId24"/>
    <p:sldId id="266" r:id="rId25"/>
    <p:sldId id="267" r:id="rId26"/>
    <p:sldId id="268" r:id="rId27"/>
    <p:sldId id="269" r:id="rId28"/>
    <p:sldId id="270" r:id="rId29"/>
    <p:sldId id="271" r:id="rId30"/>
    <p:sldId id="272" r:id="rId31"/>
    <p:sldId id="273" r:id="rId32"/>
    <p:sldId id="274" r:id="rId33"/>
    <p:sldId id="275" r:id="rId34"/>
    <p:sldId id="276" r:id="rId35"/>
    <p:sldId id="277" r:id="rId14"/>
    <p:sldId id="278" r:id="rId13"/>
    <p:sldId id="279" r:id="rId12"/>
    <p:sldId id="280" r:id="rId11"/>
  </p:sldIdLst>
  <p:sldSz cx="9144000" cy="5145088"/>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ection par défaut" id="{0F43E76A-4FDE-4D0C-8C0F-FC2B21F07745}">
          <p14:sldIdLst>
            <p14:sldId id="309"/>
            <p14:sldId id="310"/>
            <p14:sldId id="972"/>
            <p14:sldId id="1076"/>
            <p14:sldId id="315"/>
            <p14:sldId id="317"/>
            <p14:sldId id="1066"/>
            <p14:sldId id="975"/>
            <p14:sldId id="1077"/>
            <p14:sldId id="1006"/>
            <p14:sldId id="1014"/>
            <p14:sldId id="1088"/>
            <p14:sldId id="1082"/>
            <p14:sldId id="1083"/>
            <p14:sldId id="1086"/>
            <p14:sldId id="1072"/>
            <p14:sldId id="2147475815"/>
            <p14:sldId id="2147475827"/>
            <p14:sldId id="2147475831"/>
            <p14:sldId id="967"/>
            <p14:sldId id="961"/>
            <p14:sldId id="1017"/>
            <p14:sldId id="1087"/>
            <p14:sldId id="1079"/>
            <p14:sldId id="1015"/>
            <p14:sldId id="1074"/>
            <p14:sldId id="1084"/>
            <p14:sldId id="1071"/>
            <p14:sldId id="261"/>
          </p14:sldIdLst>
        </p14:section>
        <p14:section name="Brouillons" id="{5CDCE1B3-97A7-4AD6-A073-C51C88B5F8D8}">
          <p14:sldIdLst/>
        </p14:section>
      </p14:sectionLst>
    </p:ext>
    <p:ext uri="{EFAFB233-063F-42B5-8137-9DF3F51BA10A}">
      <p15:sldGuideLst xmlns:p15="http://schemas.microsoft.com/office/powerpoint/2012/main">
        <p15:guide id="1" orient="horz" pos="1621">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ierre Dubosclard" initials="PD" lastIdx="2" clrIdx="0">
    <p:extLst>
      <p:ext uri="{19B8F6BF-5375-455C-9EA6-DF929625EA0E}">
        <p15:presenceInfo xmlns:p15="http://schemas.microsoft.com/office/powerpoint/2012/main" userId="S::pierre.dubosclard@michelin.com::f119f74d-b155-4fd7-a55e-7076dc47751f"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2A0EE"/>
    <a:srgbClr val="70AD47"/>
    <a:srgbClr val="FF0000"/>
    <a:srgbClr val="FFFF00"/>
    <a:srgbClr val="27509B"/>
    <a:srgbClr val="92D050"/>
    <a:srgbClr val="660000"/>
    <a:srgbClr val="C6D9F1"/>
    <a:srgbClr val="23514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83BFEA-6D7C-4E90-B1FD-E1817A3C93CE}" v="13" dt="2026-05-18T14:01:56.905"/>
    <p1510:client id="{DBFB60F5-E03A-47D8-BC9F-E58386004629}" v="46" dt="2026-05-19T08:46:14.131"/>
  </p1510:revLst>
</p1510:revInfo>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8034E78-7F5D-4C2E-B375-FC64B27BC917}" styleName="Style foncé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2D5ABB26-0587-4C30-8999-92F81FD0307C}" styleName="Aucun style, aucune grill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Aucun style, grille du tableau">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8" d="100"/>
          <a:sy n="138" d="100"/>
        </p:scale>
        <p:origin x="834" y="120"/>
      </p:cViewPr>
      <p:guideLst>
        <p:guide orient="horz" pos="1621"/>
        <p:guide pos="2880"/>
      </p:guideLst>
    </p:cSldViewPr>
  </p:slideViewPr>
  <p:notesTextViewPr>
    <p:cViewPr>
      <p:scale>
        <a:sx n="1" d="1"/>
        <a:sy n="1" d="1"/>
      </p:scale>
      <p:origin x="0" y="0"/>
    </p:cViewPr>
  </p:notesTextViewPr>
  <p:notesViewPr>
    <p:cSldViewPr snapToGrid="0">
      <p:cViewPr>
        <p:scale>
          <a:sx n="1" d="2"/>
          <a:sy n="1" d="2"/>
        </p:scale>
        <p:origin x="0" y="0"/>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11" Type="http://schemas.openxmlformats.org/officeDocument/2006/relationships/slide" Target="slides/slide25.xml"/><Relationship Id="rId12" Type="http://schemas.openxmlformats.org/officeDocument/2006/relationships/slide" Target="slides/slide24.xml"/><Relationship Id="rId13" Type="http://schemas.openxmlformats.org/officeDocument/2006/relationships/slide" Target="slides/slide23.xml"/><Relationship Id="rId14" Type="http://schemas.openxmlformats.org/officeDocument/2006/relationships/slide" Target="slides/slide22.xml"/><Relationship Id="rId15" Type="http://schemas.openxmlformats.org/officeDocument/2006/relationships/slide" Target="slides/slide1.xml"/><Relationship Id="rId16" Type="http://schemas.openxmlformats.org/officeDocument/2006/relationships/slide" Target="slides/slide2.xml"/><Relationship Id="rId17" Type="http://schemas.openxmlformats.org/officeDocument/2006/relationships/slide" Target="slides/slide3.xml"/><Relationship Id="rId18" Type="http://schemas.openxmlformats.org/officeDocument/2006/relationships/slide" Target="slides/slide4.xml"/><Relationship Id="rId19" Type="http://schemas.openxmlformats.org/officeDocument/2006/relationships/slide" Target="slides/slide5.xml"/><Relationship Id="rId20" Type="http://schemas.openxmlformats.org/officeDocument/2006/relationships/slide" Target="slides/slide6.xml"/><Relationship Id="rId21" Type="http://schemas.openxmlformats.org/officeDocument/2006/relationships/slide" Target="slides/slide7.xml"/><Relationship Id="rId22" Type="http://schemas.openxmlformats.org/officeDocument/2006/relationships/slide" Target="slides/slide8.xml"/><Relationship Id="rId23" Type="http://schemas.openxmlformats.org/officeDocument/2006/relationships/slide" Target="slides/slide9.xml"/><Relationship Id="rId24" Type="http://schemas.openxmlformats.org/officeDocument/2006/relationships/slide" Target="slides/slide10.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4.xml"/><Relationship Id="rId29" Type="http://schemas.openxmlformats.org/officeDocument/2006/relationships/slide" Target="slides/slide15.xml"/><Relationship Id="rId30" Type="http://schemas.openxmlformats.org/officeDocument/2006/relationships/slide" Target="slides/slide16.xml"/><Relationship Id="rId31" Type="http://schemas.openxmlformats.org/officeDocument/2006/relationships/slide" Target="slides/slide17.xml"/><Relationship Id="rId32" Type="http://schemas.openxmlformats.org/officeDocument/2006/relationships/slide" Target="slides/slide18.xml"/><Relationship Id="rId33" Type="http://schemas.openxmlformats.org/officeDocument/2006/relationships/slide" Target="slides/slide19.xml"/><Relationship Id="rId34" Type="http://schemas.openxmlformats.org/officeDocument/2006/relationships/slide" Target="slides/slide20.xml"/><Relationship Id="rId35" Type="http://schemas.openxmlformats.org/officeDocument/2006/relationships/slide" Target="slides/slide21.xml"/><Relationship Id="rId36" Type="http://schemas.openxmlformats.org/officeDocument/2006/relationships/notesMaster" Target="notesMasters/notesMaster1.xml"/><Relationship Id="rId37" Type="http://schemas.openxmlformats.org/officeDocument/2006/relationships/handoutMaster" Target="handoutMasters/handoutMaster1.xml"/><Relationship Id="rId38" Type="http://schemas.openxmlformats.org/officeDocument/2006/relationships/commentAuthors" Target="commentAuthors.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43" Type="http://schemas.microsoft.com/office/2015/10/relationships/revisionInfo" Target="revisionInfo.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82C4E4DA-D5EF-DF0F-E8DB-213158743FF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3C81B4E8-F426-93A5-B290-7E86EEBA86F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84441573-705E-42D7-A873-C1B9581C6AE6}" type="datetimeFigureOut">
              <a:rPr lang="es-ES" smtClean="0"/>
              <a:t>20/10/2026</a:t>
            </a:fld>
            <a:endParaRPr lang="es-ES"/>
          </a:p>
        </p:txBody>
      </p:sp>
      <p:sp>
        <p:nvSpPr>
          <p:cNvPr id="4" name="Marcador de pie de página 3">
            <a:extLst>
              <a:ext uri="{FF2B5EF4-FFF2-40B4-BE49-F238E27FC236}">
                <a16:creationId xmlns:a16="http://schemas.microsoft.com/office/drawing/2014/main" id="{3D34F614-8A3B-7993-ED12-3779ECB4527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15F21FAE-512B-3C72-9C34-0EB393F6230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03974EC-1219-436B-A280-E4977D813A25}" type="slidenum">
              <a:rPr lang="es-ES" smtClean="0"/>
              <a:t>‹Nº›</a:t>
            </a:fld>
            <a:endParaRPr lang="es-ES"/>
          </a:p>
        </p:txBody>
      </p:sp>
    </p:spTree>
    <p:extLst>
      <p:ext uri="{BB962C8B-B14F-4D97-AF65-F5344CB8AC3E}">
        <p14:creationId xmlns:p14="http://schemas.microsoft.com/office/powerpoint/2010/main" val="58575732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A4E5AE22-ADFC-4555-9759-8728DB685593}" type="datetimeFigureOut">
              <a:rPr lang="fr-FR" smtClean="0"/>
              <a:t>20/10/2026</a:t>
            </a:fld>
            <a:endParaRPr lang="fr-FR"/>
          </a:p>
        </p:txBody>
      </p:sp>
      <p:sp>
        <p:nvSpPr>
          <p:cNvPr id="4" name="Espace réservé de l'image des diapositives 3"/>
          <p:cNvSpPr>
            <a:spLocks noGrp="1" noRot="1" noChangeAspect="1"/>
          </p:cNvSpPr>
          <p:nvPr>
            <p:ph type="sldImg" idx="2"/>
          </p:nvPr>
        </p:nvSpPr>
        <p:spPr>
          <a:xfrm>
            <a:off x="382588" y="685800"/>
            <a:ext cx="6092825" cy="34290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commentaires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DACF86CB-D3AD-40BD-8754-0A6DBAFC51E5}" type="slidenum">
              <a:rPr lang="fr-FR" smtClean="0"/>
              <a:t>‹Nº›</a:t>
            </a:fld>
            <a:endParaRPr lang="fr-FR"/>
          </a:p>
        </p:txBody>
      </p:sp>
    </p:spTree>
    <p:extLst>
      <p:ext uri="{BB962C8B-B14F-4D97-AF65-F5344CB8AC3E}">
        <p14:creationId xmlns:p14="http://schemas.microsoft.com/office/powerpoint/2010/main" val="93359234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Abrir con calma y con orgullo. El título resume la promesa: la calidad no se inspecciona al final, se decide en cada segundo de la fabricación.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Gancho de curiosidad: lanzar la pregunta y esperar dos segundos. Una pregunta abre la mente del oyente mucho más que una afirmación. Después: 'Hoy lo hace. Les enseñamos cómo'.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Principio de contraste: primero el modelo tradicional, que el cliente conoce bien; después el nuestro. Sin criticar a nadie: el contraste habla solo y ancla la percepción de valor.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Mapa mental de toda la presentación. El cerebro recuerda mejor una estructura simple y circular: Ver, Entender, Decidir, Anticipar. En el centro, el IQF: todo el sistema trabaja para proteger nuestro indicador de calidad. Las herramientas de cada paso: perfilómetros láser Gocator (ver), PI System y PI Vision (entender), R4P (decidir), Dataiku e IA (anticipar).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 paso del ciclo: Ver. Mantener la estructura de cuatro verbos durante toda la presentación ayuda a que el cliente no se pierda y recuerde el mensaje.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Perfilómetros láser 3D Gocator (LMI): hasta 5.000 perfiles por segundo y repetibilidad de micras según modelo. En la MAC: 8 puestos, 16 sensores, 1 PLC y 4 PCs. Explicar el mapa de color: cada color es una altura; un relieve anómalo salta a la vista.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MAC4 (marzo de 2026). Cada columna es un puesto de la máquina (GI, RFI, NC1, BT, TT, PS, BJ, PT, FE...), con sus medidas de trusquín, anchura, diámetro y soldadura. El código de colores distingue vigilancia y control, y el indicador 'Medida 100 %' confirma que se mide cada neumático.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Cómo se mide una soldadura de NST en la línea BNS: el perfilómetro genera un mapa 3D de la unión (1), se traza una sección de medida sobre la soldadura (2) y el perfil resultante (3) cuantifica la unión. En la pantalla BNS62 estas medidas se siguen en continuo: superposición, altura, offset y calidad de soldadura.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Segundo paso: Entender. Los datos solos no sirven; lo que vale es leerlos a tiempo y que la persona adecuada lo sepa.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Recorrer los números sobre la pantalla real. Transparencia total: es la pantalla que usan nuestros equipos. La mediana de las 20 últimas medidas filtra el ruido y muestra la tendencia; las tolerancias y el valor teórico están siempre a la vista.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la gráfica como una historia: la tendencia sube y cruza la tolerancia (1): salta la alerta y llega al móvil del responsable. Se actúa y la tendencia vuelve (2). Regla de alerta: mediana de las últimas 20 medidas fuera de tolerancia en MAC; de las últimas 10 en BNS. Las alertas se dirigen al equipo adecuado: proceso (CARE) o mantenimiento (TECH).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Pantalla real de la BNS62 (marzo de 2026). Arriba, la regla de alerta y el código de colores (1). Cada bloque es un puesto con centrado, anchura y soldadura (2). Desde la propia pantalla se accede al IQF, a las imágenes y al histórico de alertas (3). En el KM se siguen altura, calidad y offset de soldadura (4).</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Trazabilidad: en PI Vision se selecciona un puesto y se recupera la imagen de cada producto con su fecha y hora; el histórico de alertas registra puesto, tipo, inicio, fin y duración. Este archivo de imágenes y datos es además la base sobre la que entrenaremos la IA.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Clímax de la presentación. A partir de aquí el mensaje cambia: no solo vemos y entendemos; el sistema decide y actúa por sí mismo.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Metáfora: R4P es como tener a nuestro mejor técnico de proceso vigilando cada neumático, en cada turno, sin cansarse. Sus reglas recogen el conocimiento experto y lo aplican automáticamente.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Cuatro opciones claras, de menor a mayor firmeza. Alertar, ajustar y bloquear funcionan hoy; la segregación automática es la siguiente fase según el propio esquema de R4P. Ser transparentes refuerza la credibilidad.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Contar el caso en cuatro pasos sobre la pantalla real (MAC6, P17, enero de 2026). 1: el trusquín llega al límite inferior. 2: R4P activa la corrección ODM. 3: la medida vuelve al valor teórico. 4: cuando la corrección se desactiva, la medida vuelve a derivar. Ese contraste es la mejor prueba de que la corrección funciona.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clave para vender R4P. Esquema ilustrativo (no son datos reales): cada círculo es un neumático que sale de la máquina. Sin R4P, desde que empieza la deriva hasta que alguien ve la alerta, llega a la máquina y ajusta, se siguen fabricando neumáticos fuera de su objetivo. Con R4P, la regla actúa en cuanto la medida se desvía y la producción vuelve al objetivo de inmediato. Cada minuto que ahorra R4P son neumáticos que nunca salen de su valor teórico. Además, las reglas son las mismas en todos los turnos y cada decisión queda registrada en PI.</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Cuarto paso, el futuro: mirar hacia delante genera ilusión y confianza (proyección de futuro). El cliente compra también hacia dónde vamos.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Dataiku es una plataforma de analítica avanzada y ciencia de datos. Nos permite unir en un mismo flujo los datos de medida de PI System, las imágenes y los resultados de calidad (IQF), y buscar los patrones que se repiten antes de un problema de calidad o de una deriva. Lo más valioso: la usan nuestros propios técnicos e ingenieros de proceso y calidad, no solo especialistas en datos. Lo que encontramos se convierte en nuevas reglas, alertas y mejoras de proceso.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Mensaje clave: la IA no sustituye a la medida. Las medidas se hacen siempre con los perfilómetros láser y sus cotas y tolerancias (anchura, trusquín, centrado, soldadura). La IA trabaja sobre esas mismas imágenes para detectar características del producto que no se pueden expresar con una cota: rugosidades y textura de la superficie, posibles materias extrañas, goma mal dispersa y otros aspectos del producto. Se entrena con imágenes de producto correcto y señala lo que se sale de lo normal. La base ya existe: miles de imágenes reales archivadas en PI, asociadas a sus medidas y alertas. Estado: en estudio.</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Cerrar la parte técnica con el ciclo completo, el mismo del principio (repetición = recuerdo). Cada vuelta aporta conocimiento: lo que descubrimos con Dataiku y la IA se convierte en nuevas reglas de R4P y en un IQF mejor. Es un sistema vivo, que aprende.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Diapositiva sobre las personas, sin exagerar: el sistema no sustituye a nadie, da a cada perfil lo que necesita para actuar. Operario: estado de su puesto en tiempo real. Técnicos de proceso (CARE) y mantenimiento (TECH): alertas en pantalla y en el móvil. Ingeniería y calidad: pantallas de análisis técnico para estudiar tendencias, mejorar las reglas y el IQF.</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Cierre memorable: repetir los cuatro verbos. Dejar un silencio al final. Es la frase que queremos que recuerden.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2.png"/><Relationship Id="rId4" Type="http://schemas.openxmlformats.org/officeDocument/2006/relationships/image" Target="../media/image1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17.jpe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6.png"/><Relationship Id="rId5" Type="http://schemas.openxmlformats.org/officeDocument/2006/relationships/image" Target="../media/image18.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2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jpe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23.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eg"/><Relationship Id="rId3" Type="http://schemas.openxmlformats.org/officeDocument/2006/relationships/image" Target="../media/image25.png"/><Relationship Id="rId4" Type="http://schemas.openxmlformats.org/officeDocument/2006/relationships/image" Target="../media/image2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jpeg"/><Relationship Id="rId4" Type="http://schemas.openxmlformats.org/officeDocument/2006/relationships/image" Target="../media/image4.jpe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8.jpeg"/><Relationship Id="rId3" Type="http://schemas.openxmlformats.org/officeDocument/2006/relationships/image" Target="../media/image29.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jpeg"/><Relationship Id="rId3" Type="http://schemas.openxmlformats.org/officeDocument/2006/relationships/image" Target="../media/image23.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jpeg"/><Relationship Id="rId3" Type="http://schemas.openxmlformats.org/officeDocument/2006/relationships/image" Target="../media/image2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jpeg"/><Relationship Id="rId3" Type="http://schemas.openxmlformats.org/officeDocument/2006/relationships/image" Target="../media/image23.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3.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jpeg"/><Relationship Id="rId3" Type="http://schemas.openxmlformats.org/officeDocument/2006/relationships/image" Target="../media/image23.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jpeg"/><Relationship Id="rId3" Type="http://schemas.openxmlformats.org/officeDocument/2006/relationships/image" Target="../media/image2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jpeg"/><Relationship Id="rId3" Type="http://schemas.openxmlformats.org/officeDocument/2006/relationships/image" Target="../media/image23.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jpeg"/><Relationship Id="rId3" Type="http://schemas.openxmlformats.org/officeDocument/2006/relationships/image" Target="../media/image23.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2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jpeg"/><Relationship Id="rId3" Type="http://schemas.openxmlformats.org/officeDocument/2006/relationships/image" Target="../media/image4.jpeg"/><Relationship Id="rId4" Type="http://schemas.openxmlformats.org/officeDocument/2006/relationships/image" Target="../media/image5.png"/><Relationship Id="rId5" Type="http://schemas.openxmlformats.org/officeDocument/2006/relationships/image" Target="../media/image6.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Diapositive de titre">
    <p:spTree>
      <p:nvGrpSpPr>
        <p:cNvPr id="1" name=""/>
        <p:cNvGrpSpPr/>
        <p:nvPr/>
      </p:nvGrpSpPr>
      <p:grpSpPr>
        <a:xfrm>
          <a:off x="0" y="0"/>
          <a:ext cx="0" cy="0"/>
          <a:chOff x="0" y="0"/>
          <a:chExt cx="0" cy="0"/>
        </a:xfrm>
      </p:grpSpPr>
      <p:sp>
        <p:nvSpPr>
          <p:cNvPr id="14" name="Rectangle 13"/>
          <p:cNvSpPr/>
          <p:nvPr userDrawn="1"/>
        </p:nvSpPr>
        <p:spPr>
          <a:xfrm>
            <a:off x="0" y="0"/>
            <a:ext cx="457200" cy="5143500"/>
          </a:xfrm>
          <a:prstGeom prst="rect">
            <a:avLst/>
          </a:prstGeom>
          <a:solidFill>
            <a:srgbClr val="27509B"/>
          </a:solidFill>
          <a:ln w="6350" cap="flat" cmpd="sng" algn="ctr">
            <a:noFill/>
            <a:prstDash val="solid"/>
            <a:miter lim="800000"/>
          </a:ln>
          <a:effectLst/>
        </p:spPr>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marL="0" marR="0" lvl="0" indent="0" algn="ctr" defTabSz="457200" eaLnBrk="1" fontAlgn="auto" latinLnBrk="0" hangingPunct="1">
              <a:lnSpc>
                <a:spcPct val="100000"/>
              </a:lnSpc>
              <a:spcBef>
                <a:spcPts val="0"/>
              </a:spcBef>
              <a:spcAft>
                <a:spcPts val="0"/>
              </a:spcAft>
              <a:buClrTx/>
              <a:buSzTx/>
              <a:buFontTx/>
              <a:buNone/>
              <a:tabLst/>
              <a:defRPr/>
            </a:pPr>
            <a:endParaRPr kumimoji="0" lang="en-GB" sz="2400" b="0" i="0" u="none" strike="noStrike" kern="0" cap="none" spc="0" normalizeH="0" baseline="0" noProof="0">
              <a:ln>
                <a:noFill/>
              </a:ln>
              <a:solidFill>
                <a:prstClr val="white"/>
              </a:solidFill>
              <a:effectLst/>
              <a:uLnTx/>
              <a:uFillTx/>
              <a:latin typeface="Calibri" panose="020F0502020204030204"/>
              <a:ea typeface="+mn-ea"/>
              <a:cs typeface="+mn-cs"/>
            </a:endParaRPr>
          </a:p>
        </p:txBody>
      </p:sp>
      <p:pic>
        <p:nvPicPr>
          <p:cNvPr id="15" name="Picture 3"/>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57200" y="3796680"/>
            <a:ext cx="3148881" cy="118057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6"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827584" y="326589"/>
            <a:ext cx="1905368" cy="911771"/>
          </a:xfrm>
          <a:prstGeom prst="rect">
            <a:avLst/>
          </a:prstGeom>
        </p:spPr>
      </p:pic>
      <p:sp>
        <p:nvSpPr>
          <p:cNvPr id="17" name="Titre 1"/>
          <p:cNvSpPr>
            <a:spLocks noGrp="1"/>
          </p:cNvSpPr>
          <p:nvPr>
            <p:ph type="title" hasCustomPrompt="1"/>
          </p:nvPr>
        </p:nvSpPr>
        <p:spPr>
          <a:xfrm>
            <a:off x="584200" y="1846807"/>
            <a:ext cx="8229600" cy="857250"/>
          </a:xfrm>
          <a:prstGeom prst="rect">
            <a:avLst/>
          </a:prstGeom>
        </p:spPr>
        <p:txBody>
          <a:bodyPr anchor="ctr"/>
          <a:lstStyle>
            <a:lvl1pPr algn="ctr">
              <a:defRPr lang="fr-FR" sz="2400" b="1"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8" name="Sous-titre 2"/>
          <p:cNvSpPr>
            <a:spLocks noGrp="1"/>
          </p:cNvSpPr>
          <p:nvPr>
            <p:ph type="subTitle" idx="1" hasCustomPrompt="1"/>
          </p:nvPr>
        </p:nvSpPr>
        <p:spPr>
          <a:xfrm>
            <a:off x="5385917" y="2708903"/>
            <a:ext cx="3427884" cy="345796"/>
          </a:xfrm>
          <a:prstGeom prst="rect">
            <a:avLst/>
          </a:prstGeom>
        </p:spPr>
        <p:txBody>
          <a:bodyPr/>
          <a:lstStyle>
            <a:lvl1pPr marL="0" indent="0" algn="ctr">
              <a:buNone/>
              <a:defRPr lang="fr-FR" sz="1800" kern="1200" cap="none" baseline="0" smtClean="0">
                <a:solidFill>
                  <a:srgbClr val="27509B"/>
                </a:solidFill>
                <a:latin typeface="+mj-lt"/>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spTree>
    <p:extLst>
      <p:ext uri="{BB962C8B-B14F-4D97-AF65-F5344CB8AC3E}">
        <p14:creationId xmlns:p14="http://schemas.microsoft.com/office/powerpoint/2010/main" val="27371124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0BAD991-AE32-44B0-94BC-7C4D2163A3AC}"/>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2084710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5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11" name="Image 10">
            <a:extLst>
              <a:ext uri="{FF2B5EF4-FFF2-40B4-BE49-F238E27FC236}">
                <a16:creationId xmlns:a16="http://schemas.microsoft.com/office/drawing/2014/main" id="{36891FA0-8558-4D8B-B90D-6FA71DC5D807}"/>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65353910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7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1">
              <a:lumMod val="6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4146602"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3" name="Espace réservé pour une image  2"/>
          <p:cNvSpPr>
            <a:spLocks noGrp="1"/>
          </p:cNvSpPr>
          <p:nvPr>
            <p:ph type="pic" sz="quarter" idx="11"/>
          </p:nvPr>
        </p:nvSpPr>
        <p:spPr>
          <a:xfrm>
            <a:off x="4762500" y="661948"/>
            <a:ext cx="3903663" cy="2041496"/>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sp>
        <p:nvSpPr>
          <p:cNvPr id="11" name="Espace réservé pour une image  2"/>
          <p:cNvSpPr>
            <a:spLocks noGrp="1"/>
          </p:cNvSpPr>
          <p:nvPr>
            <p:ph type="pic" sz="quarter" idx="12"/>
          </p:nvPr>
        </p:nvSpPr>
        <p:spPr>
          <a:xfrm>
            <a:off x="4763826" y="2767054"/>
            <a:ext cx="3903663" cy="2052763"/>
          </a:xfrm>
          <a:prstGeom prst="rect">
            <a:avLst/>
          </a:prstGeom>
        </p:spPr>
        <p:txBody>
          <a:bodyPr/>
          <a:lstStyle>
            <a:lvl1pPr marL="0" indent="0">
              <a:buNone/>
              <a:defRPr sz="1600">
                <a:latin typeface="Arial" panose="020B0604020202020204" pitchFamily="34" charset="0"/>
                <a:cs typeface="Arial" panose="020B0604020202020204" pitchFamily="34" charset="0"/>
              </a:defRPr>
            </a:lvl1pPr>
          </a:lstStyle>
          <a:p>
            <a:endParaRPr lang="fr-FR"/>
          </a:p>
        </p:txBody>
      </p:sp>
      <p:pic>
        <p:nvPicPr>
          <p:cNvPr id="12" name="Image 11">
            <a:extLst>
              <a:ext uri="{FF2B5EF4-FFF2-40B4-BE49-F238E27FC236}">
                <a16:creationId xmlns:a16="http://schemas.microsoft.com/office/drawing/2014/main" id="{E97869F9-F421-4F81-A85B-6F1CA44A745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7494404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F5DE6D41-9065-4856-9F5A-F649BD41BE58}"/>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4358591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bg2">
              <a:lumMod val="25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FEAE6E7-840D-4467-8A1D-6B3208F2586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88518431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9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1">
              <a:lumMod val="40000"/>
              <a:lumOff val="6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1B19846-93BA-468B-9EC8-D57BE2FC13C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933084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5">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80261407-3D4C-4C90-9F7B-0B8A003AFD15}"/>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3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chemeClr val="accent2">
              <a:lumMod val="50000"/>
            </a:schemeClr>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8" name="Titre 3"/>
          <p:cNvSpPr>
            <a:spLocks noGrp="1"/>
          </p:cNvSpPr>
          <p:nvPr>
            <p:ph type="title" hasCustomPrompt="1"/>
          </p:nvPr>
        </p:nvSpPr>
        <p:spPr>
          <a:xfrm>
            <a:off x="457202" y="109471"/>
            <a:ext cx="8225621" cy="483051"/>
          </a:xfrm>
          <a:prstGeom prst="rect">
            <a:avLst/>
          </a:prstGeom>
        </p:spPr>
        <p:txBody>
          <a:bodyPr anchor="ctr"/>
          <a:lstStyle>
            <a:lvl1pPr algn="l" defTabSz="457189"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2"/>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932" indent="-285744">
              <a:buFontTx/>
              <a:buBlip>
                <a:blip r:embed="rId2"/>
              </a:buBlip>
              <a:defRPr lang="fr-FR" sz="1400" kern="1200" noProof="0" dirty="0" smtClean="0">
                <a:solidFill>
                  <a:schemeClr val="tx1">
                    <a:lumMod val="75000"/>
                    <a:lumOff val="25000"/>
                  </a:schemeClr>
                </a:solidFill>
                <a:latin typeface="+mj-lt"/>
                <a:ea typeface="+mn-ea"/>
                <a:cs typeface="Arial"/>
              </a:defRPr>
            </a:lvl2pPr>
            <a:lvl3pPr marL="1142971" indent="-228594">
              <a:buFontTx/>
              <a:buBlip>
                <a:blip r:embed="rId3"/>
              </a:buBlip>
              <a:defRPr lang="fr-FR" sz="1200" kern="1200" dirty="0" smtClean="0">
                <a:solidFill>
                  <a:schemeClr val="tx1">
                    <a:lumMod val="75000"/>
                    <a:lumOff val="25000"/>
                  </a:schemeClr>
                </a:solidFill>
                <a:latin typeface="+mj-lt"/>
                <a:ea typeface="+mn-ea"/>
                <a:cs typeface="Arial" panose="020B0604020202020204" pitchFamily="34" charset="0"/>
              </a:defRPr>
            </a:lvl3pPr>
            <a:lvl4pPr marL="1600160" indent="-228594">
              <a:buFont typeface="Wingdings" panose="05000000000000000000" pitchFamily="2" charset="2"/>
              <a:buChar char="§"/>
              <a:defRPr lang="fr-FR" sz="1200" kern="1200" dirty="0" smtClean="0">
                <a:solidFill>
                  <a:schemeClr val="tx1">
                    <a:lumMod val="75000"/>
                    <a:lumOff val="25000"/>
                  </a:schemeClr>
                </a:solidFill>
                <a:latin typeface="+mj-lt"/>
                <a:ea typeface="+mn-ea"/>
                <a:cs typeface="Arial" panose="020B0604020202020204" pitchFamily="34" charset="0"/>
              </a:defRPr>
            </a:lvl4pPr>
            <a:lvl5pPr marL="2057349" indent="-228594">
              <a:buFont typeface="Arial" panose="020B0604020202020204" pitchFamily="34" charset="0"/>
              <a:buChar char="•"/>
              <a:defRPr lang="en-GB" sz="1200" kern="1200" dirty="0">
                <a:solidFill>
                  <a:schemeClr val="tx1">
                    <a:lumMod val="75000"/>
                    <a:lumOff val="25000"/>
                  </a:schemeClr>
                </a:solidFill>
                <a:latin typeface="+mj-lt"/>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32CD6791-8A35-4A86-B1B9-C9B061402DB0}"/>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9565592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userDrawn="1">
  <p:cSld name="9_Titre et contenu sans logo sans sous titrre">
    <p:bg>
      <p:bgPr>
        <a:solidFill>
          <a:srgbClr val="FFFFFF"/>
        </a:solidFill>
        <a:effectLst/>
      </p:bgPr>
    </p:bg>
    <p:spTree>
      <p:nvGrpSpPr>
        <p:cNvPr id="1" name=""/>
        <p:cNvGrpSpPr/>
        <p:nvPr/>
      </p:nvGrpSpPr>
      <p:grpSpPr>
        <a:xfrm>
          <a:off x="0" y="0"/>
          <a:ext cx="0" cy="0"/>
          <a:chOff x="0" y="0"/>
          <a:chExt cx="0" cy="0"/>
        </a:xfrm>
      </p:grpSpPr>
      <p:sp>
        <p:nvSpPr>
          <p:cNvPr id="11" name="Titre 1"/>
          <p:cNvSpPr>
            <a:spLocks noGrp="1"/>
          </p:cNvSpPr>
          <p:nvPr>
            <p:ph type="title" hasCustomPrompt="1"/>
          </p:nvPr>
        </p:nvSpPr>
        <p:spPr>
          <a:xfrm>
            <a:off x="828000" y="72022"/>
            <a:ext cx="8108039" cy="568555"/>
          </a:xfrm>
        </p:spPr>
        <p:txBody>
          <a:bodyPr>
            <a:noAutofit/>
          </a:bodyPr>
          <a:lstStyle>
            <a:lvl1pPr algn="l">
              <a:defRPr sz="2400" i="1" baseline="0">
                <a:solidFill>
                  <a:schemeClr val="tx2"/>
                </a:solidFill>
                <a:latin typeface="Arial Black" panose="020B0A04020102090204" pitchFamily="34" charset="0"/>
              </a:defRPr>
            </a:lvl1pPr>
          </a:lstStyle>
          <a:p>
            <a:r>
              <a:rPr lang="fr-FR"/>
              <a:t>TITRE DE LA PAGE</a:t>
            </a:r>
          </a:p>
        </p:txBody>
      </p:sp>
      <p:sp>
        <p:nvSpPr>
          <p:cNvPr id="12" name="Espace réservé du contenu 2"/>
          <p:cNvSpPr>
            <a:spLocks noGrp="1"/>
          </p:cNvSpPr>
          <p:nvPr>
            <p:ph idx="1" hasCustomPrompt="1"/>
          </p:nvPr>
        </p:nvSpPr>
        <p:spPr>
          <a:xfrm>
            <a:off x="380076" y="947209"/>
            <a:ext cx="8507845" cy="3735587"/>
          </a:xfrm>
        </p:spPr>
        <p:txBody>
          <a:bodyPr>
            <a:normAutofit/>
          </a:bodyPr>
          <a:lstStyle>
            <a:lvl1pPr marL="252413" indent="-252413">
              <a:buClr>
                <a:schemeClr val="bg2"/>
              </a:buClr>
              <a:buFontTx/>
              <a:buBlip>
                <a:blip r:embed="rId2"/>
              </a:buBlip>
              <a:defRPr sz="1800" b="1">
                <a:solidFill>
                  <a:schemeClr val="accent1"/>
                </a:solidFill>
                <a:latin typeface="Arial" panose="020B0604020202020204" pitchFamily="34" charset="0"/>
                <a:cs typeface="Arial" panose="020B0604020202020204" pitchFamily="34" charset="0"/>
              </a:defRPr>
            </a:lvl1pPr>
            <a:lvl2pPr marL="625475" indent="-266700">
              <a:buClr>
                <a:schemeClr val="tx2"/>
              </a:buClr>
              <a:buSzPct val="80000"/>
              <a:buFont typeface="Wingdings 3" panose="05040102010807070707" pitchFamily="18" charset="2"/>
              <a:buChar char=""/>
              <a:defRPr sz="1800">
                <a:solidFill>
                  <a:schemeClr val="accent2"/>
                </a:solidFill>
                <a:latin typeface="Arial" panose="020B0604020202020204" pitchFamily="34" charset="0"/>
                <a:cs typeface="Arial" panose="020B0604020202020204" pitchFamily="34" charset="0"/>
              </a:defRPr>
            </a:lvl2pPr>
            <a:lvl3pPr marL="898525" indent="-273050">
              <a:buClr>
                <a:schemeClr val="tx2"/>
              </a:buClr>
              <a:buFont typeface="Arial" panose="020B0604020202020204" pitchFamily="34" charset="0"/>
              <a:buChar char="•"/>
              <a:defRPr sz="1600" i="1">
                <a:solidFill>
                  <a:schemeClr val="accent2"/>
                </a:solidFill>
                <a:latin typeface="Arial" panose="020B0604020202020204" pitchFamily="34" charset="0"/>
                <a:cs typeface="Arial" panose="020B0604020202020204" pitchFamily="34" charset="0"/>
              </a:defRPr>
            </a:lvl3pPr>
            <a:lvl4pPr>
              <a:defRPr>
                <a:latin typeface="Michelin" pitchFamily="50" charset="0"/>
              </a:defRPr>
            </a:lvl4pPr>
            <a:lvl5pPr>
              <a:defRPr>
                <a:latin typeface="Michelin" pitchFamily="50" charset="0"/>
              </a:defRPr>
            </a:lvl5pPr>
          </a:lstStyle>
          <a:p>
            <a:pPr lvl="0"/>
            <a:r>
              <a:rPr lang="en-US" noProof="0"/>
              <a:t>Cliquer pour modifier les styles du </a:t>
            </a:r>
            <a:r>
              <a:rPr lang="en-US" noProof="0" err="1"/>
              <a:t>texte</a:t>
            </a:r>
            <a:r>
              <a:rPr lang="en-US" noProof="0"/>
              <a:t> du masque</a:t>
            </a:r>
          </a:p>
          <a:p>
            <a:pPr lvl="1"/>
            <a:r>
              <a:rPr lang="en-US" noProof="0" err="1"/>
              <a:t>Deuxième</a:t>
            </a:r>
            <a:r>
              <a:rPr lang="en-US" noProof="0"/>
              <a:t> </a:t>
            </a:r>
            <a:r>
              <a:rPr lang="en-US" noProof="0" err="1"/>
              <a:t>niveau</a:t>
            </a:r>
            <a:endParaRPr lang="en-US" noProof="0"/>
          </a:p>
          <a:p>
            <a:pPr lvl="2"/>
            <a:r>
              <a:rPr lang="en-US" noProof="0" err="1"/>
              <a:t>Troisième</a:t>
            </a:r>
            <a:r>
              <a:rPr lang="en-US" noProof="0"/>
              <a:t> </a:t>
            </a:r>
            <a:r>
              <a:rPr lang="en-US" noProof="0" err="1"/>
              <a:t>niveau</a:t>
            </a:r>
            <a:endParaRPr lang="en-US" noProof="0"/>
          </a:p>
        </p:txBody>
      </p:sp>
      <p:sp>
        <p:nvSpPr>
          <p:cNvPr id="14" name="Rectangle 4"/>
          <p:cNvSpPr/>
          <p:nvPr userDrawn="1"/>
        </p:nvSpPr>
        <p:spPr>
          <a:xfrm>
            <a:off x="1" y="-892"/>
            <a:ext cx="760151" cy="2147654"/>
          </a:xfrm>
          <a:custGeom>
            <a:avLst/>
            <a:gdLst>
              <a:gd name="connsiteX0" fmla="*/ 0 w 1330960"/>
              <a:gd name="connsiteY0" fmla="*/ 0 h 3759199"/>
              <a:gd name="connsiteX1" fmla="*/ 1330960 w 1330960"/>
              <a:gd name="connsiteY1" fmla="*/ 0 h 3759199"/>
              <a:gd name="connsiteX2" fmla="*/ 1330960 w 1330960"/>
              <a:gd name="connsiteY2" fmla="*/ 3759199 h 3759199"/>
              <a:gd name="connsiteX3" fmla="*/ 0 w 1330960"/>
              <a:gd name="connsiteY3" fmla="*/ 3759199 h 3759199"/>
              <a:gd name="connsiteX4" fmla="*/ 0 w 1330960"/>
              <a:gd name="connsiteY4" fmla="*/ 0 h 3759199"/>
              <a:gd name="connsiteX0" fmla="*/ 0 w 1330960"/>
              <a:gd name="connsiteY0" fmla="*/ 0 h 3759199"/>
              <a:gd name="connsiteX1" fmla="*/ 1330960 w 1330960"/>
              <a:gd name="connsiteY1" fmla="*/ 0 h 3759199"/>
              <a:gd name="connsiteX2" fmla="*/ 0 w 1330960"/>
              <a:gd name="connsiteY2" fmla="*/ 3759199 h 3759199"/>
              <a:gd name="connsiteX3" fmla="*/ 0 w 1330960"/>
              <a:gd name="connsiteY3" fmla="*/ 0 h 3759199"/>
            </a:gdLst>
            <a:ahLst/>
            <a:cxnLst>
              <a:cxn ang="0">
                <a:pos x="connsiteX0" y="connsiteY0"/>
              </a:cxn>
              <a:cxn ang="0">
                <a:pos x="connsiteX1" y="connsiteY1"/>
              </a:cxn>
              <a:cxn ang="0">
                <a:pos x="connsiteX2" y="connsiteY2"/>
              </a:cxn>
              <a:cxn ang="0">
                <a:pos x="connsiteX3" y="connsiteY3"/>
              </a:cxn>
            </a:cxnLst>
            <a:rect l="l" t="t" r="r" b="b"/>
            <a:pathLst>
              <a:path w="1330960" h="3759199">
                <a:moveTo>
                  <a:pt x="0" y="0"/>
                </a:moveTo>
                <a:lnTo>
                  <a:pt x="1330960" y="0"/>
                </a:lnTo>
                <a:lnTo>
                  <a:pt x="0" y="3759199"/>
                </a:lnTo>
                <a:lnTo>
                  <a:pt x="0" y="0"/>
                </a:lnTo>
                <a:close/>
              </a:path>
            </a:pathLst>
          </a:custGeom>
          <a:gradFill flip="none" rotWithShape="1">
            <a:gsLst>
              <a:gs pos="0">
                <a:schemeClr val="tx2">
                  <a:shade val="30000"/>
                  <a:satMod val="115000"/>
                </a:schemeClr>
              </a:gs>
              <a:gs pos="50000">
                <a:schemeClr val="tx2">
                  <a:shade val="67500"/>
                  <a:satMod val="115000"/>
                </a:schemeClr>
              </a:gs>
              <a:gs pos="100000">
                <a:schemeClr val="tx2">
                  <a:shade val="100000"/>
                  <a:satMod val="115000"/>
                </a:schemeClr>
              </a:gs>
            </a:gsLst>
            <a:lin ang="10800000" scaled="1"/>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lvl="0" algn="ctr"/>
            <a:endParaRPr lang="fr-FR" sz="1800"/>
          </a:p>
        </p:txBody>
      </p:sp>
      <p:sp>
        <p:nvSpPr>
          <p:cNvPr id="16" name="Rectangle 6"/>
          <p:cNvSpPr/>
          <p:nvPr userDrawn="1"/>
        </p:nvSpPr>
        <p:spPr>
          <a:xfrm>
            <a:off x="8710449" y="4112894"/>
            <a:ext cx="565429" cy="1146156"/>
          </a:xfrm>
          <a:custGeom>
            <a:avLst/>
            <a:gdLst>
              <a:gd name="connsiteX0" fmla="*/ 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0 w 2753360"/>
              <a:gd name="connsiteY4" fmla="*/ 0 h 4968240"/>
              <a:gd name="connsiteX0" fmla="*/ 1767840 w 2753360"/>
              <a:gd name="connsiteY0" fmla="*/ 0 h 4968240"/>
              <a:gd name="connsiteX1" fmla="*/ 2753360 w 2753360"/>
              <a:gd name="connsiteY1" fmla="*/ 0 h 4968240"/>
              <a:gd name="connsiteX2" fmla="*/ 2753360 w 2753360"/>
              <a:gd name="connsiteY2" fmla="*/ 4968240 h 4968240"/>
              <a:gd name="connsiteX3" fmla="*/ 0 w 2753360"/>
              <a:gd name="connsiteY3" fmla="*/ 4968240 h 4968240"/>
              <a:gd name="connsiteX4" fmla="*/ 1767840 w 2753360"/>
              <a:gd name="connsiteY4" fmla="*/ 0 h 4968240"/>
              <a:gd name="connsiteX0" fmla="*/ 1767840 w 2753360"/>
              <a:gd name="connsiteY0" fmla="*/ 0 h 4968240"/>
              <a:gd name="connsiteX1" fmla="*/ 2753360 w 2753360"/>
              <a:gd name="connsiteY1" fmla="*/ 0 h 4968240"/>
              <a:gd name="connsiteX2" fmla="*/ 2340097 w 2753360"/>
              <a:gd name="connsiteY2" fmla="*/ 4960990 h 4968240"/>
              <a:gd name="connsiteX3" fmla="*/ 0 w 2753360"/>
              <a:gd name="connsiteY3" fmla="*/ 4968240 h 4968240"/>
              <a:gd name="connsiteX4" fmla="*/ 1767840 w 2753360"/>
              <a:gd name="connsiteY4" fmla="*/ 0 h 4968240"/>
              <a:gd name="connsiteX0" fmla="*/ 1767840 w 2340097"/>
              <a:gd name="connsiteY0" fmla="*/ 0 h 4968240"/>
              <a:gd name="connsiteX1" fmla="*/ 2332847 w 2340097"/>
              <a:gd name="connsiteY1" fmla="*/ 7250 h 4968240"/>
              <a:gd name="connsiteX2" fmla="*/ 2340097 w 2340097"/>
              <a:gd name="connsiteY2" fmla="*/ 4960990 h 4968240"/>
              <a:gd name="connsiteX3" fmla="*/ 0 w 2340097"/>
              <a:gd name="connsiteY3" fmla="*/ 4968240 h 4968240"/>
              <a:gd name="connsiteX4" fmla="*/ 1767840 w 2340097"/>
              <a:gd name="connsiteY4" fmla="*/ 0 h 4968240"/>
              <a:gd name="connsiteX0" fmla="*/ 1767840 w 2333544"/>
              <a:gd name="connsiteY0" fmla="*/ 0 h 4968240"/>
              <a:gd name="connsiteX1" fmla="*/ 2332847 w 2333544"/>
              <a:gd name="connsiteY1" fmla="*/ 7250 h 4968240"/>
              <a:gd name="connsiteX2" fmla="*/ 2332847 w 2333544"/>
              <a:gd name="connsiteY2" fmla="*/ 4960990 h 4968240"/>
              <a:gd name="connsiteX3" fmla="*/ 0 w 2333544"/>
              <a:gd name="connsiteY3" fmla="*/ 4968240 h 4968240"/>
              <a:gd name="connsiteX4" fmla="*/ 1767840 w 2333544"/>
              <a:gd name="connsiteY4" fmla="*/ 0 h 4968240"/>
              <a:gd name="connsiteX0" fmla="*/ 1767840 w 2345548"/>
              <a:gd name="connsiteY0" fmla="*/ 0 h 5253116"/>
              <a:gd name="connsiteX1" fmla="*/ 2332847 w 2345548"/>
              <a:gd name="connsiteY1" fmla="*/ 7250 h 5253116"/>
              <a:gd name="connsiteX2" fmla="*/ 2345548 w 2345548"/>
              <a:gd name="connsiteY2" fmla="*/ 5253116 h 5253116"/>
              <a:gd name="connsiteX3" fmla="*/ 0 w 2345548"/>
              <a:gd name="connsiteY3" fmla="*/ 4968240 h 5253116"/>
              <a:gd name="connsiteX4" fmla="*/ 1767840 w 2345548"/>
              <a:gd name="connsiteY4" fmla="*/ 0 h 5253116"/>
              <a:gd name="connsiteX0" fmla="*/ 1888500 w 2466208"/>
              <a:gd name="connsiteY0" fmla="*/ 0 h 5317521"/>
              <a:gd name="connsiteX1" fmla="*/ 2453507 w 2466208"/>
              <a:gd name="connsiteY1" fmla="*/ 7250 h 5317521"/>
              <a:gd name="connsiteX2" fmla="*/ 2466208 w 2466208"/>
              <a:gd name="connsiteY2" fmla="*/ 5253116 h 5317521"/>
              <a:gd name="connsiteX3" fmla="*/ 0 w 2466208"/>
              <a:gd name="connsiteY3" fmla="*/ 5317521 h 5317521"/>
              <a:gd name="connsiteX4" fmla="*/ 1888500 w 2466208"/>
              <a:gd name="connsiteY4" fmla="*/ 0 h 5317521"/>
              <a:gd name="connsiteX0" fmla="*/ 1888500 w 2472559"/>
              <a:gd name="connsiteY0" fmla="*/ 0 h 5317521"/>
              <a:gd name="connsiteX1" fmla="*/ 2453507 w 2472559"/>
              <a:gd name="connsiteY1" fmla="*/ 7250 h 5317521"/>
              <a:gd name="connsiteX2" fmla="*/ 2472559 w 2472559"/>
              <a:gd name="connsiteY2" fmla="*/ 5316621 h 5317521"/>
              <a:gd name="connsiteX3" fmla="*/ 0 w 2472559"/>
              <a:gd name="connsiteY3" fmla="*/ 5317521 h 5317521"/>
              <a:gd name="connsiteX4" fmla="*/ 1888500 w 2472559"/>
              <a:gd name="connsiteY4" fmla="*/ 0 h 5317521"/>
              <a:gd name="connsiteX0" fmla="*/ 1888500 w 2472559"/>
              <a:gd name="connsiteY0" fmla="*/ 0 h 5316621"/>
              <a:gd name="connsiteX1" fmla="*/ 2453507 w 2472559"/>
              <a:gd name="connsiteY1" fmla="*/ 7250 h 5316621"/>
              <a:gd name="connsiteX2" fmla="*/ 2472559 w 2472559"/>
              <a:gd name="connsiteY2" fmla="*/ 5316621 h 5316621"/>
              <a:gd name="connsiteX3" fmla="*/ 0 w 2472559"/>
              <a:gd name="connsiteY3" fmla="*/ 5304820 h 5316621"/>
              <a:gd name="connsiteX4" fmla="*/ 1888500 w 2472559"/>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32929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139265 w 2478910"/>
              <a:gd name="connsiteY3" fmla="*/ 5296745 h 5316621"/>
              <a:gd name="connsiteX4" fmla="*/ 0 w 2478910"/>
              <a:gd name="connsiteY4" fmla="*/ 5304820 h 5316621"/>
              <a:gd name="connsiteX5" fmla="*/ 1894851 w 2478910"/>
              <a:gd name="connsiteY5" fmla="*/ 0 h 5316621"/>
              <a:gd name="connsiteX0" fmla="*/ 1894851 w 2478910"/>
              <a:gd name="connsiteY0" fmla="*/ 0 h 5316621"/>
              <a:gd name="connsiteX1" fmla="*/ 2459858 w 2478910"/>
              <a:gd name="connsiteY1" fmla="*/ 7250 h 5316621"/>
              <a:gd name="connsiteX2" fmla="*/ 2478910 w 2478910"/>
              <a:gd name="connsiteY2" fmla="*/ 5316621 h 5316621"/>
              <a:gd name="connsiteX3" fmla="*/ 0 w 2478910"/>
              <a:gd name="connsiteY3" fmla="*/ 5304820 h 5316621"/>
              <a:gd name="connsiteX4" fmla="*/ 1894851 w 2478910"/>
              <a:gd name="connsiteY4" fmla="*/ 0 h 5316621"/>
              <a:gd name="connsiteX0" fmla="*/ 1885184 w 2469243"/>
              <a:gd name="connsiteY0" fmla="*/ 0 h 5316621"/>
              <a:gd name="connsiteX1" fmla="*/ 2450191 w 2469243"/>
              <a:gd name="connsiteY1" fmla="*/ 7250 h 5316621"/>
              <a:gd name="connsiteX2" fmla="*/ 2469243 w 2469243"/>
              <a:gd name="connsiteY2" fmla="*/ 5316621 h 5316621"/>
              <a:gd name="connsiteX3" fmla="*/ 0 w 2469243"/>
              <a:gd name="connsiteY3" fmla="*/ 5304820 h 5316621"/>
              <a:gd name="connsiteX4" fmla="*/ 1885184 w 2469243"/>
              <a:gd name="connsiteY4" fmla="*/ 0 h 5316621"/>
              <a:gd name="connsiteX0" fmla="*/ 1899684 w 2483743"/>
              <a:gd name="connsiteY0" fmla="*/ 0 h 5316621"/>
              <a:gd name="connsiteX1" fmla="*/ 2464691 w 2483743"/>
              <a:gd name="connsiteY1" fmla="*/ 7250 h 5316621"/>
              <a:gd name="connsiteX2" fmla="*/ 2483743 w 2483743"/>
              <a:gd name="connsiteY2" fmla="*/ 5316621 h 5316621"/>
              <a:gd name="connsiteX3" fmla="*/ 0 w 2483743"/>
              <a:gd name="connsiteY3" fmla="*/ 5304820 h 5316621"/>
              <a:gd name="connsiteX4" fmla="*/ 1899684 w 2483743"/>
              <a:gd name="connsiteY4" fmla="*/ 0 h 5316621"/>
              <a:gd name="connsiteX0" fmla="*/ 1896059 w 2480118"/>
              <a:gd name="connsiteY0" fmla="*/ 0 h 5316621"/>
              <a:gd name="connsiteX1" fmla="*/ 2461066 w 2480118"/>
              <a:gd name="connsiteY1" fmla="*/ 7250 h 5316621"/>
              <a:gd name="connsiteX2" fmla="*/ 2480118 w 2480118"/>
              <a:gd name="connsiteY2" fmla="*/ 5316621 h 5316621"/>
              <a:gd name="connsiteX3" fmla="*/ 0 w 2480118"/>
              <a:gd name="connsiteY3" fmla="*/ 5304820 h 5316621"/>
              <a:gd name="connsiteX4" fmla="*/ 1896059 w 2480118"/>
              <a:gd name="connsiteY4" fmla="*/ 0 h 5316621"/>
              <a:gd name="connsiteX0" fmla="*/ 1921460 w 2505519"/>
              <a:gd name="connsiteY0" fmla="*/ 0 h 5330222"/>
              <a:gd name="connsiteX1" fmla="*/ 2486467 w 2505519"/>
              <a:gd name="connsiteY1" fmla="*/ 7250 h 5330222"/>
              <a:gd name="connsiteX2" fmla="*/ 2505519 w 2505519"/>
              <a:gd name="connsiteY2" fmla="*/ 5316621 h 5330222"/>
              <a:gd name="connsiteX3" fmla="*/ 0 w 2505519"/>
              <a:gd name="connsiteY3" fmla="*/ 5330222 h 5330222"/>
              <a:gd name="connsiteX4" fmla="*/ 1921460 w 2505519"/>
              <a:gd name="connsiteY4" fmla="*/ 0 h 5330222"/>
              <a:gd name="connsiteX0" fmla="*/ 2023070 w 2505519"/>
              <a:gd name="connsiteY0" fmla="*/ 0 h 5406429"/>
              <a:gd name="connsiteX1" fmla="*/ 2486467 w 2505519"/>
              <a:gd name="connsiteY1" fmla="*/ 83457 h 5406429"/>
              <a:gd name="connsiteX2" fmla="*/ 2505519 w 2505519"/>
              <a:gd name="connsiteY2" fmla="*/ 5392828 h 5406429"/>
              <a:gd name="connsiteX3" fmla="*/ 0 w 2505519"/>
              <a:gd name="connsiteY3" fmla="*/ 5406429 h 5406429"/>
              <a:gd name="connsiteX4" fmla="*/ 2023070 w 2505519"/>
              <a:gd name="connsiteY4" fmla="*/ 0 h 5406429"/>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991317 w 2505519"/>
              <a:gd name="connsiteY4" fmla="*/ 0 h 5393728"/>
              <a:gd name="connsiteX0" fmla="*/ 1991317 w 2505519"/>
              <a:gd name="connsiteY0" fmla="*/ 0 h 5393728"/>
              <a:gd name="connsiteX1" fmla="*/ 2486467 w 2505519"/>
              <a:gd name="connsiteY1" fmla="*/ 70756 h 5393728"/>
              <a:gd name="connsiteX2" fmla="*/ 2505519 w 2505519"/>
              <a:gd name="connsiteY2" fmla="*/ 5380127 h 5393728"/>
              <a:gd name="connsiteX3" fmla="*/ 0 w 2505519"/>
              <a:gd name="connsiteY3" fmla="*/ 5393728 h 5393728"/>
              <a:gd name="connsiteX4" fmla="*/ 1869961 w 2505519"/>
              <a:gd name="connsiteY4" fmla="*/ 333426 h 5393728"/>
              <a:gd name="connsiteX5" fmla="*/ 1991317 w 2505519"/>
              <a:gd name="connsiteY5" fmla="*/ 0 h 5393728"/>
              <a:gd name="connsiteX0" fmla="*/ 1869961 w 2505519"/>
              <a:gd name="connsiteY0" fmla="*/ 262670 h 5322972"/>
              <a:gd name="connsiteX1" fmla="*/ 2486467 w 2505519"/>
              <a:gd name="connsiteY1" fmla="*/ 0 h 5322972"/>
              <a:gd name="connsiteX2" fmla="*/ 2505519 w 2505519"/>
              <a:gd name="connsiteY2" fmla="*/ 5309371 h 5322972"/>
              <a:gd name="connsiteX3" fmla="*/ 0 w 2505519"/>
              <a:gd name="connsiteY3" fmla="*/ 5322972 h 5322972"/>
              <a:gd name="connsiteX4" fmla="*/ 1869961 w 2505519"/>
              <a:gd name="connsiteY4" fmla="*/ 262670 h 5322972"/>
              <a:gd name="connsiteX0" fmla="*/ 1869961 w 2505519"/>
              <a:gd name="connsiteY0" fmla="*/ 0 h 5060302"/>
              <a:gd name="connsiteX1" fmla="*/ 2486468 w 2505519"/>
              <a:gd name="connsiteY1" fmla="*/ 5588 h 5060302"/>
              <a:gd name="connsiteX2" fmla="*/ 2505519 w 2505519"/>
              <a:gd name="connsiteY2" fmla="*/ 5046701 h 5060302"/>
              <a:gd name="connsiteX3" fmla="*/ 0 w 2505519"/>
              <a:gd name="connsiteY3" fmla="*/ 5060302 h 5060302"/>
              <a:gd name="connsiteX4" fmla="*/ 1869961 w 2505519"/>
              <a:gd name="connsiteY4" fmla="*/ 0 h 50603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505519" h="5060302">
                <a:moveTo>
                  <a:pt x="1869961" y="0"/>
                </a:moveTo>
                <a:lnTo>
                  <a:pt x="2486468" y="5588"/>
                </a:lnTo>
                <a:cubicBezTo>
                  <a:pt x="2488885" y="1656835"/>
                  <a:pt x="2503102" y="3395454"/>
                  <a:pt x="2505519" y="5046701"/>
                </a:cubicBezTo>
                <a:lnTo>
                  <a:pt x="0" y="5060302"/>
                </a:lnTo>
                <a:lnTo>
                  <a:pt x="1869961" y="0"/>
                </a:lnTo>
                <a:close/>
              </a:path>
            </a:pathLst>
          </a:custGeom>
          <a:gradFill flip="none" rotWithShape="1">
            <a:gsLst>
              <a:gs pos="66333">
                <a:schemeClr val="bg2">
                  <a:shade val="100000"/>
                  <a:satMod val="115000"/>
                </a:schemeClr>
              </a:gs>
              <a:gs pos="0">
                <a:schemeClr val="bg2">
                  <a:shade val="67500"/>
                  <a:satMod val="115000"/>
                </a:schemeClr>
              </a:gs>
            </a:gsLst>
            <a:lin ang="4200000" scaled="0"/>
            <a:tileRect/>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fr-FR" sz="1800"/>
          </a:p>
        </p:txBody>
      </p:sp>
      <p:graphicFrame>
        <p:nvGraphicFramePr>
          <p:cNvPr id="6" name="Group 3"/>
          <p:cNvGraphicFramePr>
            <a:graphicFrameLocks noGrp="1"/>
          </p:cNvGraphicFramePr>
          <p:nvPr userDrawn="1"/>
        </p:nvGraphicFramePr>
        <p:xfrm>
          <a:off x="88901" y="4759207"/>
          <a:ext cx="8799019" cy="258842"/>
        </p:xfrm>
        <a:graphic>
          <a:graphicData uri="http://schemas.openxmlformats.org/drawingml/2006/table">
            <a:tbl>
              <a:tblPr>
                <a:tableStyleId>{2D5ABB26-0587-4C30-8999-92F81FD0307C}</a:tableStyleId>
              </a:tblPr>
              <a:tblGrid>
                <a:gridCol w="2379341">
                  <a:extLst>
                    <a:ext uri="{9D8B030D-6E8A-4147-A177-3AD203B41FA5}">
                      <a16:colId xmlns:a16="http://schemas.microsoft.com/office/drawing/2014/main" val="20000"/>
                    </a:ext>
                  </a:extLst>
                </a:gridCol>
                <a:gridCol w="2142125">
                  <a:extLst>
                    <a:ext uri="{9D8B030D-6E8A-4147-A177-3AD203B41FA5}">
                      <a16:colId xmlns:a16="http://schemas.microsoft.com/office/drawing/2014/main" val="20001"/>
                    </a:ext>
                  </a:extLst>
                </a:gridCol>
                <a:gridCol w="1152471">
                  <a:extLst>
                    <a:ext uri="{9D8B030D-6E8A-4147-A177-3AD203B41FA5}">
                      <a16:colId xmlns:a16="http://schemas.microsoft.com/office/drawing/2014/main" val="20002"/>
                    </a:ext>
                  </a:extLst>
                </a:gridCol>
                <a:gridCol w="1160865">
                  <a:extLst>
                    <a:ext uri="{9D8B030D-6E8A-4147-A177-3AD203B41FA5}">
                      <a16:colId xmlns:a16="http://schemas.microsoft.com/office/drawing/2014/main" val="20003"/>
                    </a:ext>
                  </a:extLst>
                </a:gridCol>
                <a:gridCol w="1186101">
                  <a:extLst>
                    <a:ext uri="{9D8B030D-6E8A-4147-A177-3AD203B41FA5}">
                      <a16:colId xmlns:a16="http://schemas.microsoft.com/office/drawing/2014/main" val="20004"/>
                    </a:ext>
                  </a:extLst>
                </a:gridCol>
                <a:gridCol w="778116">
                  <a:extLst>
                    <a:ext uri="{9D8B030D-6E8A-4147-A177-3AD203B41FA5}">
                      <a16:colId xmlns:a16="http://schemas.microsoft.com/office/drawing/2014/main" val="20005"/>
                    </a:ext>
                  </a:extLst>
                </a:gridCol>
              </a:tblGrid>
              <a:tr h="258842">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MB² - INCREASE RANGE ATS &amp; FORM QUICK CHANGE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 N.PERRICHOT – DOMF/ME/PG</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defRPr/>
                      </a:pPr>
                      <a:r>
                        <a:rPr kumimoji="0" lang="fr-FR" sz="600" u="none" strike="noStrike" cap="none" normalizeH="0" baseline="0">
                          <a:ln>
                            <a:noFill/>
                          </a:ln>
                          <a:solidFill>
                            <a:schemeClr val="tx2"/>
                          </a:solidFill>
                          <a:effectLst/>
                        </a:rPr>
                        <a:t>19/12/2019</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Classification : D3</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Conservation :  YC+10</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pPr>
                      <a:r>
                        <a:rPr kumimoji="0" lang="fr-FR" sz="600" u="none" strike="noStrike" cap="none" normalizeH="0" baseline="0">
                          <a:ln>
                            <a:noFill/>
                          </a:ln>
                          <a:solidFill>
                            <a:schemeClr val="tx2"/>
                          </a:solidFill>
                          <a:effectLst/>
                        </a:rPr>
                        <a:t>Page :</a:t>
                      </a:r>
                      <a:endParaRPr kumimoji="0" lang="fr-FR" sz="600" b="0" i="0" u="none" strike="noStrike" cap="none" normalizeH="0" baseline="0">
                        <a:ln>
                          <a:noFill/>
                        </a:ln>
                        <a:solidFill>
                          <a:schemeClr val="tx2"/>
                        </a:solidFill>
                        <a:effectLst/>
                        <a:latin typeface="Arial" charset="0"/>
                      </a:endParaRPr>
                    </a:p>
                  </a:txBody>
                  <a:tcPr marT="34301" marB="34301" anchor="ctr" horzOverflow="overflow">
                    <a:lnL w="12700" cap="flat" cmpd="sng" algn="ctr">
                      <a:noFill/>
                      <a:prstDash val="solid"/>
                      <a:round/>
                      <a:headEnd type="none" w="med" len="med"/>
                      <a:tailEnd type="none" w="med" len="med"/>
                    </a:lnL>
                  </a:tcPr>
                </a:tc>
                <a:extLst>
                  <a:ext uri="{0D108BD9-81ED-4DB2-BD59-A6C34878D82A}">
                    <a16:rowId xmlns:a16="http://schemas.microsoft.com/office/drawing/2014/main" val="10000"/>
                  </a:ext>
                </a:extLst>
              </a:tr>
            </a:tbl>
          </a:graphicData>
        </a:graphic>
      </p:graphicFrame>
      <p:sp>
        <p:nvSpPr>
          <p:cNvPr id="2" name="ZoneTexte 1"/>
          <p:cNvSpPr txBox="1"/>
          <p:nvPr userDrawn="1"/>
        </p:nvSpPr>
        <p:spPr>
          <a:xfrm>
            <a:off x="8322491" y="4795731"/>
            <a:ext cx="321763" cy="184723"/>
          </a:xfrm>
          <a:prstGeom prst="rect">
            <a:avLst/>
          </a:prstGeom>
          <a:noFill/>
        </p:spPr>
        <p:txBody>
          <a:bodyPr wrap="square" rtlCol="0">
            <a:spAutoFit/>
          </a:bodyPr>
          <a:lstStyle/>
          <a:p>
            <a:fld id="{7EB78116-72B4-4DCB-8ED4-66AE46B4EB74}" type="slidenum">
              <a:rPr kumimoji="0" lang="fr-FR" sz="600" u="none" strike="noStrike" kern="1200" cap="none" normalizeH="0" baseline="0" smtClean="0">
                <a:ln>
                  <a:noFill/>
                </a:ln>
                <a:solidFill>
                  <a:schemeClr val="tx2"/>
                </a:solidFill>
                <a:effectLst/>
                <a:latin typeface="+mn-lt"/>
                <a:ea typeface="+mn-ea"/>
                <a:cs typeface="+mn-cs"/>
              </a:rPr>
              <a:t>‹Nº›</a:t>
            </a:fld>
            <a:endParaRPr kumimoji="0" lang="fr-FR" sz="600" u="none" strike="noStrike" kern="1200" cap="none" normalizeH="0" baseline="0">
              <a:ln>
                <a:noFill/>
              </a:ln>
              <a:solidFill>
                <a:schemeClr val="tx2"/>
              </a:solidFill>
              <a:effectLst/>
              <a:latin typeface="+mn-lt"/>
              <a:ea typeface="+mn-ea"/>
              <a:cs typeface="+mn-cs"/>
            </a:endParaRPr>
          </a:p>
        </p:txBody>
      </p:sp>
      <p:pic>
        <p:nvPicPr>
          <p:cNvPr id="8" name="Image 7">
            <a:extLst>
              <a:ext uri="{FF2B5EF4-FFF2-40B4-BE49-F238E27FC236}">
                <a16:creationId xmlns:a16="http://schemas.microsoft.com/office/drawing/2014/main" id="{DE06520A-D958-47A8-BB26-0C72B523D201}"/>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42190894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b="4370"/>
          <a:stretch/>
        </p:blipFill>
        <p:spPr>
          <a:xfrm>
            <a:off x="0" y="0"/>
            <a:ext cx="9144000" cy="4920229"/>
          </a:xfrm>
          <a:prstGeom prst="rect">
            <a:avLst/>
          </a:prstGeom>
        </p:spPr>
      </p:pic>
      <p:pic>
        <p:nvPicPr>
          <p:cNvPr id="6" name="Picture 7"/>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323528" y="186365"/>
            <a:ext cx="1963103" cy="939689"/>
          </a:xfrm>
          <a:prstGeom prst="rect">
            <a:avLst/>
          </a:prstGeom>
        </p:spPr>
      </p:pic>
      <p:sp>
        <p:nvSpPr>
          <p:cNvPr id="16" name="Titre 1"/>
          <p:cNvSpPr>
            <a:spLocks noGrp="1"/>
          </p:cNvSpPr>
          <p:nvPr>
            <p:ph type="title" hasCustomPrompt="1"/>
          </p:nvPr>
        </p:nvSpPr>
        <p:spPr>
          <a:xfrm>
            <a:off x="584200" y="1847377"/>
            <a:ext cx="8229600"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17" name="Sous-titre 2"/>
          <p:cNvSpPr>
            <a:spLocks noGrp="1"/>
          </p:cNvSpPr>
          <p:nvPr>
            <p:ph type="subTitle" idx="1" hasCustomPrompt="1"/>
          </p:nvPr>
        </p:nvSpPr>
        <p:spPr>
          <a:xfrm>
            <a:off x="5385917" y="2769139"/>
            <a:ext cx="3427884"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26"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324544" y="3796680"/>
            <a:ext cx="3581977" cy="14924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8379354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Disposition personnalisée">
    <p:spTree>
      <p:nvGrpSpPr>
        <p:cNvPr id="1" name=""/>
        <p:cNvGrpSpPr/>
        <p:nvPr/>
      </p:nvGrpSpPr>
      <p:grpSpPr>
        <a:xfrm>
          <a:off x="0" y="0"/>
          <a:ext cx="0" cy="0"/>
          <a:chOff x="0" y="0"/>
          <a:chExt cx="0" cy="0"/>
        </a:xfrm>
      </p:grpSpPr>
      <p:pic>
        <p:nvPicPr>
          <p:cNvPr id="7" name="Image 6"/>
          <p:cNvPicPr>
            <a:picLocks noChangeAspect="1"/>
          </p:cNvPicPr>
          <p:nvPr userDrawn="1"/>
        </p:nvPicPr>
        <p:blipFill rotWithShape="1">
          <a:blip r:embed="rId2">
            <a:extLst>
              <a:ext uri="{28A0092B-C50C-407E-A947-70E740481C1C}">
                <a14:useLocalDpi xmlns:a14="http://schemas.microsoft.com/office/drawing/2010/main" val="0"/>
              </a:ext>
            </a:extLst>
          </a:blip>
          <a:srcRect l="7004" t="-41" b="10989"/>
          <a:stretch/>
        </p:blipFill>
        <p:spPr>
          <a:xfrm>
            <a:off x="1" y="-2306"/>
            <a:ext cx="9144001" cy="4926983"/>
          </a:xfrm>
          <a:prstGeom prst="rect">
            <a:avLst/>
          </a:prstGeom>
        </p:spPr>
      </p:pic>
      <p:sp>
        <p:nvSpPr>
          <p:cNvPr id="6" name="Titre 1"/>
          <p:cNvSpPr>
            <a:spLocks noGrp="1"/>
          </p:cNvSpPr>
          <p:nvPr>
            <p:ph type="title" hasCustomPrompt="1"/>
          </p:nvPr>
        </p:nvSpPr>
        <p:spPr>
          <a:xfrm>
            <a:off x="421419" y="1847377"/>
            <a:ext cx="8392381" cy="857515"/>
          </a:xfrm>
          <a:prstGeom prst="rect">
            <a:avLst/>
          </a:prstGeom>
          <a:solidFill>
            <a:srgbClr val="FFFFFF">
              <a:alpha val="80000"/>
            </a:srgbClr>
          </a:solidFill>
          <a:ln>
            <a:noFill/>
          </a:ln>
        </p:spPr>
        <p:txBody>
          <a:bodyPr vert="horz" lIns="91430" tIns="45715" rIns="91430" bIns="45715" rtlCol="0" anchor="ctr">
            <a:noAutofit/>
          </a:bodyPr>
          <a:lstStyle>
            <a:lvl1pPr algn="ctr">
              <a:defRPr lang="fr-FR" sz="2800" b="0" i="0" kern="1200" cap="all" baseline="0" dirty="0">
                <a:solidFill>
                  <a:srgbClr val="27509B"/>
                </a:solidFill>
                <a:latin typeface="Michelin" pitchFamily="50" charset="0"/>
                <a:ea typeface="+mj-ea"/>
                <a:cs typeface="Arial" panose="020B0604020202020204" pitchFamily="34" charset="0"/>
              </a:defRPr>
            </a:lvl1pPr>
          </a:lstStyle>
          <a:p>
            <a:pPr lvl="0" algn="r" defTabSz="457189" rtl="0" eaLnBrk="1" latinLnBrk="0" hangingPunct="1">
              <a:spcBef>
                <a:spcPct val="0"/>
              </a:spcBef>
              <a:buNone/>
            </a:pPr>
            <a:r>
              <a:rPr lang="fr-FR"/>
              <a:t>Titre</a:t>
            </a:r>
          </a:p>
        </p:txBody>
      </p:sp>
      <p:sp>
        <p:nvSpPr>
          <p:cNvPr id="8" name="Sous-titre 2"/>
          <p:cNvSpPr>
            <a:spLocks noGrp="1"/>
          </p:cNvSpPr>
          <p:nvPr>
            <p:ph type="subTitle" idx="1" hasCustomPrompt="1"/>
          </p:nvPr>
        </p:nvSpPr>
        <p:spPr>
          <a:xfrm>
            <a:off x="3983603" y="2769139"/>
            <a:ext cx="4830198" cy="345903"/>
          </a:xfrm>
          <a:prstGeom prst="rect">
            <a:avLst/>
          </a:prstGeom>
          <a:solidFill>
            <a:srgbClr val="FFFFFF">
              <a:alpha val="80000"/>
            </a:srgbClr>
          </a:solidFill>
          <a:ln>
            <a:noFill/>
          </a:ln>
        </p:spPr>
        <p:txBody>
          <a:bodyPr/>
          <a:lstStyle>
            <a:lvl1pPr marL="0" indent="0" algn="ctr" defTabSz="457189" rtl="0" eaLnBrk="1" latinLnBrk="0" hangingPunct="1">
              <a:spcBef>
                <a:spcPct val="20000"/>
              </a:spcBef>
              <a:buFont typeface="Arial"/>
              <a:buNone/>
              <a:defRPr lang="fr-FR" sz="1800" kern="1200" baseline="0" noProof="0" dirty="0">
                <a:solidFill>
                  <a:srgbClr val="27509B"/>
                </a:solidFill>
                <a:latin typeface="Arial" panose="020B0604020202020204" pitchFamily="34" charset="0"/>
                <a:ea typeface="+mn-ea"/>
                <a:cs typeface="Arial"/>
              </a:defRPr>
            </a:lvl1pPr>
            <a:lvl2pPr marL="457137" indent="0" algn="ctr">
              <a:buNone/>
              <a:defRPr>
                <a:solidFill>
                  <a:schemeClr val="tx1">
                    <a:tint val="75000"/>
                  </a:schemeClr>
                </a:solidFill>
              </a:defRPr>
            </a:lvl2pPr>
            <a:lvl3pPr marL="914273" indent="0" algn="ctr">
              <a:buNone/>
              <a:defRPr>
                <a:solidFill>
                  <a:schemeClr val="tx1">
                    <a:tint val="75000"/>
                  </a:schemeClr>
                </a:solidFill>
              </a:defRPr>
            </a:lvl3pPr>
            <a:lvl4pPr marL="1371410" indent="0" algn="ctr">
              <a:buNone/>
              <a:defRPr>
                <a:solidFill>
                  <a:schemeClr val="tx1">
                    <a:tint val="75000"/>
                  </a:schemeClr>
                </a:solidFill>
              </a:defRPr>
            </a:lvl4pPr>
            <a:lvl5pPr marL="1828546" indent="0" algn="ctr">
              <a:buNone/>
              <a:defRPr>
                <a:solidFill>
                  <a:schemeClr val="tx1">
                    <a:tint val="75000"/>
                  </a:schemeClr>
                </a:solidFill>
              </a:defRPr>
            </a:lvl5pPr>
            <a:lvl6pPr marL="2285683" indent="0" algn="ctr">
              <a:buNone/>
              <a:defRPr>
                <a:solidFill>
                  <a:schemeClr val="tx1">
                    <a:tint val="75000"/>
                  </a:schemeClr>
                </a:solidFill>
              </a:defRPr>
            </a:lvl6pPr>
            <a:lvl7pPr marL="2742819" indent="0" algn="ctr">
              <a:buNone/>
              <a:defRPr>
                <a:solidFill>
                  <a:schemeClr val="tx1">
                    <a:tint val="75000"/>
                  </a:schemeClr>
                </a:solidFill>
              </a:defRPr>
            </a:lvl7pPr>
            <a:lvl8pPr marL="3199956" indent="0" algn="ctr">
              <a:buNone/>
              <a:defRPr>
                <a:solidFill>
                  <a:schemeClr val="tx1">
                    <a:tint val="75000"/>
                  </a:schemeClr>
                </a:solidFill>
              </a:defRPr>
            </a:lvl8pPr>
            <a:lvl9pPr marL="3657093" indent="0" algn="ctr">
              <a:buNone/>
              <a:defRPr>
                <a:solidFill>
                  <a:schemeClr val="tx1">
                    <a:tint val="75000"/>
                  </a:schemeClr>
                </a:solidFill>
              </a:defRPr>
            </a:lvl9pPr>
          </a:lstStyle>
          <a:p>
            <a:r>
              <a:rPr lang="fr-FR"/>
              <a:t>Sous titre</a:t>
            </a:r>
          </a:p>
        </p:txBody>
      </p:sp>
      <p:pic>
        <p:nvPicPr>
          <p:cNvPr id="10" name="Picture 12"/>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70172" y="351512"/>
            <a:ext cx="1905368" cy="91205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151113" y="3302489"/>
            <a:ext cx="2547938" cy="25487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98773527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15" name="Rectangle 14"/>
          <p:cNvSpPr/>
          <p:nvPr userDrawn="1"/>
        </p:nvSpPr>
        <p:spPr>
          <a:xfrm>
            <a:off x="0" y="0"/>
            <a:ext cx="457200"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3075"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62620843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5_Disposition personnalisée">
    <p:spTree>
      <p:nvGrpSpPr>
        <p:cNvPr id="1" name=""/>
        <p:cNvGrpSpPr/>
        <p:nvPr/>
      </p:nvGrpSpPr>
      <p:grpSpPr>
        <a:xfrm>
          <a:off x="0" y="0"/>
          <a:ext cx="0" cy="0"/>
          <a:chOff x="0" y="0"/>
          <a:chExt cx="0" cy="0"/>
        </a:xfrm>
      </p:grpSpPr>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sp>
        <p:nvSpPr>
          <p:cNvPr id="9" name="Rectangle 8"/>
          <p:cNvSpPr/>
          <p:nvPr userDrawn="1"/>
        </p:nvSpPr>
        <p:spPr>
          <a:xfrm>
            <a:off x="-2541" y="0"/>
            <a:ext cx="457200" cy="5145088"/>
          </a:xfrm>
          <a:prstGeom prst="rect">
            <a:avLst/>
          </a:prstGeom>
          <a:solidFill>
            <a:srgbClr val="59565A"/>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22335563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6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82385921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7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121920" tIns="60960" rIns="121920" bIns="60960" numCol="1" spcCol="0" rtlCol="0" fromWordArt="0" anchor="ctr" anchorCtr="0" forceAA="0" compatLnSpc="1">
            <a:prstTxWarp prst="textNoShape">
              <a:avLst/>
            </a:prstTxWarp>
            <a:noAutofit/>
          </a:bodyPr>
          <a:lstStyle/>
          <a:p>
            <a:pPr algn="ctr" defTabSz="457200"/>
            <a:endParaRPr lang="en-GB" sz="2400">
              <a:solidFill>
                <a:prstClr val="white"/>
              </a:solidFill>
            </a:endParaRPr>
          </a:p>
        </p:txBody>
      </p:sp>
      <p:sp>
        <p:nvSpPr>
          <p:cNvPr id="10" name="Titre 1"/>
          <p:cNvSpPr>
            <a:spLocks noGrp="1"/>
          </p:cNvSpPr>
          <p:nvPr>
            <p:ph type="title" hasCustomPrompt="1"/>
          </p:nvPr>
        </p:nvSpPr>
        <p:spPr>
          <a:xfrm>
            <a:off x="584200" y="1847377"/>
            <a:ext cx="8229600" cy="857515"/>
          </a:xfrm>
          <a:prstGeom prst="rect">
            <a:avLst/>
          </a:prstGeom>
        </p:spPr>
        <p:txBody>
          <a:bodyPr anchor="ctr"/>
          <a:lstStyle>
            <a:lvl1pPr algn="ctr">
              <a:defRPr lang="fr-FR" sz="2800" b="0" i="0" kern="1200" cap="all" baseline="0" smtClean="0">
                <a:solidFill>
                  <a:srgbClr val="27509B"/>
                </a:solidFill>
                <a:latin typeface="Michelin" pitchFamily="50" charset="0"/>
                <a:ea typeface="+mj-ea"/>
                <a:cs typeface="Arial" panose="020B0604020202020204" pitchFamily="34" charset="0"/>
              </a:defRPr>
            </a:lvl1pPr>
          </a:lstStyle>
          <a:p>
            <a:r>
              <a:rPr lang="fr-FR"/>
              <a:t>Titre</a:t>
            </a:r>
          </a:p>
        </p:txBody>
      </p:sp>
      <p:sp>
        <p:nvSpPr>
          <p:cNvPr id="11" name="Sous-titre 2"/>
          <p:cNvSpPr>
            <a:spLocks noGrp="1"/>
          </p:cNvSpPr>
          <p:nvPr>
            <p:ph type="subTitle" idx="1" hasCustomPrompt="1"/>
          </p:nvPr>
        </p:nvSpPr>
        <p:spPr>
          <a:xfrm>
            <a:off x="5385917" y="2709739"/>
            <a:ext cx="3427884" cy="345903"/>
          </a:xfrm>
          <a:prstGeom prst="rect">
            <a:avLst/>
          </a:prstGeom>
        </p:spPr>
        <p:txBody>
          <a:bodyPr/>
          <a:lstStyle>
            <a:lvl1pPr marL="0" indent="0" algn="ctr">
              <a:buNone/>
              <a:defRPr lang="fr-FR" sz="1800" kern="1200" cap="none" baseline="0" smtClean="0">
                <a:solidFill>
                  <a:srgbClr val="27509B"/>
                </a:solidFill>
                <a:latin typeface="Arial"/>
                <a:ea typeface="+mn-ea"/>
                <a:cs typeface="Aria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fr-FR"/>
              <a:t>Sous titre</a:t>
            </a:r>
          </a:p>
        </p:txBody>
      </p:sp>
      <p:pic>
        <p:nvPicPr>
          <p:cNvPr id="14" name="Picture 12"/>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921404" y="351512"/>
            <a:ext cx="1905368" cy="912052"/>
          </a:xfrm>
          <a:prstGeom prst="rect">
            <a:avLst/>
          </a:prstGeom>
        </p:spPr>
      </p:pic>
      <p:pic>
        <p:nvPicPr>
          <p:cNvPr id="6" name="Picture 3"/>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457201" y="0"/>
            <a:ext cx="3148881" cy="11809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31332101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3_Disposition personnalisée">
    <p:spTree>
      <p:nvGrpSpPr>
        <p:cNvPr id="1" name=""/>
        <p:cNvGrpSpPr/>
        <p:nvPr/>
      </p:nvGrpSpPr>
      <p:grpSpPr>
        <a:xfrm>
          <a:off x="0" y="0"/>
          <a:ext cx="0" cy="0"/>
          <a:chOff x="0" y="0"/>
          <a:chExt cx="0" cy="0"/>
        </a:xfrm>
      </p:grpSpPr>
      <p:sp>
        <p:nvSpPr>
          <p:cNvPr id="6" name="Rectangle 5"/>
          <p:cNvSpPr/>
          <p:nvPr userDrawn="1"/>
        </p:nvSpPr>
        <p:spPr>
          <a:xfrm>
            <a:off x="457201" y="2169695"/>
            <a:ext cx="8686803" cy="922304"/>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pic>
        <p:nvPicPr>
          <p:cNvPr id="9" name="Image 8"/>
          <p:cNvPicPr>
            <a:picLocks noChangeAspect="1"/>
          </p:cNvPicPr>
          <p:nvPr userDrawn="1"/>
        </p:nvPicPr>
        <p:blipFill rotWithShape="1">
          <a:blip r:embed="rId2" cstate="print">
            <a:duotone>
              <a:schemeClr val="bg2">
                <a:shade val="45000"/>
                <a:satMod val="135000"/>
              </a:schemeClr>
              <a:prstClr val="white"/>
            </a:duotone>
            <a:extLst>
              <a:ext uri="{28A0092B-C50C-407E-A947-70E740481C1C}">
                <a14:useLocalDpi xmlns:a14="http://schemas.microsoft.com/office/drawing/2010/main" val="0"/>
              </a:ext>
            </a:extLst>
          </a:blip>
          <a:srcRect r="6672" b="5523"/>
          <a:stretch/>
        </p:blipFill>
        <p:spPr>
          <a:xfrm>
            <a:off x="6571052" y="2884504"/>
            <a:ext cx="2572949" cy="2021844"/>
          </a:xfrm>
          <a:prstGeom prst="rect">
            <a:avLst/>
          </a:prstGeom>
        </p:spPr>
      </p:pic>
      <p:pic>
        <p:nvPicPr>
          <p:cNvPr id="10" name="Image 9" descr="usines.png"/>
          <p:cNvPicPr>
            <a:picLocks noChangeAspect="1"/>
          </p:cNvPicPr>
          <p:nvPr userDrawn="1"/>
        </p:nvPicPr>
        <p:blipFill>
          <a:blip r:embed="rId3">
            <a:lum bright="70000" contrast="-70000"/>
            <a:extLst>
              <a:ext uri="{28A0092B-C50C-407E-A947-70E740481C1C}">
                <a14:useLocalDpi xmlns:a14="http://schemas.microsoft.com/office/drawing/2010/main"/>
              </a:ext>
            </a:extLst>
          </a:blip>
          <a:stretch>
            <a:fillRect/>
          </a:stretch>
        </p:blipFill>
        <p:spPr>
          <a:xfrm>
            <a:off x="683568" y="628328"/>
            <a:ext cx="8244000" cy="1541732"/>
          </a:xfrm>
          <a:prstGeom prst="rect">
            <a:avLst/>
          </a:prstGeom>
        </p:spPr>
      </p:pic>
      <p:pic>
        <p:nvPicPr>
          <p:cNvPr id="205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a:off x="457200" y="4065562"/>
            <a:ext cx="2242591" cy="84078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2051" name="Picture 3" descr="C:\Users\F375159\Desktop\Logo Michelin\Michelin_G_Horizontal_Fr_WhiteBG_0615-01.jpg"/>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457201" y="196280"/>
            <a:ext cx="2700609" cy="720080"/>
          </a:xfrm>
          <a:prstGeom prst="rect">
            <a:avLst/>
          </a:prstGeom>
          <a:noFill/>
          <a:extLst>
            <a:ext uri="{909E8E84-426E-40DD-AFC4-6F175D3DCCD1}">
              <a14:hiddenFill xmlns:a14="http://schemas.microsoft.com/office/drawing/2010/main">
                <a:solidFill>
                  <a:srgbClr val="FFFFFF"/>
                </a:solidFill>
              </a14:hiddenFill>
            </a:ext>
          </a:extLst>
        </p:spPr>
      </p:pic>
      <p:sp>
        <p:nvSpPr>
          <p:cNvPr id="3" name="Espace réservé du texte 2"/>
          <p:cNvSpPr>
            <a:spLocks noGrp="1"/>
          </p:cNvSpPr>
          <p:nvPr>
            <p:ph type="body" sz="quarter" idx="10"/>
          </p:nvPr>
        </p:nvSpPr>
        <p:spPr>
          <a:xfrm>
            <a:off x="457201" y="3091999"/>
            <a:ext cx="4531175" cy="403225"/>
          </a:xfrm>
          <a:prstGeom prst="rect">
            <a:avLst/>
          </a:prstGeom>
        </p:spPr>
        <p:txBody>
          <a:bodyPr/>
          <a:lstStyle>
            <a:lvl1pPr marL="0" indent="0">
              <a:buNone/>
              <a:defRPr sz="1600" cap="small" baseline="0">
                <a:solidFill>
                  <a:schemeClr val="accent2"/>
                </a:solidFill>
                <a:latin typeface="Arial" panose="020B0604020202020204" pitchFamily="34" charset="0"/>
                <a:cs typeface="Arial" panose="020B0604020202020204" pitchFamily="34" charset="0"/>
              </a:defRPr>
            </a:lvl1pPr>
          </a:lstStyle>
          <a:p>
            <a:pPr lvl="0"/>
            <a:r>
              <a:rPr lang="fr-FR"/>
              <a:t>Modifiez les styles du texte du masque</a:t>
            </a:r>
          </a:p>
        </p:txBody>
      </p:sp>
      <p:sp>
        <p:nvSpPr>
          <p:cNvPr id="7" name="Titre 3"/>
          <p:cNvSpPr>
            <a:spLocks noGrp="1"/>
          </p:cNvSpPr>
          <p:nvPr>
            <p:ph type="title" hasCustomPrompt="1"/>
          </p:nvPr>
        </p:nvSpPr>
        <p:spPr>
          <a:xfrm>
            <a:off x="688138" y="2233821"/>
            <a:ext cx="8224926" cy="698763"/>
          </a:xfrm>
          <a:prstGeom prst="rect">
            <a:avLst/>
          </a:prstGeom>
        </p:spPr>
        <p:txBody>
          <a:bodyPr anchor="ctr"/>
          <a:lstStyle>
            <a:lvl1pPr algn="l">
              <a:defRPr sz="2000" i="0" cap="all" baseline="0">
                <a:solidFill>
                  <a:schemeClr val="bg1"/>
                </a:solidFill>
                <a:latin typeface="Michelin" pitchFamily="50" charset="0"/>
              </a:defRPr>
            </a:lvl1pPr>
          </a:lstStyle>
          <a:p>
            <a:r>
              <a:rPr lang="fr-FR"/>
              <a:t>MODIFIEZ LE STYLE DU TITRE</a:t>
            </a:r>
            <a:endParaRPr lang="en-GB"/>
          </a:p>
        </p:txBody>
      </p:sp>
    </p:spTree>
    <p:extLst>
      <p:ext uri="{BB962C8B-B14F-4D97-AF65-F5344CB8AC3E}">
        <p14:creationId xmlns:p14="http://schemas.microsoft.com/office/powerpoint/2010/main" val="305601327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9"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E257E41-FBF6-421D-BC54-EE7D229C4F49}"/>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578128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9_Disposition personnalisée">
    <p:spTree>
      <p:nvGrpSpPr>
        <p:cNvPr id="1" name=""/>
        <p:cNvGrpSpPr/>
        <p:nvPr/>
      </p:nvGrpSpPr>
      <p:grpSpPr>
        <a:xfrm>
          <a:off x="0" y="0"/>
          <a:ext cx="0" cy="0"/>
          <a:chOff x="0" y="0"/>
          <a:chExt cx="0" cy="0"/>
        </a:xfrm>
      </p:grpSpPr>
      <p:sp>
        <p:nvSpPr>
          <p:cNvPr id="3" name="Rectangle 2"/>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3" name="Image 12"/>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B53305C7-5BC5-4148-9CB8-211B9FDCBB9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0213262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0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981F529-AA17-44D5-8D38-77711D868D86}"/>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215464917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1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rgbClr val="84BD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9"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2" name="Image 11"/>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C6580618-2261-452B-B63C-B73843BF33DE}"/>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43854021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2_Disposition personnalisée">
    <p:spTree>
      <p:nvGrpSpPr>
        <p:cNvPr id="1" name=""/>
        <p:cNvGrpSpPr/>
        <p:nvPr/>
      </p:nvGrpSpPr>
      <p:grpSpPr>
        <a:xfrm>
          <a:off x="0" y="0"/>
          <a:ext cx="0" cy="0"/>
          <a:chOff x="0" y="0"/>
          <a:chExt cx="0" cy="0"/>
        </a:xfrm>
      </p:grpSpPr>
      <p:sp>
        <p:nvSpPr>
          <p:cNvPr id="16" name="Rectangle 15"/>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2"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CA0D2F1-F911-4251-AF05-D45176F598DF}"/>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29323032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3_Disposition personnalisée">
    <p:spTree>
      <p:nvGrpSpPr>
        <p:cNvPr id="1" name=""/>
        <p:cNvGrpSpPr/>
        <p:nvPr/>
      </p:nvGrpSpPr>
      <p:grpSpPr>
        <a:xfrm>
          <a:off x="0" y="0"/>
          <a:ext cx="0" cy="0"/>
          <a:chOff x="0" y="0"/>
          <a:chExt cx="0" cy="0"/>
        </a:xfrm>
      </p:grpSpPr>
      <p:sp>
        <p:nvSpPr>
          <p:cNvPr id="7" name="Rectangle 6"/>
          <p:cNvSpPr/>
          <p:nvPr userDrawn="1"/>
        </p:nvSpPr>
        <p:spPr>
          <a:xfrm>
            <a:off x="0" y="0"/>
            <a:ext cx="457200" cy="5145088"/>
          </a:xfrm>
          <a:prstGeom prst="rect">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2"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4"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9" name="Image 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8" name="Image 7">
            <a:extLst>
              <a:ext uri="{FF2B5EF4-FFF2-40B4-BE49-F238E27FC236}">
                <a16:creationId xmlns:a16="http://schemas.microsoft.com/office/drawing/2014/main" id="{76E112B9-6275-4176-82A8-E8CE6866F66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59981316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4_Disposition personnalisée">
    <p:spTree>
      <p:nvGrpSpPr>
        <p:cNvPr id="1" name=""/>
        <p:cNvGrpSpPr/>
        <p:nvPr/>
      </p:nvGrpSpPr>
      <p:grpSpPr>
        <a:xfrm>
          <a:off x="0" y="0"/>
          <a:ext cx="0" cy="0"/>
          <a:chOff x="0" y="0"/>
          <a:chExt cx="0" cy="0"/>
        </a:xfrm>
      </p:grpSpPr>
      <p:sp>
        <p:nvSpPr>
          <p:cNvPr id="15" name="Rectangle 14"/>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0"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1"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5"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4"/>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14421E3A-E764-41DF-AF41-6353558DDDFA}"/>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186767145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25_Disposition personnalisée">
    <p:spTree>
      <p:nvGrpSpPr>
        <p:cNvPr id="1" name=""/>
        <p:cNvGrpSpPr/>
        <p:nvPr/>
      </p:nvGrpSpPr>
      <p:grpSpPr>
        <a:xfrm>
          <a:off x="0" y="0"/>
          <a:ext cx="0" cy="0"/>
          <a:chOff x="0" y="0"/>
          <a:chExt cx="0" cy="0"/>
        </a:xfrm>
      </p:grpSpPr>
      <p:sp>
        <p:nvSpPr>
          <p:cNvPr id="9" name="Rectangle 8"/>
          <p:cNvSpPr/>
          <p:nvPr userDrawn="1"/>
        </p:nvSpPr>
        <p:spPr>
          <a:xfrm>
            <a:off x="0" y="0"/>
            <a:ext cx="457200" cy="5145088"/>
          </a:xfrm>
          <a:prstGeom prst="rect">
            <a:avLst/>
          </a:prstGeom>
          <a:solidFill>
            <a:srgbClr val="622C82"/>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defTabSz="457200"/>
            <a:endParaRPr lang="en-GB">
              <a:solidFill>
                <a:prstClr val="white"/>
              </a:solidFill>
            </a:endParaRPr>
          </a:p>
        </p:txBody>
      </p:sp>
      <p:sp>
        <p:nvSpPr>
          <p:cNvPr id="14" name="Espace réservé du contenu 4"/>
          <p:cNvSpPr>
            <a:spLocks noGrp="1"/>
          </p:cNvSpPr>
          <p:nvPr>
            <p:ph sz="quarter" idx="10"/>
          </p:nvPr>
        </p:nvSpPr>
        <p:spPr>
          <a:xfrm>
            <a:off x="457203" y="800347"/>
            <a:ext cx="8229598" cy="3608718"/>
          </a:xfrm>
          <a:prstGeom prst="rect">
            <a:avLst/>
          </a:prstGeom>
        </p:spPr>
        <p:txBody>
          <a:bodyPr/>
          <a:lstStyle>
            <a:lvl1pPr>
              <a:defRPr lang="fr-FR" sz="1800" kern="1200" noProof="0" dirty="0" smtClean="0">
                <a:solidFill>
                  <a:schemeClr val="tx1">
                    <a:lumMod val="75000"/>
                    <a:lumOff val="25000"/>
                  </a:schemeClr>
                </a:solidFill>
                <a:latin typeface="Arial"/>
                <a:ea typeface="+mn-ea"/>
                <a:cs typeface="Arial"/>
              </a:defRPr>
            </a:lvl1pPr>
            <a:lvl2pPr marL="742932" indent="-285744">
              <a:buFontTx/>
              <a:buBlip>
                <a:blip r:embed="rId2"/>
              </a:buBlip>
              <a:defRPr lang="fr-FR" sz="1600" kern="1200" noProof="0" dirty="0" smtClean="0">
                <a:solidFill>
                  <a:schemeClr val="tx1">
                    <a:lumMod val="75000"/>
                    <a:lumOff val="25000"/>
                  </a:schemeClr>
                </a:solidFill>
                <a:latin typeface="Arial"/>
                <a:ea typeface="+mn-ea"/>
                <a:cs typeface="Arial"/>
              </a:defRPr>
            </a:lvl2pPr>
            <a:lvl3pPr marL="1142971" indent="-228594">
              <a:buFontTx/>
              <a:buBlip>
                <a:blip r:embed="rId3"/>
              </a:buBlip>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3pPr>
            <a:lvl4pPr marL="1600160" indent="-228594">
              <a:buFont typeface="Wingdings" panose="05000000000000000000" pitchFamily="2" charset="2"/>
              <a:buChar char="§"/>
              <a:defRPr lang="fr-FR" sz="1400" kern="1200" dirty="0" smtClean="0">
                <a:solidFill>
                  <a:schemeClr val="tx1">
                    <a:lumMod val="75000"/>
                    <a:lumOff val="25000"/>
                  </a:schemeClr>
                </a:solidFill>
                <a:latin typeface="Arial" panose="020B0604020202020204" pitchFamily="34" charset="0"/>
                <a:ea typeface="+mn-ea"/>
                <a:cs typeface="Arial" panose="020B0604020202020204" pitchFamily="34" charset="0"/>
              </a:defRPr>
            </a:lvl4pPr>
            <a:lvl5pPr marL="2057349" indent="-228594">
              <a:buFont typeface="Arial" panose="020B0604020202020204" pitchFamily="34" charset="0"/>
              <a:buChar char="•"/>
              <a:defRPr lang="en-GB" sz="1400" kern="1200" dirty="0">
                <a:solidFill>
                  <a:schemeClr val="tx1">
                    <a:lumMod val="75000"/>
                    <a:lumOff val="25000"/>
                  </a:schemeClr>
                </a:solidFill>
                <a:latin typeface="Arial" panose="020B0604020202020204" pitchFamily="34" charset="0"/>
                <a:ea typeface="+mn-ea"/>
                <a:cs typeface="Arial" panose="020B0604020202020204" pitchFamily="34" charset="0"/>
              </a:defRPr>
            </a:lvl5pPr>
          </a:lstStyle>
          <a:p>
            <a:pPr marL="0" lvl="0" indent="0" algn="l" defTabSz="457189" rtl="0" eaLnBrk="1" latinLnBrk="0" hangingPunct="1">
              <a:spcBef>
                <a:spcPct val="20000"/>
              </a:spcBef>
              <a:buFont typeface="Arial"/>
              <a:buNone/>
            </a:pPr>
            <a:r>
              <a:rPr lang="fr-FR"/>
              <a:t>Modifier les styles du texte du masque</a:t>
            </a:r>
          </a:p>
          <a:p>
            <a:pPr marL="742932" lvl="1" indent="-285744" algn="l" defTabSz="457189" rtl="0" eaLnBrk="1" latinLnBrk="0" hangingPunct="1">
              <a:spcBef>
                <a:spcPct val="20000"/>
              </a:spcBef>
              <a:buFontTx/>
              <a:buBlip>
                <a:blip r:embed="rId2"/>
              </a:buBlip>
            </a:pPr>
            <a:r>
              <a:rPr lang="fr-FR"/>
              <a:t>Deuxième niveau</a:t>
            </a:r>
          </a:p>
          <a:p>
            <a:pPr marL="1142971" lvl="2" indent="-228594" algn="l" defTabSz="457189" rtl="0" eaLnBrk="1" latinLnBrk="0" hangingPunct="1">
              <a:spcBef>
                <a:spcPct val="20000"/>
              </a:spcBef>
              <a:buFontTx/>
              <a:buBlip>
                <a:blip r:embed="rId3"/>
              </a:buBlip>
            </a:pPr>
            <a:r>
              <a:rPr lang="fr-FR"/>
              <a:t>Troisième niveau</a:t>
            </a:r>
          </a:p>
          <a:p>
            <a:pPr marL="1600160" lvl="3" indent="-228594" algn="l" defTabSz="457189" rtl="0" eaLnBrk="1" latinLnBrk="0" hangingPunct="1">
              <a:spcBef>
                <a:spcPct val="20000"/>
              </a:spcBef>
              <a:buFont typeface="Wingdings" panose="05000000000000000000" pitchFamily="2" charset="2"/>
              <a:buChar char="§"/>
            </a:pPr>
            <a:r>
              <a:rPr lang="fr-FR"/>
              <a:t>Quatrième niveau</a:t>
            </a:r>
          </a:p>
          <a:p>
            <a:pPr marL="2057349" lvl="4" indent="-228594" algn="l" defTabSz="457189" rtl="0" eaLnBrk="1" latinLnBrk="0" hangingPunct="1">
              <a:spcBef>
                <a:spcPct val="20000"/>
              </a:spcBef>
              <a:buFont typeface="Arial" panose="020B0604020202020204" pitchFamily="34" charset="0"/>
              <a:buChar char="•"/>
            </a:pPr>
            <a:r>
              <a:rPr lang="fr-FR"/>
              <a:t>Cinquième niveau</a:t>
            </a:r>
            <a:endParaRPr lang="en-GB"/>
          </a:p>
        </p:txBody>
      </p:sp>
      <p:sp>
        <p:nvSpPr>
          <p:cNvPr id="15" name="Titre 3"/>
          <p:cNvSpPr>
            <a:spLocks noGrp="1"/>
          </p:cNvSpPr>
          <p:nvPr>
            <p:ph type="title" hasCustomPrompt="1"/>
          </p:nvPr>
        </p:nvSpPr>
        <p:spPr>
          <a:xfrm>
            <a:off x="457203" y="109504"/>
            <a:ext cx="7886700" cy="483200"/>
          </a:xfrm>
          <a:prstGeom prst="rect">
            <a:avLst/>
          </a:prstGeom>
        </p:spPr>
        <p:txBody>
          <a:bodyPr anchor="ctr"/>
          <a:lstStyle>
            <a:lvl1pPr algn="l" defTabSz="457189" rtl="0" eaLnBrk="1" latinLnBrk="0" hangingPunct="1">
              <a:spcBef>
                <a:spcPct val="0"/>
              </a:spcBef>
              <a:buNone/>
              <a:defRPr lang="en-GB" sz="2800" b="1" i="1" kern="1200" cap="all" baseline="0" dirty="0">
                <a:solidFill>
                  <a:srgbClr val="27509B"/>
                </a:solidFill>
                <a:latin typeface="Arial Black" panose="020B0A04020102020204" pitchFamily="34" charset="0"/>
                <a:ea typeface="+mj-ea"/>
                <a:cs typeface="Arial" panose="020B0604020202020204" pitchFamily="34" charset="0"/>
              </a:defRPr>
            </a:lvl1pPr>
          </a:lstStyle>
          <a:p>
            <a:r>
              <a:rPr lang="fr-FR"/>
              <a:t>MODIFIEZ LE STYLE DU TITRE</a:t>
            </a:r>
            <a:endParaRPr lang="en-GB"/>
          </a:p>
        </p:txBody>
      </p:sp>
      <p:pic>
        <p:nvPicPr>
          <p:cNvPr id="11" name="Image 10"/>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4672" y="4426066"/>
            <a:ext cx="1944000" cy="519417"/>
          </a:xfrm>
          <a:prstGeom prst="rect">
            <a:avLst/>
          </a:prstGeom>
        </p:spPr>
      </p:pic>
      <p:pic>
        <p:nvPicPr>
          <p:cNvPr id="6" name="Picture 3"/>
          <p:cNvPicPr>
            <a:picLocks noChangeAspect="1" noChangeArrowheads="1"/>
          </p:cNvPicPr>
          <p:nvPr userDrawn="1"/>
        </p:nvPicPr>
        <p:blipFill>
          <a:blip r:embed="rId5" cstate="print">
            <a:extLst>
              <a:ext uri="{28A0092B-C50C-407E-A947-70E740481C1C}">
                <a14:useLocalDpi xmlns:a14="http://schemas.microsoft.com/office/drawing/2010/main" val="0"/>
              </a:ext>
            </a:extLst>
          </a:blip>
          <a:srcRect/>
          <a:stretch>
            <a:fillRect/>
          </a:stretch>
        </p:blipFill>
        <p:spPr bwMode="auto">
          <a:xfrm>
            <a:off x="519746" y="4426066"/>
            <a:ext cx="1384990" cy="51941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7" name="Image 6">
            <a:extLst>
              <a:ext uri="{FF2B5EF4-FFF2-40B4-BE49-F238E27FC236}">
                <a16:creationId xmlns:a16="http://schemas.microsoft.com/office/drawing/2014/main" id="{442FC3AF-5FE6-4BB1-9833-2F263D582EE9}"/>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7200000" y="80214"/>
            <a:ext cx="1944000" cy="519417"/>
          </a:xfrm>
          <a:prstGeom prst="rect">
            <a:avLst/>
          </a:prstGeom>
        </p:spPr>
      </p:pic>
    </p:spTree>
    <p:extLst>
      <p:ext uri="{BB962C8B-B14F-4D97-AF65-F5344CB8AC3E}">
        <p14:creationId xmlns:p14="http://schemas.microsoft.com/office/powerpoint/2010/main" val="309627370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_Title Slide">
    <p:spTree>
      <p:nvGrpSpPr>
        <p:cNvPr id="1" name=""/>
        <p:cNvGrpSpPr/>
        <p:nvPr/>
      </p:nvGrpSpPr>
      <p:grpSpPr>
        <a:xfrm>
          <a:off x="0" y="0"/>
          <a:ext cx="0" cy="0"/>
          <a:chOff x="0" y="0"/>
          <a:chExt cx="0" cy="0"/>
        </a:xfrm>
      </p:grpSpPr>
      <p:sp>
        <p:nvSpPr>
          <p:cNvPr id="5" name="Rectangle 4"/>
          <p:cNvSpPr/>
          <p:nvPr userDrawn="1"/>
        </p:nvSpPr>
        <p:spPr>
          <a:xfrm>
            <a:off x="457199" y="0"/>
            <a:ext cx="8686804" cy="4897512"/>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prstClr val="white"/>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9"/>
          </a:xfrm>
          <a:prstGeom prst="rect">
            <a:avLst/>
          </a:prstGeom>
        </p:spPr>
      </p:pic>
      <p:pic>
        <p:nvPicPr>
          <p:cNvPr id="5122"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428138" y="3692607"/>
            <a:ext cx="2891900" cy="120490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89181642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2_Title Slide">
    <p:spTree>
      <p:nvGrpSpPr>
        <p:cNvPr id="1" name=""/>
        <p:cNvGrpSpPr/>
        <p:nvPr/>
      </p:nvGrpSpPr>
      <p:grpSpPr>
        <a:xfrm>
          <a:off x="0" y="0"/>
          <a:ext cx="0" cy="0"/>
          <a:chOff x="0" y="0"/>
          <a:chExt cx="0" cy="0"/>
        </a:xfrm>
      </p:grpSpPr>
      <p:sp>
        <p:nvSpPr>
          <p:cNvPr id="5" name="Rectangle 4"/>
          <p:cNvSpPr/>
          <p:nvPr userDrawn="1"/>
        </p:nvSpPr>
        <p:spPr>
          <a:xfrm flipH="1">
            <a:off x="1" y="0"/>
            <a:ext cx="457199" cy="5145088"/>
          </a:xfrm>
          <a:prstGeom prst="rect">
            <a:avLst/>
          </a:prstGeom>
          <a:solidFill>
            <a:schemeClr val="accent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defTabSz="457200"/>
            <a:endParaRPr lang="en-GB">
              <a:solidFill>
                <a:prstClr val="white"/>
              </a:solidFill>
            </a:endParaRPr>
          </a:p>
        </p:txBody>
      </p:sp>
      <p:sp>
        <p:nvSpPr>
          <p:cNvPr id="14" name="Title 5"/>
          <p:cNvSpPr txBox="1">
            <a:spLocks/>
          </p:cNvSpPr>
          <p:nvPr userDrawn="1"/>
        </p:nvSpPr>
        <p:spPr>
          <a:xfrm>
            <a:off x="449581" y="2173528"/>
            <a:ext cx="8694420" cy="680093"/>
          </a:xfrm>
          <a:prstGeom prst="rect">
            <a:avLst/>
          </a:prstGeom>
          <a:ln>
            <a:noFill/>
          </a:ln>
        </p:spPr>
        <p:txBody>
          <a:bodyPr vert="horz" lIns="91440" tIns="45720" rIns="91440" bIns="45720" rtlCol="0" anchor="ctr">
            <a:normAutofit/>
          </a:bodyPr>
          <a:lstStyle>
            <a:lvl1pPr algn="ctr" defTabSz="457200" rtl="0" eaLnBrk="1" latinLnBrk="0" hangingPunct="1">
              <a:spcBef>
                <a:spcPct val="0"/>
              </a:spcBef>
              <a:buNone/>
              <a:defRPr sz="4400" kern="1200">
                <a:solidFill>
                  <a:schemeClr val="tx1"/>
                </a:solidFill>
                <a:latin typeface="+mj-lt"/>
                <a:ea typeface="+mj-ea"/>
                <a:cs typeface="+mj-cs"/>
              </a:defRPr>
            </a:lvl1pPr>
          </a:lstStyle>
          <a:p>
            <a:r>
              <a:rPr lang="en-US" sz="2800" b="0" i="0">
                <a:solidFill>
                  <a:srgbClr val="27509B"/>
                </a:solidFill>
                <a:latin typeface="Michelin" pitchFamily="50" charset="0"/>
                <a:cs typeface="Arial"/>
              </a:rPr>
              <a:t>MERCI</a:t>
            </a:r>
          </a:p>
        </p:txBody>
      </p:sp>
      <p:pic>
        <p:nvPicPr>
          <p:cNvPr id="4" name="Picture 7"/>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6892538" y="345314"/>
            <a:ext cx="1963103" cy="939688"/>
          </a:xfrm>
          <a:prstGeom prst="rect">
            <a:avLst/>
          </a:prstGeom>
        </p:spPr>
      </p:pic>
      <p:pic>
        <p:nvPicPr>
          <p:cNvPr id="6146" name="Picture 2"/>
          <p:cNvPicPr>
            <a:picLocks noChangeAspect="1" noChangeArrowheads="1"/>
          </p:cNvPicPr>
          <p:nvPr userDrawn="1"/>
        </p:nvPicPr>
        <p:blipFill>
          <a:blip r:embed="rId3" cstate="print">
            <a:extLst>
              <a:ext uri="{28A0092B-C50C-407E-A947-70E740481C1C}">
                <a14:useLocalDpi xmlns:a14="http://schemas.microsoft.com/office/drawing/2010/main" val="0"/>
              </a:ext>
            </a:extLst>
          </a:blip>
          <a:srcRect/>
          <a:stretch>
            <a:fillRect/>
          </a:stretch>
        </p:blipFill>
        <p:spPr bwMode="auto">
          <a:xfrm>
            <a:off x="6770804" y="3997501"/>
            <a:ext cx="2373197" cy="89002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73846142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userDrawn="1">
  <p:cSld name="8_Disposition personnalisée">
    <p:spTree>
      <p:nvGrpSpPr>
        <p:cNvPr id="1" name=""/>
        <p:cNvGrpSpPr/>
        <p:nvPr/>
      </p:nvGrpSpPr>
      <p:grpSpPr>
        <a:xfrm>
          <a:off x="0" y="0"/>
          <a:ext cx="0" cy="0"/>
          <a:chOff x="0" y="0"/>
          <a:chExt cx="0" cy="0"/>
        </a:xfrm>
      </p:grpSpPr>
      <p:sp>
        <p:nvSpPr>
          <p:cNvPr id="8" name="Rectangle 7"/>
          <p:cNvSpPr/>
          <p:nvPr userDrawn="1"/>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GB" sz="1800"/>
          </a:p>
        </p:txBody>
      </p:sp>
      <p:sp>
        <p:nvSpPr>
          <p:cNvPr id="7" name="Titre 12"/>
          <p:cNvSpPr>
            <a:spLocks noGrp="1"/>
          </p:cNvSpPr>
          <p:nvPr>
            <p:ph type="title" hasCustomPrompt="1"/>
          </p:nvPr>
        </p:nvSpPr>
        <p:spPr>
          <a:xfrm>
            <a:off x="457200" y="114336"/>
            <a:ext cx="8229600" cy="470045"/>
          </a:xfrm>
          <a:prstGeom prst="rect">
            <a:avLst/>
          </a:prstGeom>
        </p:spPr>
        <p:txBody>
          <a:bodyPr>
            <a:noAutofit/>
          </a:bodyPr>
          <a:lstStyle>
            <a:lvl1pPr algn="l">
              <a:defRPr sz="2800" b="1" i="1" cap="all" baseline="0">
                <a:solidFill>
                  <a:srgbClr val="27509B"/>
                </a:solidFill>
                <a:latin typeface="Arial Black" panose="020B0A04020102020204" pitchFamily="34" charset="0"/>
                <a:cs typeface="Arial" panose="020B0604020202020204" pitchFamily="34" charset="0"/>
              </a:defRPr>
            </a:lvl1pPr>
          </a:lstStyle>
          <a:p>
            <a:r>
              <a:rPr lang="en-GB"/>
              <a:t>Click to edit Master title style</a:t>
            </a:r>
            <a:endParaRPr lang="fr-FR"/>
          </a:p>
        </p:txBody>
      </p:sp>
      <p:sp>
        <p:nvSpPr>
          <p:cNvPr id="11" name="Espace réservé du contenu 4"/>
          <p:cNvSpPr>
            <a:spLocks noGrp="1"/>
          </p:cNvSpPr>
          <p:nvPr>
            <p:ph sz="quarter" idx="10"/>
          </p:nvPr>
        </p:nvSpPr>
        <p:spPr>
          <a:xfrm>
            <a:off x="457203" y="800347"/>
            <a:ext cx="8229598" cy="3608718"/>
          </a:xfrm>
          <a:prstGeom prst="rect">
            <a:avLst/>
          </a:prstGeom>
        </p:spPr>
        <p:txBody>
          <a:bodyPr/>
          <a:lstStyle>
            <a:lvl1pPr>
              <a:defRPr sz="1800"/>
            </a:lvl1pPr>
            <a:lvl2pPr marL="742932" indent="-285744">
              <a:buFontTx/>
              <a:buBlip>
                <a:blip r:embed="rId2"/>
              </a:buBlip>
              <a:defRPr sz="1600"/>
            </a:lvl2pPr>
            <a:lvl3pPr marL="1142971" indent="-228594">
              <a:buFontTx/>
              <a:buBlip>
                <a:blip r:embed="rId3"/>
              </a:buBlip>
              <a:defRPr sz="1400">
                <a:latin typeface="Arial" panose="020B0604020202020204" pitchFamily="34" charset="0"/>
                <a:cs typeface="Arial" panose="020B0604020202020204" pitchFamily="34" charset="0"/>
              </a:defRPr>
            </a:lvl3pPr>
            <a:lvl4pPr marL="1600160" indent="-228594">
              <a:buFont typeface="Wingdings" panose="05000000000000000000" pitchFamily="2" charset="2"/>
              <a:buChar char="§"/>
              <a:defRPr sz="1400">
                <a:latin typeface="Arial" panose="020B0604020202020204" pitchFamily="34" charset="0"/>
                <a:cs typeface="Arial" panose="020B0604020202020204" pitchFamily="34" charset="0"/>
              </a:defRPr>
            </a:lvl4pPr>
            <a:lvl5pPr marL="2057349" indent="-228594">
              <a:buFont typeface="Arial" panose="020B0604020202020204" pitchFamily="34" charset="0"/>
              <a:buChar char="•"/>
              <a:defRPr sz="1400">
                <a:latin typeface="Arial" panose="020B0604020202020204" pitchFamily="34" charset="0"/>
                <a:cs typeface="Arial" panose="020B0604020202020204" pitchFamily="34" charset="0"/>
              </a:defRPr>
            </a:lvl5pPr>
          </a:lstStyle>
          <a:p>
            <a:pPr lvl="0"/>
            <a:r>
              <a:rPr lang="fr-FR"/>
              <a:t>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280352714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Diapositive de titr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F2B319CC-E261-134F-BFBC-DD5C47A61D78}"/>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3469051" y="690847"/>
            <a:ext cx="4784360" cy="3163438"/>
          </a:xfrm>
          <a:prstGeom prst="rect">
            <a:avLst/>
          </a:prstGeom>
        </p:spPr>
      </p:pic>
      <p:pic>
        <p:nvPicPr>
          <p:cNvPr id="4" name="Imagen 3" descr="Un dibujo de un perro blanco y negro&#10;&#10;Descripción generada automáticamente con confianza baja">
            <a:extLst>
              <a:ext uri="{FF2B5EF4-FFF2-40B4-BE49-F238E27FC236}">
                <a16:creationId xmlns:a16="http://schemas.microsoft.com/office/drawing/2014/main" id="{6749395E-3B42-4251-A763-B3DC27A224FF}"/>
              </a:ext>
            </a:extLst>
          </p:cNvPr>
          <p:cNvPicPr>
            <a:picLocks noChangeAspect="1"/>
          </p:cNvPicPr>
          <p:nvPr userDrawn="1"/>
        </p:nvPicPr>
        <p:blipFill>
          <a:blip r:embed="rId3"/>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4202356147"/>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userDrawn="1">
  <p:cSld name="2_Bullet Point style 01">
    <p:spTree>
      <p:nvGrpSpPr>
        <p:cNvPr id="1" name=""/>
        <p:cNvGrpSpPr/>
        <p:nvPr/>
      </p:nvGrpSpPr>
      <p:grpSpPr>
        <a:xfrm>
          <a:off x="0" y="0"/>
          <a:ext cx="0" cy="0"/>
          <a:chOff x="0" y="0"/>
          <a:chExt cx="0" cy="0"/>
        </a:xfrm>
      </p:grpSpPr>
      <p:sp>
        <p:nvSpPr>
          <p:cNvPr id="5" name="Espace réservé du texte 28">
            <a:extLst>
              <a:ext uri="{FF2B5EF4-FFF2-40B4-BE49-F238E27FC236}">
                <a16:creationId xmlns:a16="http://schemas.microsoft.com/office/drawing/2014/main" id="{D8F74563-30A1-1DD0-13CB-D0B9DCE81D91}"/>
              </a:ext>
            </a:extLst>
          </p:cNvPr>
          <p:cNvSpPr>
            <a:spLocks noGrp="1"/>
          </p:cNvSpPr>
          <p:nvPr>
            <p:ph type="body" sz="quarter" idx="17" hasCustomPrompt="1"/>
          </p:nvPr>
        </p:nvSpPr>
        <p:spPr>
          <a:xfrm>
            <a:off x="584596" y="1231676"/>
            <a:ext cx="8143864" cy="2958686"/>
          </a:xfrm>
          <a:prstGeom prst="rect">
            <a:avLst/>
          </a:prstGeom>
        </p:spPr>
        <p:txBody>
          <a:bodyPr/>
          <a:lstStyle>
            <a:lvl1pPr marL="128588" indent="-128588">
              <a:buClr>
                <a:srgbClr val="27509B"/>
              </a:buClr>
              <a:buFont typeface="Wingdings" panose="05000000000000000000" pitchFamily="2" charset="2"/>
              <a:buChar char="§"/>
              <a:defRPr lang="fr-FR" sz="1200" kern="1200" dirty="0">
                <a:solidFill>
                  <a:schemeClr val="tx1"/>
                </a:solidFill>
                <a:latin typeface="Arial" panose="020B0604020202020204" pitchFamily="34" charset="0"/>
                <a:ea typeface="+mn-ea"/>
                <a:cs typeface="Arial" panose="020B0604020202020204" pitchFamily="34" charset="0"/>
              </a:defRPr>
            </a:lvl1pPr>
            <a:lvl2pPr marL="514350" indent="-171450">
              <a:buClr>
                <a:srgbClr val="27509B"/>
              </a:buClr>
              <a:buFont typeface="Wingdings" panose="05000000000000000000" pitchFamily="2" charset="2"/>
              <a:buChar char="§"/>
              <a:defRPr sz="1050">
                <a:latin typeface="Arial" panose="020B0604020202020204" pitchFamily="34" charset="0"/>
                <a:cs typeface="Arial" panose="020B0604020202020204" pitchFamily="34" charset="0"/>
              </a:defRPr>
            </a:lvl2pPr>
            <a:lvl3pPr marL="942975" indent="-257175">
              <a:buClr>
                <a:srgbClr val="27509B"/>
              </a:buClr>
              <a:buFont typeface="Wingdings" panose="05000000000000000000" pitchFamily="2" charset="2"/>
              <a:buChar char="§"/>
              <a:defRPr sz="900">
                <a:latin typeface="Arial" panose="020B0604020202020204" pitchFamily="34" charset="0"/>
                <a:cs typeface="Arial" panose="020B0604020202020204" pitchFamily="34" charset="0"/>
              </a:defRPr>
            </a:lvl3pPr>
          </a:lstStyle>
          <a:p>
            <a:pPr lvl="0"/>
            <a:r>
              <a:rPr lang="fr-FR"/>
              <a:t> Bullet point</a:t>
            </a:r>
          </a:p>
          <a:p>
            <a:pPr lvl="1"/>
            <a:r>
              <a:rPr lang="fr-FR"/>
              <a:t> Bullet Point</a:t>
            </a:r>
          </a:p>
          <a:p>
            <a:pPr lvl="2"/>
            <a:r>
              <a:rPr lang="fr-FR"/>
              <a:t>Bullet point</a:t>
            </a:r>
          </a:p>
        </p:txBody>
      </p:sp>
      <p:sp>
        <p:nvSpPr>
          <p:cNvPr id="10" name="Titre 1">
            <a:extLst>
              <a:ext uri="{FF2B5EF4-FFF2-40B4-BE49-F238E27FC236}">
                <a16:creationId xmlns:a16="http://schemas.microsoft.com/office/drawing/2014/main" id="{0681AD6D-056B-D09A-A11A-EA54C144B898}"/>
              </a:ext>
            </a:extLst>
          </p:cNvPr>
          <p:cNvSpPr>
            <a:spLocks noGrp="1"/>
          </p:cNvSpPr>
          <p:nvPr>
            <p:ph type="title"/>
          </p:nvPr>
        </p:nvSpPr>
        <p:spPr>
          <a:xfrm>
            <a:off x="584598" y="197775"/>
            <a:ext cx="8143864" cy="270368"/>
          </a:xfrm>
          <a:prstGeom prst="rect">
            <a:avLst/>
          </a:prstGeom>
        </p:spPr>
        <p:txBody>
          <a:bodyPr/>
          <a:lstStyle>
            <a:lvl1pPr>
              <a:defRPr sz="1800" b="1">
                <a:latin typeface="Michelin" panose="02000000000000000000" pitchFamily="50" charset="0"/>
              </a:defRPr>
            </a:lvl1pPr>
          </a:lstStyle>
          <a:p>
            <a:r>
              <a:rPr lang="fr-FR"/>
              <a:t>Modifiez le style du titre</a:t>
            </a:r>
          </a:p>
        </p:txBody>
      </p:sp>
      <p:sp>
        <p:nvSpPr>
          <p:cNvPr id="3" name="Espace réservé du texte 10">
            <a:extLst>
              <a:ext uri="{FF2B5EF4-FFF2-40B4-BE49-F238E27FC236}">
                <a16:creationId xmlns:a16="http://schemas.microsoft.com/office/drawing/2014/main" id="{2A5FBE9C-1A0C-7A99-A4B9-C3E7770AE6F6}"/>
              </a:ext>
            </a:extLst>
          </p:cNvPr>
          <p:cNvSpPr>
            <a:spLocks noGrp="1"/>
          </p:cNvSpPr>
          <p:nvPr>
            <p:ph type="body" sz="quarter" idx="54" hasCustomPrompt="1"/>
          </p:nvPr>
        </p:nvSpPr>
        <p:spPr>
          <a:xfrm>
            <a:off x="584597" y="513552"/>
            <a:ext cx="8143864" cy="205951"/>
          </a:xfrm>
          <a:prstGeom prst="rect">
            <a:avLst/>
          </a:prstGeom>
        </p:spPr>
        <p:txBody>
          <a:bodyPr/>
          <a:lstStyle>
            <a:lvl1pPr marL="0" indent="0">
              <a:buNone/>
              <a:defRPr lang="fr-FR" sz="900" kern="1200" dirty="0">
                <a:solidFill>
                  <a:srgbClr val="27509B"/>
                </a:solidFill>
                <a:latin typeface="Michelin Light" panose="02000000000000000000" pitchFamily="50" charset="0"/>
                <a:ea typeface="+mn-ea"/>
                <a:cs typeface="+mn-cs"/>
              </a:defRPr>
            </a:lvl1pPr>
          </a:lstStyle>
          <a:p>
            <a:pPr lvl="0"/>
            <a:r>
              <a:rPr lang="fr-FR" err="1"/>
              <a:t>Subtitle</a:t>
            </a:r>
            <a:endParaRPr lang="fr-FR"/>
          </a:p>
        </p:txBody>
      </p:sp>
    </p:spTree>
    <p:extLst>
      <p:ext uri="{BB962C8B-B14F-4D97-AF65-F5344CB8AC3E}">
        <p14:creationId xmlns:p14="http://schemas.microsoft.com/office/powerpoint/2010/main" val="250337209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userDrawn="1">
  <p:cSld name="Cover">
    <p:spTree>
      <p:nvGrpSpPr>
        <p:cNvPr id="1" name=""/>
        <p:cNvGrpSpPr/>
        <p:nvPr/>
      </p:nvGrpSpPr>
      <p:grpSpPr>
        <a:xfrm>
          <a:off x="0" y="0"/>
          <a:ext cx="0" cy="0"/>
          <a:chOff x="0" y="0"/>
          <a:chExt cx="0" cy="0"/>
        </a:xfrm>
      </p:grpSpPr>
      <p:pic>
        <p:nvPicPr>
          <p:cNvPr id="2" name="Image 1">
            <a:extLst>
              <a:ext uri="{FF2B5EF4-FFF2-40B4-BE49-F238E27FC236}">
                <a16:creationId xmlns:a16="http://schemas.microsoft.com/office/drawing/2014/main" id="{96A04297-BC87-1BE3-8E64-5D81375F668A}"/>
              </a:ext>
            </a:extLst>
          </p:cNvPr>
          <p:cNvPicPr>
            <a:picLocks noChangeAspect="1"/>
          </p:cNvPicPr>
          <p:nvPr userDrawn="1"/>
        </p:nvPicPr>
        <p:blipFill>
          <a:blip r:embed="rId2"/>
          <a:srcRect/>
          <a:stretch/>
        </p:blipFill>
        <p:spPr>
          <a:xfrm>
            <a:off x="0" y="0"/>
            <a:ext cx="9144000" cy="5145088"/>
          </a:xfrm>
          <a:prstGeom prst="rect">
            <a:avLst/>
          </a:prstGeom>
        </p:spPr>
      </p:pic>
      <p:sp>
        <p:nvSpPr>
          <p:cNvPr id="10" name="Rectangle 9">
            <a:extLst>
              <a:ext uri="{FF2B5EF4-FFF2-40B4-BE49-F238E27FC236}">
                <a16:creationId xmlns:a16="http://schemas.microsoft.com/office/drawing/2014/main" id="{8E11641D-F3C3-3893-66A9-D7B5F2759F83}"/>
              </a:ext>
            </a:extLst>
          </p:cNvPr>
          <p:cNvSpPr/>
          <p:nvPr userDrawn="1"/>
        </p:nvSpPr>
        <p:spPr>
          <a:xfrm>
            <a:off x="718148" y="679274"/>
            <a:ext cx="407598" cy="116492"/>
          </a:xfrm>
          <a:prstGeom prst="rect">
            <a:avLst/>
          </a:prstGeom>
          <a:solidFill>
            <a:srgbClr val="27509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1" name="Text Placeholder 11">
            <a:extLst>
              <a:ext uri="{FF2B5EF4-FFF2-40B4-BE49-F238E27FC236}">
                <a16:creationId xmlns:a16="http://schemas.microsoft.com/office/drawing/2014/main" id="{2C36D0CB-BD06-2904-2868-26956ED7EFAC}"/>
              </a:ext>
            </a:extLst>
          </p:cNvPr>
          <p:cNvSpPr>
            <a:spLocks noGrp="1"/>
          </p:cNvSpPr>
          <p:nvPr>
            <p:ph type="body" sz="quarter" idx="10"/>
          </p:nvPr>
        </p:nvSpPr>
        <p:spPr>
          <a:xfrm>
            <a:off x="604321" y="1427649"/>
            <a:ext cx="3948104" cy="265457"/>
          </a:xfrm>
          <a:prstGeom prst="rect">
            <a:avLst/>
          </a:prstGeom>
          <a:noFill/>
        </p:spPr>
        <p:txBody>
          <a:bodyPr wrap="square">
            <a:spAutoFit/>
          </a:bodyPr>
          <a:lstStyle>
            <a:lvl1pPr marL="0" indent="0">
              <a:buNone/>
              <a:defRPr kumimoji="0" lang="en-US" sz="1125" b="0" i="0" u="none" strike="noStrike" cap="none" spc="-60" normalizeH="0" baseline="0" dirty="0" smtClean="0">
                <a:ln>
                  <a:noFill/>
                </a:ln>
                <a:solidFill>
                  <a:srgbClr val="27509B"/>
                </a:solidFill>
                <a:effectLst/>
                <a:uLnTx/>
                <a:uFillTx/>
                <a:latin typeface="Michelin" panose="02000000000000000000" pitchFamily="50" charset="0"/>
              </a:defRPr>
            </a:lvl1pPr>
            <a:lvl2pPr marL="171450" indent="0">
              <a:buNone/>
              <a:defRPr lang="en-US" sz="1350" dirty="0" smtClean="0"/>
            </a:lvl2pPr>
            <a:lvl3pPr>
              <a:defRPr lang="en-US" sz="1350" dirty="0" smtClean="0"/>
            </a:lvl3pPr>
            <a:lvl4pPr>
              <a:defRPr lang="en-US" dirty="0" smtClean="0"/>
            </a:lvl4pPr>
            <a:lvl5pPr>
              <a:defRPr lang="fr-FR" dirty="0"/>
            </a:lvl5pPr>
          </a:lstStyle>
          <a:p>
            <a:pPr marL="171450" marR="0" lvl="0" indent="-171450" fontAlgn="auto">
              <a:lnSpc>
                <a:spcPct val="100000"/>
              </a:lnSpc>
              <a:spcBef>
                <a:spcPts val="0"/>
              </a:spcBef>
              <a:spcAft>
                <a:spcPts val="0"/>
              </a:spcAft>
              <a:buClrTx/>
              <a:buSzTx/>
              <a:tabLst/>
            </a:pPr>
            <a:r>
              <a:rPr lang="en-US"/>
              <a:t>Click to edit Master text styles</a:t>
            </a:r>
          </a:p>
        </p:txBody>
      </p:sp>
      <p:sp>
        <p:nvSpPr>
          <p:cNvPr id="12" name="Title 13">
            <a:extLst>
              <a:ext uri="{FF2B5EF4-FFF2-40B4-BE49-F238E27FC236}">
                <a16:creationId xmlns:a16="http://schemas.microsoft.com/office/drawing/2014/main" id="{2E1A6411-7F4A-982E-0F03-B79FCE5E4187}"/>
              </a:ext>
            </a:extLst>
          </p:cNvPr>
          <p:cNvSpPr>
            <a:spLocks noGrp="1"/>
          </p:cNvSpPr>
          <p:nvPr>
            <p:ph type="title"/>
          </p:nvPr>
        </p:nvSpPr>
        <p:spPr>
          <a:xfrm>
            <a:off x="604321" y="870911"/>
            <a:ext cx="3858164" cy="618315"/>
          </a:xfrm>
          <a:prstGeom prst="rect">
            <a:avLst/>
          </a:prstGeom>
        </p:spPr>
        <p:txBody>
          <a:bodyPr>
            <a:noAutofit/>
          </a:bodyPr>
          <a:lstStyle>
            <a:lvl1pPr>
              <a:lnSpc>
                <a:spcPts val="2100"/>
              </a:lnSpc>
              <a:defRPr sz="2100" b="1">
                <a:solidFill>
                  <a:schemeClr val="tx1">
                    <a:lumMod val="75000"/>
                    <a:lumOff val="25000"/>
                  </a:schemeClr>
                </a:solidFill>
                <a:effectLst/>
                <a:latin typeface="Michelin" panose="02000000000000000000" pitchFamily="50" charset="0"/>
              </a:defRPr>
            </a:lvl1pPr>
          </a:lstStyle>
          <a:p>
            <a:r>
              <a:rPr lang="en-US"/>
              <a:t>Click to edit Master title style</a:t>
            </a:r>
            <a:endParaRPr lang="fr-FR"/>
          </a:p>
        </p:txBody>
      </p:sp>
      <p:pic>
        <p:nvPicPr>
          <p:cNvPr id="14" name="Image 13" descr="Une image contenant clipart, Graphique, dessin humoristique&#10;&#10;Description générée automatiquement">
            <a:extLst>
              <a:ext uri="{FF2B5EF4-FFF2-40B4-BE49-F238E27FC236}">
                <a16:creationId xmlns:a16="http://schemas.microsoft.com/office/drawing/2014/main" id="{9259A7D3-8E86-B2D4-D2EC-0DCE59CDADAE}"/>
              </a:ext>
            </a:extLst>
          </p:cNvPr>
          <p:cNvPicPr>
            <a:picLocks noChangeAspect="1"/>
          </p:cNvPicPr>
          <p:nvPr userDrawn="1"/>
        </p:nvPicPr>
        <p:blipFill>
          <a:blip r:embed="rId3" cstate="screen">
            <a:extLst>
              <a:ext uri="{28A0092B-C50C-407E-A947-70E740481C1C}">
                <a14:useLocalDpi xmlns:a14="http://schemas.microsoft.com/office/drawing/2010/main"/>
              </a:ext>
            </a:extLst>
          </a:blip>
          <a:stretch>
            <a:fillRect/>
          </a:stretch>
        </p:blipFill>
        <p:spPr>
          <a:xfrm>
            <a:off x="7717237" y="4364961"/>
            <a:ext cx="1245371" cy="655091"/>
          </a:xfrm>
          <a:prstGeom prst="rect">
            <a:avLst/>
          </a:prstGeom>
        </p:spPr>
      </p:pic>
      <p:pic>
        <p:nvPicPr>
          <p:cNvPr id="4" name="Image 3" descr="Une image contenant Police, capture d’écran, Graphique, typographie&#10;&#10;Description générée automatiquement">
            <a:extLst>
              <a:ext uri="{FF2B5EF4-FFF2-40B4-BE49-F238E27FC236}">
                <a16:creationId xmlns:a16="http://schemas.microsoft.com/office/drawing/2014/main" id="{0F1EA9C7-4DA9-E542-9C66-EB03412DA8E1}"/>
              </a:ext>
            </a:extLst>
          </p:cNvPr>
          <p:cNvPicPr>
            <a:picLocks noChangeAspect="1"/>
          </p:cNvPicPr>
          <p:nvPr userDrawn="1"/>
        </p:nvPicPr>
        <p:blipFill>
          <a:blip r:embed="rId4"/>
          <a:stretch>
            <a:fillRect/>
          </a:stretch>
        </p:blipFill>
        <p:spPr>
          <a:xfrm>
            <a:off x="143041" y="4648203"/>
            <a:ext cx="1475993" cy="302287"/>
          </a:xfrm>
          <a:prstGeom prst="rect">
            <a:avLst/>
          </a:prstGeom>
          <a:effectLst>
            <a:outerShdw blurRad="50800" dist="38100" dir="5400000" algn="t" rotWithShape="0">
              <a:prstClr val="black">
                <a:alpha val="17000"/>
              </a:prstClr>
            </a:outerShdw>
          </a:effectLst>
        </p:spPr>
      </p:pic>
    </p:spTree>
    <p:extLst>
      <p:ext uri="{BB962C8B-B14F-4D97-AF65-F5344CB8AC3E}">
        <p14:creationId xmlns:p14="http://schemas.microsoft.com/office/powerpoint/2010/main" val="607597620"/>
      </p:ext>
    </p:extLst>
  </p:cSld>
  <p:clrMapOvr>
    <a:masterClrMapping/>
  </p:clrMapOvr>
  <p:extLst>
    <p:ext uri="{DCECCB84-F9BA-43D5-87BE-67443E8EF086}">
      <p15:sldGuideLst xmlns:p15="http://schemas.microsoft.com/office/powerpoint/2012/main">
        <p15:guide id="1" orient="horz" pos="1621" userDrawn="1">
          <p15:clr>
            <a:srgbClr val="FBAE40"/>
          </p15:clr>
        </p15:guide>
        <p15:guide id="2" pos="2880" userDrawn="1">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3_Disposition personnalisée">
    <p:spTree>
      <p:nvGrpSpPr>
        <p:cNvPr id="1" name=""/>
        <p:cNvGrpSpPr/>
        <p:nvPr/>
      </p:nvGrpSpPr>
      <p:grpSpPr>
        <a:xfrm>
          <a:off x="0" y="0"/>
          <a:ext cx="0" cy="0"/>
          <a:chOff x="0" y="0"/>
          <a:chExt cx="0" cy="0"/>
        </a:xfrm>
      </p:grpSpPr>
      <p:pic>
        <p:nvPicPr>
          <p:cNvPr id="2" name="Imag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62769" y="4435487"/>
            <a:ext cx="1980000" cy="529037"/>
          </a:xfrm>
          <a:prstGeom prst="rect">
            <a:avLst/>
          </a:prstGeom>
        </p:spPr>
      </p:pic>
      <p:sp>
        <p:nvSpPr>
          <p:cNvPr id="13" name="Titre 12"/>
          <p:cNvSpPr>
            <a:spLocks noGrp="1"/>
          </p:cNvSpPr>
          <p:nvPr>
            <p:ph type="title" hasCustomPrompt="1"/>
          </p:nvPr>
        </p:nvSpPr>
        <p:spPr>
          <a:xfrm>
            <a:off x="457200" y="114339"/>
            <a:ext cx="8229600" cy="470045"/>
          </a:xfrm>
          <a:prstGeom prst="rect">
            <a:avLst/>
          </a:prstGeom>
        </p:spPr>
        <p:txBody>
          <a:bodyPr>
            <a:noAutofit/>
          </a:bodyPr>
          <a:lstStyle>
            <a:lvl1pPr algn="l">
              <a:defRPr sz="1500" b="1" i="1" cap="all" baseline="0">
                <a:solidFill>
                  <a:srgbClr val="27509B"/>
                </a:solidFill>
                <a:latin typeface="Arial Black" panose="020B0A04020102020204" pitchFamily="34" charset="0"/>
                <a:cs typeface="Arial" panose="020B0604020202020204" pitchFamily="34" charset="0"/>
              </a:defRPr>
            </a:lvl1pPr>
          </a:lstStyle>
          <a:p>
            <a:r>
              <a:rPr lang="en-GB" dirty="0"/>
              <a:t>Click to edit Master title style</a:t>
            </a:r>
            <a:endParaRPr lang="fr-FR" dirty="0"/>
          </a:p>
        </p:txBody>
      </p:sp>
      <p:sp>
        <p:nvSpPr>
          <p:cNvPr id="3" name="Rectangle 2"/>
          <p:cNvSpPr/>
          <p:nvPr/>
        </p:nvSpPr>
        <p:spPr>
          <a:xfrm>
            <a:off x="0" y="0"/>
            <a:ext cx="457200" cy="5145088"/>
          </a:xfrm>
          <a:prstGeom prst="rect">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68580" tIns="34290" rIns="68580" bIns="34290" numCol="1" spcCol="0" rtlCol="0" fromWordArt="0" anchor="ctr" anchorCtr="0" forceAA="0" compatLnSpc="1">
            <a:prstTxWarp prst="textNoShape">
              <a:avLst/>
            </a:prstTxWarp>
            <a:noAutofit/>
          </a:bodyPr>
          <a:lstStyle/>
          <a:p>
            <a:pPr algn="ctr"/>
            <a:endParaRPr lang="en-GB" sz="1350"/>
          </a:p>
        </p:txBody>
      </p:sp>
      <p:sp>
        <p:nvSpPr>
          <p:cNvPr id="5" name="Espace réservé du contenu 4"/>
          <p:cNvSpPr>
            <a:spLocks noGrp="1"/>
          </p:cNvSpPr>
          <p:nvPr>
            <p:ph sz="quarter" idx="10"/>
          </p:nvPr>
        </p:nvSpPr>
        <p:spPr>
          <a:xfrm>
            <a:off x="457203" y="800349"/>
            <a:ext cx="8229598" cy="3608718"/>
          </a:xfrm>
          <a:prstGeom prst="rect">
            <a:avLst/>
          </a:prstGeom>
        </p:spPr>
        <p:txBody>
          <a:bodyPr/>
          <a:lstStyle>
            <a:lvl1pPr>
              <a:defRPr sz="1350"/>
            </a:lvl1pPr>
            <a:lvl2pPr marL="557199" indent="-214308">
              <a:buFontTx/>
              <a:buBlip>
                <a:blip r:embed="rId3"/>
              </a:buBlip>
              <a:defRPr sz="1200"/>
            </a:lvl2pPr>
            <a:lvl3pPr marL="857228" indent="-171446">
              <a:buFontTx/>
              <a:buBlip>
                <a:blip r:embed="rId4"/>
              </a:buBlip>
              <a:defRPr sz="1050">
                <a:latin typeface="Arial" panose="020B0604020202020204" pitchFamily="34" charset="0"/>
                <a:cs typeface="Arial" panose="020B0604020202020204" pitchFamily="34" charset="0"/>
              </a:defRPr>
            </a:lvl3pPr>
            <a:lvl4pPr marL="1200120" indent="-171446">
              <a:buFont typeface="Wingdings" panose="05000000000000000000" pitchFamily="2" charset="2"/>
              <a:buChar char="§"/>
              <a:defRPr sz="1050">
                <a:latin typeface="Arial" panose="020B0604020202020204" pitchFamily="34" charset="0"/>
                <a:cs typeface="Arial" panose="020B0604020202020204" pitchFamily="34" charset="0"/>
              </a:defRPr>
            </a:lvl4pPr>
            <a:lvl5pPr marL="1543012" indent="-171446">
              <a:buFont typeface="Arial" panose="020B0604020202020204" pitchFamily="34" charset="0"/>
              <a:buChar char="•"/>
              <a:defRPr sz="1050">
                <a:latin typeface="Arial" panose="020B0604020202020204" pitchFamily="34" charset="0"/>
                <a:cs typeface="Arial" panose="020B0604020202020204" pitchFamily="34" charset="0"/>
              </a:defRPr>
            </a:lvl5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GB"/>
          </a:p>
        </p:txBody>
      </p:sp>
    </p:spTree>
    <p:extLst>
      <p:ext uri="{BB962C8B-B14F-4D97-AF65-F5344CB8AC3E}">
        <p14:creationId xmlns:p14="http://schemas.microsoft.com/office/powerpoint/2010/main" val="1736626577"/>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Logotipo&#10;&#10;Descripción generada automáticamente">
            <a:extLst>
              <a:ext uri="{FF2B5EF4-FFF2-40B4-BE49-F238E27FC236}">
                <a16:creationId xmlns:a16="http://schemas.microsoft.com/office/drawing/2014/main" id="{9BCB9C88-4075-4FDE-953B-650C6FE011C1}"/>
              </a:ext>
            </a:extLst>
          </p:cNvPr>
          <p:cNvPicPr>
            <a:picLocks noChangeAspect="1"/>
          </p:cNvPicPr>
          <p:nvPr userDrawn="1"/>
        </p:nvPicPr>
        <p:blipFill>
          <a:blip r:embed="rId3"/>
          <a:stretch>
            <a:fillRect/>
          </a:stretch>
        </p:blipFill>
        <p:spPr>
          <a:xfrm>
            <a:off x="7326793" y="3822650"/>
            <a:ext cx="1357154" cy="713891"/>
          </a:xfrm>
          <a:prstGeom prst="rect">
            <a:avLst/>
          </a:prstGeom>
        </p:spPr>
      </p:pic>
    </p:spTree>
    <p:extLst>
      <p:ext uri="{BB962C8B-B14F-4D97-AF65-F5344CB8AC3E}">
        <p14:creationId xmlns:p14="http://schemas.microsoft.com/office/powerpoint/2010/main" val="108741745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4_Diapositive de titre">
    <p:bg>
      <p:bgPr>
        <a:blipFill dpi="0" rotWithShape="1">
          <a:blip r:embed="rId2">
            <a:lum/>
          </a:blip>
          <a:srcRect/>
          <a:stretch>
            <a:fillRect t="-44000" b="-44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3" name="Imagen 2" descr="Un dibujo de un perro blanco y negro&#10;&#10;Descripción generada automáticamente con confianza baja">
            <a:extLst>
              <a:ext uri="{FF2B5EF4-FFF2-40B4-BE49-F238E27FC236}">
                <a16:creationId xmlns:a16="http://schemas.microsoft.com/office/drawing/2014/main" id="{930CFA69-9EF6-4454-9345-B8A1E083D317}"/>
              </a:ext>
            </a:extLst>
          </p:cNvPr>
          <p:cNvPicPr>
            <a:picLocks noChangeAspect="1"/>
          </p:cNvPicPr>
          <p:nvPr userDrawn="1"/>
        </p:nvPicPr>
        <p:blipFill>
          <a:blip r:embed="rId3"/>
          <a:stretch>
            <a:fillRect/>
          </a:stretch>
        </p:blipFill>
        <p:spPr>
          <a:xfrm>
            <a:off x="7450931" y="3886259"/>
            <a:ext cx="1225873" cy="644834"/>
          </a:xfrm>
          <a:prstGeom prst="rect">
            <a:avLst/>
          </a:prstGeom>
        </p:spPr>
      </p:pic>
    </p:spTree>
    <p:extLst>
      <p:ext uri="{BB962C8B-B14F-4D97-AF65-F5344CB8AC3E}">
        <p14:creationId xmlns:p14="http://schemas.microsoft.com/office/powerpoint/2010/main" val="89384475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5_Diapositive de titre">
    <p:bg>
      <p:bgPr>
        <a:blipFill dpi="0" rotWithShape="1">
          <a:blip r:embed="rId2">
            <a:lum/>
          </a:blip>
          <a:srcRect/>
          <a:stretch>
            <a:fillRect t="-22000" b="-22000"/>
          </a:stretch>
        </a:blip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FF46AF3E-FCF9-E048-940B-9B5CC60EC34F}"/>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noProof="0"/>
              <a:t>    Titre TITLE</a:t>
            </a:r>
            <a:br>
              <a:rPr lang="en-GB" noProof="0"/>
            </a:br>
            <a:r>
              <a:rPr lang="en-GB" noProof="0"/>
              <a:t>  TITRE TITLE TITRE</a:t>
            </a:r>
          </a:p>
        </p:txBody>
      </p:sp>
      <p:sp>
        <p:nvSpPr>
          <p:cNvPr id="11" name="Sous-titre 2">
            <a:extLst>
              <a:ext uri="{FF2B5EF4-FFF2-40B4-BE49-F238E27FC236}">
                <a16:creationId xmlns:a16="http://schemas.microsoft.com/office/drawing/2014/main" id="{1F26D7B4-2798-5846-97E7-6C56C527975B}"/>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820ECF0-096E-4068-B6C0-472415A7566D}"/>
              </a:ext>
            </a:extLst>
          </p:cNvPr>
          <p:cNvPicPr>
            <a:picLocks noChangeAspect="1"/>
          </p:cNvPicPr>
          <p:nvPr userDrawn="1"/>
        </p:nvPicPr>
        <p:blipFill>
          <a:blip r:embed="rId3"/>
          <a:stretch>
            <a:fillRect/>
          </a:stretch>
        </p:blipFill>
        <p:spPr>
          <a:xfrm>
            <a:off x="7650956" y="170362"/>
            <a:ext cx="1225873" cy="644834"/>
          </a:xfrm>
          <a:prstGeom prst="rect">
            <a:avLst/>
          </a:prstGeom>
        </p:spPr>
      </p:pic>
    </p:spTree>
    <p:extLst>
      <p:ext uri="{BB962C8B-B14F-4D97-AF65-F5344CB8AC3E}">
        <p14:creationId xmlns:p14="http://schemas.microsoft.com/office/powerpoint/2010/main" val="98177445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3_Diapositive de titre">
    <p:bg>
      <p:bgPr>
        <a:solidFill>
          <a:srgbClr val="014E9F"/>
        </a:solidFill>
        <a:effectLst/>
      </p:bgPr>
    </p:bg>
    <p:spTree>
      <p:nvGrpSpPr>
        <p:cNvPr id="1" name=""/>
        <p:cNvGrpSpPr/>
        <p:nvPr/>
      </p:nvGrpSpPr>
      <p:grpSpPr>
        <a:xfrm>
          <a:off x="0" y="0"/>
          <a:ext cx="0" cy="0"/>
          <a:chOff x="0" y="0"/>
          <a:chExt cx="0" cy="0"/>
        </a:xfrm>
      </p:grpSpPr>
      <p:sp>
        <p:nvSpPr>
          <p:cNvPr id="6" name="Titre 3">
            <a:extLst>
              <a:ext uri="{FF2B5EF4-FFF2-40B4-BE49-F238E27FC236}">
                <a16:creationId xmlns:a16="http://schemas.microsoft.com/office/drawing/2014/main" id="{5F488E68-108E-D44B-9421-195C339C870B}"/>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8" name="Sous-titre 2">
            <a:extLst>
              <a:ext uri="{FF2B5EF4-FFF2-40B4-BE49-F238E27FC236}">
                <a16:creationId xmlns:a16="http://schemas.microsoft.com/office/drawing/2014/main" id="{2C33B8D4-4005-C345-8515-4D12A633297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67D92237-FF96-4A2C-94D8-082BD4B6D2C3}"/>
              </a:ext>
            </a:extLst>
          </p:cNvPr>
          <p:cNvPicPr>
            <a:picLocks noChangeAspect="1"/>
          </p:cNvPicPr>
          <p:nvPr userDrawn="1"/>
        </p:nvPicPr>
        <p:blipFill>
          <a:blip r:embed="rId2"/>
          <a:stretch>
            <a:fillRect/>
          </a:stretch>
        </p:blipFill>
        <p:spPr>
          <a:xfrm>
            <a:off x="7500937" y="3852667"/>
            <a:ext cx="1225873" cy="644834"/>
          </a:xfrm>
          <a:prstGeom prst="rect">
            <a:avLst/>
          </a:prstGeom>
        </p:spPr>
      </p:pic>
    </p:spTree>
    <p:extLst>
      <p:ext uri="{BB962C8B-B14F-4D97-AF65-F5344CB8AC3E}">
        <p14:creationId xmlns:p14="http://schemas.microsoft.com/office/powerpoint/2010/main" val="1788325952"/>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2_Diapositive de titr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5" name="Titre 3">
            <a:extLst>
              <a:ext uri="{FF2B5EF4-FFF2-40B4-BE49-F238E27FC236}">
                <a16:creationId xmlns:a16="http://schemas.microsoft.com/office/drawing/2014/main" id="{0A448A33-AC2A-174F-854D-D9637139CC60}"/>
              </a:ext>
            </a:extLst>
          </p:cNvPr>
          <p:cNvSpPr>
            <a:spLocks noGrp="1"/>
          </p:cNvSpPr>
          <p:nvPr>
            <p:ph type="title" hasCustomPrompt="1"/>
          </p:nvPr>
        </p:nvSpPr>
        <p:spPr>
          <a:xfrm>
            <a:off x="743343" y="606226"/>
            <a:ext cx="5543550" cy="1697885"/>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a:t>
            </a:r>
            <a:r>
              <a:rPr lang="en-GB" noProof="0"/>
              <a:t>Titre TITLE</a:t>
            </a:r>
            <a:br>
              <a:rPr lang="en-GB" noProof="0"/>
            </a:br>
            <a:r>
              <a:rPr lang="en-GB" noProof="0"/>
              <a:t>  TITRE TITLE TITRE</a:t>
            </a:r>
          </a:p>
        </p:txBody>
      </p:sp>
      <p:sp>
        <p:nvSpPr>
          <p:cNvPr id="6" name="Sous-titre 2">
            <a:extLst>
              <a:ext uri="{FF2B5EF4-FFF2-40B4-BE49-F238E27FC236}">
                <a16:creationId xmlns:a16="http://schemas.microsoft.com/office/drawing/2014/main" id="{3573ED48-84B9-934E-9C93-AA1AB83CD70D}"/>
              </a:ext>
            </a:extLst>
          </p:cNvPr>
          <p:cNvSpPr>
            <a:spLocks noGrp="1"/>
          </p:cNvSpPr>
          <p:nvPr>
            <p:ph type="subTitle" idx="1" hasCustomPrompt="1"/>
          </p:nvPr>
        </p:nvSpPr>
        <p:spPr>
          <a:xfrm>
            <a:off x="495036" y="2380044"/>
            <a:ext cx="5543549" cy="259427"/>
          </a:xfrm>
          <a:prstGeom prst="rect">
            <a:avLst/>
          </a:prstGeom>
          <a:noFill/>
          <a:ln>
            <a:noFill/>
          </a:ln>
        </p:spPr>
        <p:txBody>
          <a:bodyPr/>
          <a:lstStyle>
            <a:lvl1pPr marL="0" indent="0" algn="l">
              <a:buNone/>
              <a:defRPr lang="fr-FR" sz="105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fr-FR"/>
              <a:t>29/09/2020</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09DBB39F-3808-4685-9761-5F7CC4852840}"/>
              </a:ext>
            </a:extLst>
          </p:cNvPr>
          <p:cNvPicPr>
            <a:picLocks noChangeAspect="1"/>
          </p:cNvPicPr>
          <p:nvPr userDrawn="1"/>
        </p:nvPicPr>
        <p:blipFill>
          <a:blip r:embed="rId3"/>
          <a:stretch>
            <a:fillRect/>
          </a:stretch>
        </p:blipFill>
        <p:spPr>
          <a:xfrm>
            <a:off x="7581370" y="4050919"/>
            <a:ext cx="1225873" cy="644834"/>
          </a:xfrm>
          <a:prstGeom prst="rect">
            <a:avLst/>
          </a:prstGeom>
        </p:spPr>
      </p:pic>
    </p:spTree>
    <p:extLst>
      <p:ext uri="{BB962C8B-B14F-4D97-AF65-F5344CB8AC3E}">
        <p14:creationId xmlns:p14="http://schemas.microsoft.com/office/powerpoint/2010/main" val="52797847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Diapositive de titre">
    <p:bg>
      <p:bgPr>
        <a:solidFill>
          <a:srgbClr val="014E9F"/>
        </a:solidFill>
        <a:effectLst/>
      </p:bgPr>
    </p:bg>
    <p:spTree>
      <p:nvGrpSpPr>
        <p:cNvPr id="1" name=""/>
        <p:cNvGrpSpPr/>
        <p:nvPr/>
      </p:nvGrpSpPr>
      <p:grpSpPr>
        <a:xfrm>
          <a:off x="0" y="0"/>
          <a:ext cx="0" cy="0"/>
          <a:chOff x="0" y="0"/>
          <a:chExt cx="0" cy="0"/>
        </a:xfrm>
      </p:grpSpPr>
      <p:pic>
        <p:nvPicPr>
          <p:cNvPr id="26" name="Image 25">
            <a:extLst>
              <a:ext uri="{FF2B5EF4-FFF2-40B4-BE49-F238E27FC236}">
                <a16:creationId xmlns:a16="http://schemas.microsoft.com/office/drawing/2014/main" id="{89A94041-F71A-9640-80CF-0F0F0E50C544}"/>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57AF25D2-3EAF-904E-BB9E-3B6EF684F365}"/>
              </a:ext>
            </a:extLst>
          </p:cNvPr>
          <p:cNvSpPr>
            <a:spLocks noGrp="1"/>
          </p:cNvSpPr>
          <p:nvPr>
            <p:ph type="title" hasCustomPrompt="1"/>
          </p:nvPr>
        </p:nvSpPr>
        <p:spPr>
          <a:xfrm>
            <a:off x="528490" y="1355498"/>
            <a:ext cx="5543550" cy="2434092"/>
          </a:xfrm>
          <a:prstGeom prst="rect">
            <a:avLst/>
          </a:prstGeom>
          <a:noFill/>
        </p:spPr>
        <p:txBody>
          <a:bodyPr anchor="ctr"/>
          <a:lstStyle>
            <a:lvl1pPr algn="l">
              <a:defRPr sz="4050" b="1" i="0">
                <a:solidFill>
                  <a:schemeClr val="bg1"/>
                </a:solidFill>
                <a:latin typeface="Michelin" panose="02000000000000000000" pitchFamily="2" charset="0"/>
              </a:defRPr>
            </a:lvl1pPr>
          </a:lstStyle>
          <a:p>
            <a:r>
              <a:rPr lang="en-GB"/>
              <a:t>      01.</a:t>
            </a:r>
            <a:br>
              <a:rPr lang="en-GB"/>
            </a:br>
            <a:r>
              <a:rPr lang="en-GB"/>
              <a:t>    Titre TITLE</a:t>
            </a:r>
            <a:br>
              <a:rPr lang="en-GB"/>
            </a:br>
            <a:r>
              <a:rPr lang="en-GB"/>
              <a:t>  TITRE TITLE</a:t>
            </a:r>
            <a:br>
              <a:rPr lang="en-GB"/>
            </a:br>
            <a:r>
              <a:rPr lang="en-GB"/>
              <a:t>TITRE</a:t>
            </a:r>
          </a:p>
        </p:txBody>
      </p:sp>
      <p:pic>
        <p:nvPicPr>
          <p:cNvPr id="5" name="Imagen 4" descr="Un dibujo de un perro blanco y negro&#10;&#10;Descripción generada automáticamente con confianza baja">
            <a:extLst>
              <a:ext uri="{FF2B5EF4-FFF2-40B4-BE49-F238E27FC236}">
                <a16:creationId xmlns:a16="http://schemas.microsoft.com/office/drawing/2014/main" id="{A3EEEB8D-C662-4765-8EC7-D21E8B1BF3E5}"/>
              </a:ext>
            </a:extLst>
          </p:cNvPr>
          <p:cNvPicPr>
            <a:picLocks noChangeAspect="1"/>
          </p:cNvPicPr>
          <p:nvPr userDrawn="1"/>
        </p:nvPicPr>
        <p:blipFill>
          <a:blip r:embed="rId3"/>
          <a:stretch>
            <a:fillRect/>
          </a:stretch>
        </p:blipFill>
        <p:spPr>
          <a:xfrm>
            <a:off x="7550943" y="3886259"/>
            <a:ext cx="1225873" cy="644834"/>
          </a:xfrm>
          <a:prstGeom prst="rect">
            <a:avLst/>
          </a:prstGeom>
        </p:spPr>
      </p:pic>
    </p:spTree>
    <p:extLst>
      <p:ext uri="{BB962C8B-B14F-4D97-AF65-F5344CB8AC3E}">
        <p14:creationId xmlns:p14="http://schemas.microsoft.com/office/powerpoint/2010/main" val="21638465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Disposition personnalisée">
    <p:bg>
      <p:bgPr>
        <a:solidFill>
          <a:srgbClr val="014E9F"/>
        </a:solidFill>
        <a:effectLst/>
      </p:bgPr>
    </p:bg>
    <p:spTree>
      <p:nvGrpSpPr>
        <p:cNvPr id="1" name=""/>
        <p:cNvGrpSpPr/>
        <p:nvPr/>
      </p:nvGrpSpPr>
      <p:grpSpPr>
        <a:xfrm>
          <a:off x="0" y="0"/>
          <a:ext cx="0" cy="0"/>
          <a:chOff x="0" y="0"/>
          <a:chExt cx="0" cy="0"/>
        </a:xfrm>
      </p:grpSpPr>
      <p:pic>
        <p:nvPicPr>
          <p:cNvPr id="12" name="Image 11">
            <a:extLst>
              <a:ext uri="{FF2B5EF4-FFF2-40B4-BE49-F238E27FC236}">
                <a16:creationId xmlns:a16="http://schemas.microsoft.com/office/drawing/2014/main" id="{E3CF721B-AF71-9E4F-BB7B-6D2000C992E6}"/>
              </a:ext>
            </a:extLst>
          </p:cNvPr>
          <p:cNvPicPr>
            <a:picLocks noChangeAspect="1"/>
          </p:cNvPicPr>
          <p:nvPr userDrawn="1"/>
        </p:nvPicPr>
        <p:blipFill>
          <a:blip r:embed="rId2" cstate="screen">
            <a:extLst>
              <a:ext uri="{28A0092B-C50C-407E-A947-70E740481C1C}">
                <a14:useLocalDpi xmlns:a14="http://schemas.microsoft.com/office/drawing/2010/main"/>
              </a:ext>
            </a:extLst>
          </a:blip>
          <a:stretch>
            <a:fillRect/>
          </a:stretch>
        </p:blipFill>
        <p:spPr>
          <a:xfrm>
            <a:off x="6260092" y="-74475"/>
            <a:ext cx="2893433" cy="4898973"/>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7"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noProof="0"/>
              <a:t>Titre</a:t>
            </a:r>
            <a:br>
              <a:rPr lang="en-GB" noProof="0"/>
            </a:br>
            <a:r>
              <a:rPr lang="en-GB" noProof="0"/>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319822"/>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5543549"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440A12D6-8475-49A4-B70E-D19D850C9DE3}"/>
              </a:ext>
            </a:extLst>
          </p:cNvPr>
          <p:cNvPicPr>
            <a:picLocks noChangeAspect="1"/>
          </p:cNvPicPr>
          <p:nvPr userDrawn="1"/>
        </p:nvPicPr>
        <p:blipFill>
          <a:blip r:embed="rId3"/>
          <a:stretch>
            <a:fillRect/>
          </a:stretch>
        </p:blipFill>
        <p:spPr>
          <a:xfrm>
            <a:off x="7599754" y="3954768"/>
            <a:ext cx="1225873" cy="644834"/>
          </a:xfrm>
          <a:prstGeom prst="rect">
            <a:avLst/>
          </a:prstGeom>
        </p:spPr>
      </p:pic>
    </p:spTree>
    <p:extLst>
      <p:ext uri="{BB962C8B-B14F-4D97-AF65-F5344CB8AC3E}">
        <p14:creationId xmlns:p14="http://schemas.microsoft.com/office/powerpoint/2010/main" val="3046260141"/>
      </p:ext>
    </p:extLst>
  </p:cSld>
  <p:clrMapOvr>
    <a:overrideClrMapping bg1="lt1" tx1="dk1" bg2="lt2" tx2="dk2" accent1="accent1" accent2="accent2" accent3="accent3" accent4="accent4" accent5="accent5" accent6="accent6" hlink="hlink" folHlink="folHlink"/>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rgbClr val="014E9F"/>
        </a:solidFill>
        <a:effectLst/>
      </p:bgPr>
    </p:bg>
    <p:spTree>
      <p:nvGrpSpPr>
        <p:cNvPr id="1" name=""/>
        <p:cNvGrpSpPr/>
        <p:nvPr/>
      </p:nvGrpSpPr>
      <p:grpSpPr>
        <a:xfrm>
          <a:off x="0" y="0"/>
          <a:ext cx="0" cy="0"/>
          <a:chOff x="0" y="0"/>
          <a:chExt cx="0" cy="0"/>
        </a:xfrm>
      </p:grpSpPr>
      <p:pic>
        <p:nvPicPr>
          <p:cNvPr id="3" name="Image 2">
            <a:extLst>
              <a:ext uri="{FF2B5EF4-FFF2-40B4-BE49-F238E27FC236}">
                <a16:creationId xmlns:a16="http://schemas.microsoft.com/office/drawing/2014/main" id="{C23F0ACB-9EBF-B24A-ADA2-5C87C2C9128A}"/>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72000" y="0"/>
            <a:ext cx="4572000" cy="489234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481846" y="325436"/>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481846" y="1288991"/>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7" name="Espace réservé du contenu 3">
            <a:extLst>
              <a:ext uri="{FF2B5EF4-FFF2-40B4-BE49-F238E27FC236}">
                <a16:creationId xmlns:a16="http://schemas.microsoft.com/office/drawing/2014/main" id="{95F6F683-D9B8-FF43-8DAA-1FBB8E8AB7EE}"/>
              </a:ext>
            </a:extLst>
          </p:cNvPr>
          <p:cNvSpPr>
            <a:spLocks noGrp="1"/>
          </p:cNvSpPr>
          <p:nvPr>
            <p:ph sz="half" idx="2" hasCustomPrompt="1"/>
          </p:nvPr>
        </p:nvSpPr>
        <p:spPr>
          <a:xfrm>
            <a:off x="481846" y="1694475"/>
            <a:ext cx="3686893" cy="2582710"/>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8" name="Imagen 7" descr="Un dibujo de un perro blanco y negro&#10;&#10;Descripción generada automáticamente con confianza baja">
            <a:extLst>
              <a:ext uri="{FF2B5EF4-FFF2-40B4-BE49-F238E27FC236}">
                <a16:creationId xmlns:a16="http://schemas.microsoft.com/office/drawing/2014/main" id="{B432125C-0C1F-49A2-9662-BDB3EE5CBC00}"/>
              </a:ext>
            </a:extLst>
          </p:cNvPr>
          <p:cNvPicPr>
            <a:picLocks noChangeAspect="1"/>
          </p:cNvPicPr>
          <p:nvPr userDrawn="1"/>
        </p:nvPicPr>
        <p:blipFill>
          <a:blip r:embed="rId3"/>
          <a:stretch>
            <a:fillRect/>
          </a:stretch>
        </p:blipFill>
        <p:spPr>
          <a:xfrm>
            <a:off x="7600950" y="3886259"/>
            <a:ext cx="1225873" cy="644834"/>
          </a:xfrm>
          <a:prstGeom prst="rect">
            <a:avLst/>
          </a:prstGeom>
        </p:spPr>
      </p:pic>
    </p:spTree>
    <p:extLst>
      <p:ext uri="{BB962C8B-B14F-4D97-AF65-F5344CB8AC3E}">
        <p14:creationId xmlns:p14="http://schemas.microsoft.com/office/powerpoint/2010/main" val="60474190"/>
      </p:ext>
    </p:extLst>
  </p:cSld>
  <p:clrMapOvr>
    <a:overrideClrMapping bg1="lt1" tx1="dk1" bg2="lt2" tx2="dk2" accent1="accent1" accent2="accent2" accent3="accent3" accent4="accent4" accent5="accent5" accent6="accent6" hlink="hlink" folHlink="folHlink"/>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3_Disposition personnalisée">
    <p:bg>
      <p:bgPr>
        <a:solidFill>
          <a:srgbClr val="014E9F"/>
        </a:solidFill>
        <a:effectLst/>
      </p:bgPr>
    </p:bg>
    <p:spTree>
      <p:nvGrpSpPr>
        <p:cNvPr id="1" name=""/>
        <p:cNvGrpSpPr/>
        <p:nvPr/>
      </p:nvGrpSpPr>
      <p:grpSpPr>
        <a:xfrm>
          <a:off x="0" y="0"/>
          <a:ext cx="0" cy="0"/>
          <a:chOff x="0" y="0"/>
          <a:chExt cx="0" cy="0"/>
        </a:xfrm>
      </p:grpSpPr>
      <p:pic>
        <p:nvPicPr>
          <p:cNvPr id="9" name="Image 8">
            <a:extLst>
              <a:ext uri="{FF2B5EF4-FFF2-40B4-BE49-F238E27FC236}">
                <a16:creationId xmlns:a16="http://schemas.microsoft.com/office/drawing/2014/main" id="{D33068A7-B824-1A46-888C-CEE728224E7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 y="0"/>
            <a:ext cx="2893433" cy="4895957"/>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3253928" y="372739"/>
            <a:ext cx="5543550"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3253927" y="1286070"/>
            <a:ext cx="5543549"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8" name="Espace réservé du contenu 3">
            <a:extLst>
              <a:ext uri="{FF2B5EF4-FFF2-40B4-BE49-F238E27FC236}">
                <a16:creationId xmlns:a16="http://schemas.microsoft.com/office/drawing/2014/main" id="{EA9B8705-1F0B-5644-8F49-553A64CD2DC6}"/>
              </a:ext>
            </a:extLst>
          </p:cNvPr>
          <p:cNvSpPr>
            <a:spLocks noGrp="1"/>
          </p:cNvSpPr>
          <p:nvPr>
            <p:ph sz="half" idx="2" hasCustomPrompt="1"/>
          </p:nvPr>
        </p:nvSpPr>
        <p:spPr>
          <a:xfrm>
            <a:off x="3253928" y="1691120"/>
            <a:ext cx="4463127" cy="2582710"/>
          </a:xfrm>
          <a:prstGeom prst="rect">
            <a:avLst/>
          </a:prstGeom>
        </p:spPr>
        <p:txBody>
          <a:bodyPr/>
          <a:lstStyle>
            <a:lvl1pPr marL="257175" indent="-257175">
              <a:buClr>
                <a:schemeClr val="bg1"/>
              </a:buClr>
              <a:buFont typeface="Wingdings" charset="2"/>
              <a:buChar char=""/>
              <a:defRPr sz="15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35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35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7" name="Imagen 6" descr="Un dibujo de un perro blanco y negro&#10;&#10;Descripción generada automáticamente con confianza baja">
            <a:extLst>
              <a:ext uri="{FF2B5EF4-FFF2-40B4-BE49-F238E27FC236}">
                <a16:creationId xmlns:a16="http://schemas.microsoft.com/office/drawing/2014/main" id="{A1AAEF17-29E6-4458-BC96-8D250A99686B}"/>
              </a:ext>
            </a:extLst>
          </p:cNvPr>
          <p:cNvPicPr>
            <a:picLocks noChangeAspect="1"/>
          </p:cNvPicPr>
          <p:nvPr userDrawn="1"/>
        </p:nvPicPr>
        <p:blipFill>
          <a:blip r:embed="rId3"/>
          <a:stretch>
            <a:fillRect/>
          </a:stretch>
        </p:blipFill>
        <p:spPr>
          <a:xfrm>
            <a:off x="7622381" y="3951413"/>
            <a:ext cx="1225873" cy="644834"/>
          </a:xfrm>
          <a:prstGeom prst="rect">
            <a:avLst/>
          </a:prstGeom>
        </p:spPr>
      </p:pic>
    </p:spTree>
    <p:extLst>
      <p:ext uri="{BB962C8B-B14F-4D97-AF65-F5344CB8AC3E}">
        <p14:creationId xmlns:p14="http://schemas.microsoft.com/office/powerpoint/2010/main" val="1765252207"/>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4_Disposition personnalisée">
    <p:bg>
      <p:bgPr>
        <a:solidFill>
          <a:srgbClr val="014E9F"/>
        </a:solidFill>
        <a:effectLst/>
      </p:bgPr>
    </p:bg>
    <p:spTree>
      <p:nvGrpSpPr>
        <p:cNvPr id="1" name=""/>
        <p:cNvGrpSpPr/>
        <p:nvPr/>
      </p:nvGrpSpPr>
      <p:grpSpPr>
        <a:xfrm>
          <a:off x="0" y="0"/>
          <a:ext cx="0" cy="0"/>
          <a:chOff x="0" y="0"/>
          <a:chExt cx="0" cy="0"/>
        </a:xfrm>
      </p:grpSpPr>
      <p:sp>
        <p:nvSpPr>
          <p:cNvPr id="7" name="Titre 3">
            <a:extLst>
              <a:ext uri="{FF2B5EF4-FFF2-40B4-BE49-F238E27FC236}">
                <a16:creationId xmlns:a16="http://schemas.microsoft.com/office/drawing/2014/main" id="{4C1C9CFE-EFDB-FF48-9DE9-AB4F908131A9}"/>
              </a:ext>
            </a:extLst>
          </p:cNvPr>
          <p:cNvSpPr>
            <a:spLocks noGrp="1"/>
          </p:cNvSpPr>
          <p:nvPr>
            <p:ph type="title" hasCustomPrompt="1"/>
          </p:nvPr>
        </p:nvSpPr>
        <p:spPr>
          <a:xfrm>
            <a:off x="4989632" y="340852"/>
            <a:ext cx="3686892" cy="890527"/>
          </a:xfrm>
          <a:prstGeom prst="rect">
            <a:avLst/>
          </a:prstGeom>
          <a:noFill/>
        </p:spPr>
        <p:txBody>
          <a:bodyPr anchor="ctr"/>
          <a:lstStyle>
            <a:lvl1pPr algn="l">
              <a:defRPr sz="3000" b="1" i="0">
                <a:solidFill>
                  <a:schemeClr val="bg1"/>
                </a:solidFill>
                <a:latin typeface="Michelin" panose="02000000000000000000" pitchFamily="2" charset="0"/>
              </a:defRPr>
            </a:lvl1pPr>
          </a:lstStyle>
          <a:p>
            <a:r>
              <a:rPr lang="en-GB"/>
              <a:t>Titre</a:t>
            </a:r>
            <a:br>
              <a:rPr lang="en-GB"/>
            </a:br>
            <a:r>
              <a:rPr lang="en-GB"/>
              <a:t>TITLE</a:t>
            </a:r>
          </a:p>
        </p:txBody>
      </p:sp>
      <p:sp>
        <p:nvSpPr>
          <p:cNvPr id="10" name="Sous-titre 2">
            <a:extLst>
              <a:ext uri="{FF2B5EF4-FFF2-40B4-BE49-F238E27FC236}">
                <a16:creationId xmlns:a16="http://schemas.microsoft.com/office/drawing/2014/main" id="{5796F34F-CB38-6A46-8A54-4350538B1821}"/>
              </a:ext>
            </a:extLst>
          </p:cNvPr>
          <p:cNvSpPr>
            <a:spLocks noGrp="1"/>
          </p:cNvSpPr>
          <p:nvPr>
            <p:ph type="subTitle" idx="1" hasCustomPrompt="1"/>
          </p:nvPr>
        </p:nvSpPr>
        <p:spPr>
          <a:xfrm>
            <a:off x="4989633" y="1304407"/>
            <a:ext cx="3686891" cy="259427"/>
          </a:xfrm>
          <a:prstGeom prst="rect">
            <a:avLst/>
          </a:prstGeom>
          <a:noFill/>
          <a:ln>
            <a:noFill/>
          </a:ln>
        </p:spPr>
        <p:txBody>
          <a:bodyPr/>
          <a:lstStyle>
            <a:lvl1pPr marL="0" indent="0" algn="l">
              <a:buNone/>
              <a:defRPr lang="fr-FR" sz="900" b="1" i="0" kern="1200" baseline="0" smtClean="0">
                <a:solidFill>
                  <a:schemeClr val="bg1"/>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12" name="Espace réservé du contenu 3">
            <a:extLst>
              <a:ext uri="{FF2B5EF4-FFF2-40B4-BE49-F238E27FC236}">
                <a16:creationId xmlns:a16="http://schemas.microsoft.com/office/drawing/2014/main" id="{8FD7DD1D-E93C-5345-A33A-628C9AC5363F}"/>
              </a:ext>
            </a:extLst>
          </p:cNvPr>
          <p:cNvSpPr>
            <a:spLocks noGrp="1"/>
          </p:cNvSpPr>
          <p:nvPr>
            <p:ph sz="half" idx="2" hasCustomPrompt="1"/>
          </p:nvPr>
        </p:nvSpPr>
        <p:spPr>
          <a:xfrm>
            <a:off x="4989633" y="1694475"/>
            <a:ext cx="3686893" cy="2449164"/>
          </a:xfrm>
          <a:prstGeom prst="rect">
            <a:avLst/>
          </a:prstGeom>
        </p:spPr>
        <p:txBody>
          <a:bodyPr/>
          <a:lstStyle>
            <a:lvl1pPr marL="257175" indent="-257175">
              <a:buClr>
                <a:schemeClr val="bg1"/>
              </a:buClr>
              <a:buFont typeface="Wingdings" charset="2"/>
              <a:buChar char=""/>
              <a:defRPr sz="1200" b="1" i="1" baseline="0">
                <a:solidFill>
                  <a:schemeClr val="bg1"/>
                </a:solidFill>
                <a:latin typeface="Arial" panose="020B0604020202020204" pitchFamily="34" charset="0"/>
                <a:cs typeface="Arial" panose="020B0604020202020204" pitchFamily="34" charset="0"/>
              </a:defRPr>
            </a:lvl1pPr>
            <a:lvl2pPr marL="557213" indent="-214313">
              <a:buClr>
                <a:schemeClr val="bg1"/>
              </a:buClr>
              <a:buSzPct val="100000"/>
              <a:buFont typeface="Lucida Grande"/>
              <a:buChar char="●"/>
              <a:defRPr sz="1200" b="1" baseline="0">
                <a:solidFill>
                  <a:schemeClr val="bg1"/>
                </a:solidFill>
                <a:latin typeface="Arial" panose="020B0604020202020204" pitchFamily="34" charset="0"/>
                <a:cs typeface="Arial" panose="020B0604020202020204" pitchFamily="34" charset="0"/>
              </a:defRPr>
            </a:lvl2pPr>
            <a:lvl3pPr marL="857250" indent="-171450">
              <a:buClr>
                <a:schemeClr val="bg1"/>
              </a:buClr>
              <a:buFont typeface="Wingdings" pitchFamily="2" charset="2"/>
              <a:buChar char="§"/>
              <a:defRPr sz="1200" baseline="0">
                <a:solidFill>
                  <a:schemeClr val="bg1"/>
                </a:solidFill>
                <a:latin typeface="Arial" panose="020B0604020202020204" pitchFamily="34" charset="0"/>
                <a:cs typeface="Arial" panose="020B0604020202020204" pitchFamily="34" charset="0"/>
              </a:defRPr>
            </a:lvl3pPr>
            <a:lvl4pPr marL="1200150" indent="-171450">
              <a:buClr>
                <a:schemeClr val="bg1"/>
              </a:buClr>
              <a:buFont typeface="Lucida Grande"/>
              <a:buChar char="▸"/>
              <a:defRPr sz="1050">
                <a:solidFill>
                  <a:schemeClr val="bg1"/>
                </a:solidFill>
                <a:latin typeface="Arial" panose="020B0604020202020204" pitchFamily="34" charset="0"/>
                <a:cs typeface="Arial" panose="020B0604020202020204" pitchFamily="34" charset="0"/>
              </a:defRPr>
            </a:lvl4pPr>
            <a:lvl5pPr marL="1543050" indent="-171450">
              <a:buClr>
                <a:schemeClr val="bg1"/>
              </a:buClr>
              <a:buFont typeface="Wingdings" pitchFamily="2" charset="2"/>
              <a:buChar char="v"/>
              <a:defRPr sz="900">
                <a:solidFill>
                  <a:schemeClr val="bg1"/>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3" name="Image 2">
            <a:extLst>
              <a:ext uri="{FF2B5EF4-FFF2-40B4-BE49-F238E27FC236}">
                <a16:creationId xmlns:a16="http://schemas.microsoft.com/office/drawing/2014/main" id="{89C5EBB6-13E1-844D-836F-EB73FD3A56C7}"/>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b="-182"/>
          <a:stretch/>
        </p:blipFill>
        <p:spPr>
          <a:xfrm>
            <a:off x="0" y="1"/>
            <a:ext cx="4572000" cy="4904415"/>
          </a:xfrm>
          <a:prstGeom prst="rect">
            <a:avLst/>
          </a:prstGeom>
        </p:spPr>
      </p:pic>
      <p:pic>
        <p:nvPicPr>
          <p:cNvPr id="8" name="Imagen 7" descr="Un dibujo de un perro blanco y negro&#10;&#10;Descripción generada automáticamente con confianza baja">
            <a:extLst>
              <a:ext uri="{FF2B5EF4-FFF2-40B4-BE49-F238E27FC236}">
                <a16:creationId xmlns:a16="http://schemas.microsoft.com/office/drawing/2014/main" id="{0E1812A3-5125-43EC-8B83-2531097E9481}"/>
              </a:ext>
            </a:extLst>
          </p:cNvPr>
          <p:cNvPicPr>
            <a:picLocks noChangeAspect="1"/>
          </p:cNvPicPr>
          <p:nvPr userDrawn="1"/>
        </p:nvPicPr>
        <p:blipFill>
          <a:blip r:embed="rId3"/>
          <a:stretch>
            <a:fillRect/>
          </a:stretch>
        </p:blipFill>
        <p:spPr>
          <a:xfrm>
            <a:off x="7808119" y="4120832"/>
            <a:ext cx="1059653" cy="557399"/>
          </a:xfrm>
          <a:prstGeom prst="rect">
            <a:avLst/>
          </a:prstGeom>
        </p:spPr>
      </p:pic>
    </p:spTree>
    <p:extLst>
      <p:ext uri="{BB962C8B-B14F-4D97-AF65-F5344CB8AC3E}">
        <p14:creationId xmlns:p14="http://schemas.microsoft.com/office/powerpoint/2010/main" val="1949770591"/>
      </p:ext>
    </p:extLst>
  </p:cSld>
  <p:clrMapOvr>
    <a:overrideClrMapping bg1="lt1" tx1="dk1" bg2="lt2" tx2="dk2" accent1="accent1" accent2="accent2" accent3="accent3" accent4="accent4" accent5="accent5" accent6="accent6" hlink="hlink" folHlink="folHlink"/>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2_Disposition personnalisée">
    <p:bg>
      <p:bgPr>
        <a:solidFill>
          <a:schemeClr val="bg1"/>
        </a:solidFill>
        <a:effectLst/>
      </p:bgPr>
    </p:bg>
    <p:spTree>
      <p:nvGrpSpPr>
        <p:cNvPr id="1" name=""/>
        <p:cNvGrpSpPr/>
        <p:nvPr/>
      </p:nvGrpSpPr>
      <p:grpSpPr>
        <a:xfrm>
          <a:off x="0" y="0"/>
          <a:ext cx="0" cy="0"/>
          <a:chOff x="0" y="0"/>
          <a:chExt cx="0" cy="0"/>
        </a:xfrm>
      </p:grpSpPr>
      <p:pic>
        <p:nvPicPr>
          <p:cNvPr id="7" name="Image 6">
            <a:extLst>
              <a:ext uri="{FF2B5EF4-FFF2-40B4-BE49-F238E27FC236}">
                <a16:creationId xmlns:a16="http://schemas.microsoft.com/office/drawing/2014/main" id="{D83B10C9-53EA-934F-A768-591D5632B21B}"/>
              </a:ext>
            </a:extLst>
          </p:cNvPr>
          <p:cNvPicPr>
            <a:picLocks noChangeAspect="1"/>
          </p:cNvPicPr>
          <p:nvPr userDrawn="1"/>
        </p:nvPicPr>
        <p:blipFill>
          <a:blip r:embed="rId2"/>
          <a:stretch>
            <a:fillRect/>
          </a:stretch>
        </p:blipFill>
        <p:spPr>
          <a:xfrm>
            <a:off x="0" y="0"/>
            <a:ext cx="9144000" cy="638372"/>
          </a:xfrm>
          <a:prstGeom prst="rect">
            <a:avLst/>
          </a:prstGeom>
        </p:spPr>
      </p:pic>
      <p:sp>
        <p:nvSpPr>
          <p:cNvPr id="14" name="Titre 3">
            <a:extLst>
              <a:ext uri="{FF2B5EF4-FFF2-40B4-BE49-F238E27FC236}">
                <a16:creationId xmlns:a16="http://schemas.microsoft.com/office/drawing/2014/main" id="{98F3E029-05D4-4945-9E36-3B3D678D8F93}"/>
              </a:ext>
            </a:extLst>
          </p:cNvPr>
          <p:cNvSpPr>
            <a:spLocks noGrp="1"/>
          </p:cNvSpPr>
          <p:nvPr>
            <p:ph type="title" hasCustomPrompt="1"/>
          </p:nvPr>
        </p:nvSpPr>
        <p:spPr>
          <a:xfrm>
            <a:off x="1800225" y="1017753"/>
            <a:ext cx="5543550" cy="418088"/>
          </a:xfrm>
          <a:prstGeom prst="rect">
            <a:avLst/>
          </a:prstGeom>
          <a:noFill/>
        </p:spPr>
        <p:txBody>
          <a:bodyPr anchor="ctr"/>
          <a:lstStyle>
            <a:lvl1pPr algn="l">
              <a:defRPr sz="3000" b="1" i="0">
                <a:solidFill>
                  <a:srgbClr val="014E9F"/>
                </a:solidFill>
                <a:latin typeface="Michelin" panose="02000000000000000000" pitchFamily="2" charset="0"/>
              </a:defRPr>
            </a:lvl1pPr>
          </a:lstStyle>
          <a:p>
            <a:r>
              <a:rPr lang="en-GB" noProof="0"/>
              <a:t>Titre TITLE</a:t>
            </a:r>
          </a:p>
        </p:txBody>
      </p:sp>
      <p:sp>
        <p:nvSpPr>
          <p:cNvPr id="17" name="Sous-titre 2">
            <a:extLst>
              <a:ext uri="{FF2B5EF4-FFF2-40B4-BE49-F238E27FC236}">
                <a16:creationId xmlns:a16="http://schemas.microsoft.com/office/drawing/2014/main" id="{CB2E5BC9-E70A-A24A-9F4D-E3EA8597C8ED}"/>
              </a:ext>
            </a:extLst>
          </p:cNvPr>
          <p:cNvSpPr>
            <a:spLocks noGrp="1"/>
          </p:cNvSpPr>
          <p:nvPr>
            <p:ph type="subTitle" idx="1" hasCustomPrompt="1"/>
          </p:nvPr>
        </p:nvSpPr>
        <p:spPr>
          <a:xfrm>
            <a:off x="1800225" y="1435841"/>
            <a:ext cx="5543549" cy="214485"/>
          </a:xfrm>
          <a:prstGeom prst="rect">
            <a:avLst/>
          </a:prstGeom>
          <a:noFill/>
          <a:ln>
            <a:noFill/>
          </a:ln>
        </p:spPr>
        <p:txBody>
          <a:bodyPr/>
          <a:lstStyle>
            <a:lvl1pPr marL="0" indent="0" algn="l">
              <a:buNone/>
              <a:defRPr lang="fr-FR" sz="900" b="1" i="0" kern="1200" baseline="0" smtClean="0">
                <a:solidFill>
                  <a:srgbClr val="014E9F"/>
                </a:solidFill>
                <a:latin typeface="Michelin SemiBold" panose="02000000000000000000" pitchFamily="2" charset="0"/>
                <a:ea typeface="+mn-ea"/>
                <a:cs typeface="Arial"/>
              </a:defRPr>
            </a:lvl1pPr>
            <a:lvl2pPr marL="342853" indent="0" algn="ctr">
              <a:buNone/>
              <a:defRPr>
                <a:solidFill>
                  <a:schemeClr val="tx1">
                    <a:tint val="75000"/>
                  </a:schemeClr>
                </a:solidFill>
              </a:defRPr>
            </a:lvl2pPr>
            <a:lvl3pPr marL="685705" indent="0" algn="ctr">
              <a:buNone/>
              <a:defRPr>
                <a:solidFill>
                  <a:schemeClr val="tx1">
                    <a:tint val="75000"/>
                  </a:schemeClr>
                </a:solidFill>
              </a:defRPr>
            </a:lvl3pPr>
            <a:lvl4pPr marL="1028558" indent="0" algn="ctr">
              <a:buNone/>
              <a:defRPr>
                <a:solidFill>
                  <a:schemeClr val="tx1">
                    <a:tint val="75000"/>
                  </a:schemeClr>
                </a:solidFill>
              </a:defRPr>
            </a:lvl4pPr>
            <a:lvl5pPr marL="1371410" indent="0" algn="ctr">
              <a:buNone/>
              <a:defRPr>
                <a:solidFill>
                  <a:schemeClr val="tx1">
                    <a:tint val="75000"/>
                  </a:schemeClr>
                </a:solidFill>
              </a:defRPr>
            </a:lvl5pPr>
            <a:lvl6pPr marL="1714262" indent="0" algn="ctr">
              <a:buNone/>
              <a:defRPr>
                <a:solidFill>
                  <a:schemeClr val="tx1">
                    <a:tint val="75000"/>
                  </a:schemeClr>
                </a:solidFill>
              </a:defRPr>
            </a:lvl6pPr>
            <a:lvl7pPr marL="2057114" indent="0" algn="ctr">
              <a:buNone/>
              <a:defRPr>
                <a:solidFill>
                  <a:schemeClr val="tx1">
                    <a:tint val="75000"/>
                  </a:schemeClr>
                </a:solidFill>
              </a:defRPr>
            </a:lvl7pPr>
            <a:lvl8pPr marL="2399967" indent="0" algn="ctr">
              <a:buNone/>
              <a:defRPr>
                <a:solidFill>
                  <a:schemeClr val="tx1">
                    <a:tint val="75000"/>
                  </a:schemeClr>
                </a:solidFill>
              </a:defRPr>
            </a:lvl8pPr>
            <a:lvl9pPr marL="2742820" indent="0" algn="ctr">
              <a:buNone/>
              <a:defRPr>
                <a:solidFill>
                  <a:schemeClr val="tx1">
                    <a:tint val="75000"/>
                  </a:schemeClr>
                </a:solidFill>
              </a:defRPr>
            </a:lvl9pPr>
          </a:lstStyle>
          <a:p>
            <a:r>
              <a:rPr lang="en-GB" noProof="0"/>
              <a:t>Sous titre / SUBTITLE</a:t>
            </a:r>
          </a:p>
        </p:txBody>
      </p:sp>
      <p:sp>
        <p:nvSpPr>
          <p:cNvPr id="9" name="Espace réservé du contenu 3">
            <a:extLst>
              <a:ext uri="{FF2B5EF4-FFF2-40B4-BE49-F238E27FC236}">
                <a16:creationId xmlns:a16="http://schemas.microsoft.com/office/drawing/2014/main" id="{9F0CC2BE-2D84-6145-8BF0-CAF681C2495A}"/>
              </a:ext>
            </a:extLst>
          </p:cNvPr>
          <p:cNvSpPr>
            <a:spLocks noGrp="1"/>
          </p:cNvSpPr>
          <p:nvPr>
            <p:ph sz="half" idx="2" hasCustomPrompt="1"/>
          </p:nvPr>
        </p:nvSpPr>
        <p:spPr>
          <a:xfrm>
            <a:off x="1800225" y="1815221"/>
            <a:ext cx="5543549" cy="2582710"/>
          </a:xfrm>
          <a:prstGeom prst="rect">
            <a:avLst/>
          </a:prstGeom>
        </p:spPr>
        <p:txBody>
          <a:bodyPr/>
          <a:lstStyle>
            <a:lvl1pPr marL="257175" indent="-257175">
              <a:buClr>
                <a:srgbClr val="014E9F"/>
              </a:buClr>
              <a:buFont typeface="Wingdings" charset="2"/>
              <a:buChar char=""/>
              <a:defRPr sz="1500" b="1" i="1" baseline="0">
                <a:solidFill>
                  <a:srgbClr val="014E9F"/>
                </a:solidFill>
                <a:latin typeface="Arial" panose="020B0604020202020204" pitchFamily="34" charset="0"/>
                <a:cs typeface="Arial" panose="020B0604020202020204" pitchFamily="34" charset="0"/>
              </a:defRPr>
            </a:lvl1pPr>
            <a:lvl2pPr marL="557213" indent="-214313">
              <a:buClr>
                <a:srgbClr val="014E9F"/>
              </a:buClr>
              <a:buSzPct val="100000"/>
              <a:buFont typeface="Lucida Grande"/>
              <a:buChar char="●"/>
              <a:defRPr sz="1350" b="1" baseline="0">
                <a:solidFill>
                  <a:srgbClr val="014E9F"/>
                </a:solidFill>
                <a:latin typeface="Arial" panose="020B0604020202020204" pitchFamily="34" charset="0"/>
                <a:cs typeface="Arial" panose="020B0604020202020204" pitchFamily="34" charset="0"/>
              </a:defRPr>
            </a:lvl2pPr>
            <a:lvl3pPr marL="857250" indent="-171450">
              <a:buClr>
                <a:srgbClr val="014E9F"/>
              </a:buClr>
              <a:buFont typeface="Wingdings" pitchFamily="2" charset="2"/>
              <a:buChar char="§"/>
              <a:defRPr sz="1350" baseline="0">
                <a:solidFill>
                  <a:srgbClr val="014E9F"/>
                </a:solidFill>
                <a:latin typeface="Arial" panose="020B0604020202020204" pitchFamily="34" charset="0"/>
                <a:cs typeface="Arial" panose="020B0604020202020204" pitchFamily="34" charset="0"/>
              </a:defRPr>
            </a:lvl3pPr>
            <a:lvl4pPr marL="1200150" indent="-171450">
              <a:buClr>
                <a:srgbClr val="014E9F"/>
              </a:buClr>
              <a:buFont typeface="Lucida Grande"/>
              <a:buChar char="▸"/>
              <a:defRPr sz="1050">
                <a:solidFill>
                  <a:srgbClr val="014E9F"/>
                </a:solidFill>
                <a:latin typeface="Arial" panose="020B0604020202020204" pitchFamily="34" charset="0"/>
                <a:cs typeface="Arial" panose="020B0604020202020204" pitchFamily="34" charset="0"/>
              </a:defRPr>
            </a:lvl4pPr>
            <a:lvl5pPr marL="1543050" indent="-171450">
              <a:buClr>
                <a:srgbClr val="014E9F"/>
              </a:buClr>
              <a:buFont typeface="Wingdings" pitchFamily="2" charset="2"/>
              <a:buChar char="v"/>
              <a:defRPr sz="900">
                <a:solidFill>
                  <a:srgbClr val="014E9F"/>
                </a:solidFill>
                <a:latin typeface="Arial" panose="020B0604020202020204" pitchFamily="34" charset="0"/>
                <a:cs typeface="Arial" panose="020B0604020202020204" pitchFamily="34" charset="0"/>
              </a:defRPr>
            </a:lvl5pPr>
            <a:lvl6pPr>
              <a:defRPr sz="1200"/>
            </a:lvl6pPr>
            <a:lvl7pPr>
              <a:defRPr sz="1200"/>
            </a:lvl7pPr>
            <a:lvl8pPr>
              <a:defRPr sz="1200"/>
            </a:lvl8pPr>
            <a:lvl9pPr>
              <a:defRPr sz="1200"/>
            </a:lvl9pPr>
          </a:lstStyle>
          <a:p>
            <a:pPr lvl="0"/>
            <a:r>
              <a:rPr lang="en-GB" noProof="0"/>
              <a:t>CLICK TO MODIFY THE TEXT OF THE MASK</a:t>
            </a:r>
          </a:p>
          <a:p>
            <a:pPr lvl="1"/>
            <a:r>
              <a:rPr lang="en-GB" noProof="0"/>
              <a:t>Second level</a:t>
            </a:r>
          </a:p>
          <a:p>
            <a:pPr lvl="2"/>
            <a:r>
              <a:rPr lang="en-GB" noProof="0"/>
              <a:t>Third level</a:t>
            </a:r>
          </a:p>
          <a:p>
            <a:pPr lvl="3"/>
            <a:r>
              <a:rPr lang="en-GB" noProof="0"/>
              <a:t>Fourth level</a:t>
            </a:r>
          </a:p>
          <a:p>
            <a:pPr lvl="4"/>
            <a:r>
              <a:rPr lang="en-GB" noProof="0"/>
              <a:t>Fifth level</a:t>
            </a:r>
          </a:p>
        </p:txBody>
      </p:sp>
      <p:pic>
        <p:nvPicPr>
          <p:cNvPr id="10" name="Imagen 9" descr="Logotipo&#10;&#10;Descripción generada automáticamente">
            <a:extLst>
              <a:ext uri="{FF2B5EF4-FFF2-40B4-BE49-F238E27FC236}">
                <a16:creationId xmlns:a16="http://schemas.microsoft.com/office/drawing/2014/main" id="{E5309222-91C5-4F77-8D59-A7FDC3E985A1}"/>
              </a:ext>
            </a:extLst>
          </p:cNvPr>
          <p:cNvPicPr>
            <a:picLocks noChangeAspect="1"/>
          </p:cNvPicPr>
          <p:nvPr userDrawn="1"/>
        </p:nvPicPr>
        <p:blipFill>
          <a:blip r:embed="rId3"/>
          <a:stretch>
            <a:fillRect/>
          </a:stretch>
        </p:blipFill>
        <p:spPr>
          <a:xfrm>
            <a:off x="7900988" y="4012230"/>
            <a:ext cx="1071404" cy="563581"/>
          </a:xfrm>
          <a:prstGeom prst="rect">
            <a:avLst/>
          </a:prstGeom>
        </p:spPr>
      </p:pic>
    </p:spTree>
    <p:extLst>
      <p:ext uri="{BB962C8B-B14F-4D97-AF65-F5344CB8AC3E}">
        <p14:creationId xmlns:p14="http://schemas.microsoft.com/office/powerpoint/2010/main" val="80693932"/>
      </p:ext>
    </p:extLst>
  </p:cSld>
  <p:clrMapOvr>
    <a:overrideClrMapping bg1="lt1" tx1="dk1" bg2="lt2" tx2="dk2" accent1="accent1" accent2="accent2" accent3="accent3" accent4="accent4" accent5="accent5" accent6="accent6" hlink="hlink" folHlink="folHlink"/>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8_Titre et contenu">
    <p:spTree>
      <p:nvGrpSpPr>
        <p:cNvPr id="1" name=""/>
        <p:cNvGrpSpPr/>
        <p:nvPr/>
      </p:nvGrpSpPr>
      <p:grpSpPr>
        <a:xfrm>
          <a:off x="0" y="0"/>
          <a:ext cx="0" cy="0"/>
          <a:chOff x="0" y="0"/>
          <a:chExt cx="0" cy="0"/>
        </a:xfrm>
      </p:grpSpPr>
      <p:sp>
        <p:nvSpPr>
          <p:cNvPr id="7" name="Rectangle 6"/>
          <p:cNvSpPr/>
          <p:nvPr userDrawn="1"/>
        </p:nvSpPr>
        <p:spPr>
          <a:xfrm>
            <a:off x="0" y="0"/>
            <a:ext cx="457200" cy="5143500"/>
          </a:xfrm>
          <a:prstGeom prst="rect">
            <a:avLst/>
          </a:prstGeom>
          <a:solidFill>
            <a:srgbClr val="FFC000"/>
          </a:solidFill>
          <a:ln>
            <a:noFill/>
          </a:ln>
          <a:effectLst/>
        </p:spPr>
        <p:style>
          <a:lnRef idx="1">
            <a:schemeClr val="accent1"/>
          </a:lnRef>
          <a:fillRef idx="3">
            <a:schemeClr val="accent1"/>
          </a:fillRef>
          <a:effectRef idx="2">
            <a:schemeClr val="accent1"/>
          </a:effectRef>
          <a:fontRef idx="minor">
            <a:schemeClr val="lt1"/>
          </a:fontRef>
        </p:style>
        <p:txBody>
          <a:bodyPr rot="0" spcFirstLastPara="0" vertOverflow="overflow" horzOverflow="overflow" vert="horz" wrap="square" lIns="91412" tIns="45706" rIns="91412" bIns="45706" numCol="1" spcCol="0" rtlCol="0" fromWordArt="0" anchor="ctr" anchorCtr="0" forceAA="0" compatLnSpc="1">
            <a:prstTxWarp prst="textNoShape">
              <a:avLst/>
            </a:prstTxWarp>
            <a:noAutofit/>
          </a:bodyPr>
          <a:lstStyle/>
          <a:p>
            <a:pPr algn="ctr"/>
            <a:endParaRPr lang="en-GB" sz="1799"/>
          </a:p>
        </p:txBody>
      </p:sp>
      <p:sp>
        <p:nvSpPr>
          <p:cNvPr id="8" name="Titre 3"/>
          <p:cNvSpPr>
            <a:spLocks noGrp="1"/>
          </p:cNvSpPr>
          <p:nvPr>
            <p:ph type="title" hasCustomPrompt="1"/>
          </p:nvPr>
        </p:nvSpPr>
        <p:spPr>
          <a:xfrm>
            <a:off x="457203" y="109472"/>
            <a:ext cx="8225621" cy="483051"/>
          </a:xfrm>
          <a:prstGeom prst="rect">
            <a:avLst/>
          </a:prstGeom>
        </p:spPr>
        <p:txBody>
          <a:bodyPr anchor="ctr"/>
          <a:lstStyle>
            <a:lvl1pPr algn="l" defTabSz="457040" rtl="0" eaLnBrk="1" latinLnBrk="0" hangingPunct="1">
              <a:spcBef>
                <a:spcPct val="0"/>
              </a:spcBef>
              <a:buNone/>
              <a:defRPr lang="en-GB" sz="1600" b="1" i="0" kern="1200" cap="all" baseline="0" dirty="0">
                <a:solidFill>
                  <a:srgbClr val="27509B"/>
                </a:solidFill>
                <a:latin typeface="Michelin" pitchFamily="50" charset="0"/>
                <a:ea typeface="+mj-ea"/>
                <a:cs typeface="Arial" panose="020B0604020202020204" pitchFamily="34" charset="0"/>
              </a:defRPr>
            </a:lvl1pPr>
          </a:lstStyle>
          <a:p>
            <a:r>
              <a:rPr lang="fr-FR"/>
              <a:t>MODIFIEZ LE STYLE DU TITRE</a:t>
            </a:r>
            <a:endParaRPr lang="en-GB"/>
          </a:p>
        </p:txBody>
      </p:sp>
      <p:sp>
        <p:nvSpPr>
          <p:cNvPr id="9" name="Espace réservé du contenu 4"/>
          <p:cNvSpPr>
            <a:spLocks noGrp="1"/>
          </p:cNvSpPr>
          <p:nvPr>
            <p:ph sz="quarter" idx="10"/>
          </p:nvPr>
        </p:nvSpPr>
        <p:spPr>
          <a:xfrm>
            <a:off x="457203" y="656983"/>
            <a:ext cx="8229598" cy="4169459"/>
          </a:xfrm>
          <a:prstGeom prst="rect">
            <a:avLst/>
          </a:prstGeom>
        </p:spPr>
        <p:txBody>
          <a:bodyPr/>
          <a:lstStyle>
            <a:lvl1pPr>
              <a:defRPr lang="fr-FR" sz="1600" kern="1200" noProof="0" dirty="0" smtClean="0">
                <a:solidFill>
                  <a:schemeClr val="tx1">
                    <a:lumMod val="75000"/>
                    <a:lumOff val="25000"/>
                  </a:schemeClr>
                </a:solidFill>
                <a:latin typeface="+mj-lt"/>
                <a:ea typeface="+mn-ea"/>
                <a:cs typeface="Arial"/>
              </a:defRPr>
            </a:lvl1pPr>
            <a:lvl2pPr marL="742691" indent="-285651">
              <a:buFontTx/>
              <a:buBlip>
                <a:blip r:embed="rId2"/>
              </a:buBlip>
              <a:defRPr lang="fr-FR" sz="1400" kern="1200" noProof="0" dirty="0" smtClean="0">
                <a:solidFill>
                  <a:schemeClr val="tx1">
                    <a:lumMod val="75000"/>
                    <a:lumOff val="25000"/>
                  </a:schemeClr>
                </a:solidFill>
                <a:latin typeface="+mj-lt"/>
                <a:ea typeface="+mn-ea"/>
                <a:cs typeface="Arial"/>
              </a:defRPr>
            </a:lvl2pPr>
            <a:lvl3pPr marL="1142600" indent="-228520">
              <a:buFontTx/>
              <a:buBlip>
                <a:blip r:embed="rId3"/>
              </a:buBlip>
              <a:defRPr lang="fr-FR" sz="1199" kern="1200" dirty="0" smtClean="0">
                <a:solidFill>
                  <a:schemeClr val="tx1">
                    <a:lumMod val="75000"/>
                    <a:lumOff val="25000"/>
                  </a:schemeClr>
                </a:solidFill>
                <a:latin typeface="+mj-lt"/>
                <a:ea typeface="+mn-ea"/>
                <a:cs typeface="Arial" panose="020B0604020202020204" pitchFamily="34" charset="0"/>
              </a:defRPr>
            </a:lvl3pPr>
            <a:lvl4pPr marL="1599640" indent="-228520">
              <a:buFont typeface="Wingdings" panose="05000000000000000000" pitchFamily="2" charset="2"/>
              <a:buChar char="§"/>
              <a:defRPr lang="fr-FR" sz="1199" kern="1200" dirty="0" smtClean="0">
                <a:solidFill>
                  <a:schemeClr val="tx1">
                    <a:lumMod val="75000"/>
                    <a:lumOff val="25000"/>
                  </a:schemeClr>
                </a:solidFill>
                <a:latin typeface="+mj-lt"/>
                <a:ea typeface="+mn-ea"/>
                <a:cs typeface="Arial" panose="020B0604020202020204" pitchFamily="34" charset="0"/>
              </a:defRPr>
            </a:lvl4pPr>
            <a:lvl5pPr marL="2056680" indent="-228520">
              <a:buFont typeface="Arial" panose="020B0604020202020204" pitchFamily="34" charset="0"/>
              <a:buChar char="•"/>
              <a:defRPr lang="en-GB" sz="1199" kern="1200" dirty="0">
                <a:solidFill>
                  <a:schemeClr val="tx1">
                    <a:lumMod val="75000"/>
                    <a:lumOff val="25000"/>
                  </a:schemeClr>
                </a:solidFill>
                <a:latin typeface="+mj-lt"/>
                <a:ea typeface="+mn-ea"/>
                <a:cs typeface="Arial" panose="020B0604020202020204" pitchFamily="34" charset="0"/>
              </a:defRPr>
            </a:lvl5pPr>
          </a:lstStyle>
          <a:p>
            <a:pPr marL="0" lvl="0" indent="0" algn="l" defTabSz="457040" rtl="0" eaLnBrk="1" latinLnBrk="0" hangingPunct="1">
              <a:spcBef>
                <a:spcPct val="20000"/>
              </a:spcBef>
              <a:buFont typeface="Arial"/>
              <a:buNone/>
            </a:pPr>
            <a:r>
              <a:rPr lang="fr-FR"/>
              <a:t>Modifier les styles du texte du masque</a:t>
            </a:r>
          </a:p>
          <a:p>
            <a:pPr marL="742691" lvl="1" indent="-285651" algn="l" defTabSz="457040" rtl="0" eaLnBrk="1" latinLnBrk="0" hangingPunct="1">
              <a:spcBef>
                <a:spcPct val="20000"/>
              </a:spcBef>
              <a:buFontTx/>
              <a:buBlip>
                <a:blip r:embed="rId2"/>
              </a:buBlip>
            </a:pPr>
            <a:r>
              <a:rPr lang="fr-FR"/>
              <a:t>Deuxième niveau</a:t>
            </a:r>
          </a:p>
          <a:p>
            <a:pPr marL="1142600" lvl="2" indent="-228520" algn="l" defTabSz="457040" rtl="0" eaLnBrk="1" latinLnBrk="0" hangingPunct="1">
              <a:spcBef>
                <a:spcPct val="20000"/>
              </a:spcBef>
              <a:buFontTx/>
              <a:buBlip>
                <a:blip r:embed="rId3"/>
              </a:buBlip>
            </a:pPr>
            <a:r>
              <a:rPr lang="fr-FR"/>
              <a:t>Troisième niveau</a:t>
            </a:r>
          </a:p>
          <a:p>
            <a:pPr marL="1599640" lvl="3" indent="-228520" algn="l" defTabSz="457040" rtl="0" eaLnBrk="1" latinLnBrk="0" hangingPunct="1">
              <a:spcBef>
                <a:spcPct val="20000"/>
              </a:spcBef>
              <a:buFont typeface="Wingdings" panose="05000000000000000000" pitchFamily="2" charset="2"/>
              <a:buChar char="§"/>
            </a:pPr>
            <a:r>
              <a:rPr lang="fr-FR"/>
              <a:t>Quatrième niveau</a:t>
            </a:r>
          </a:p>
          <a:p>
            <a:pPr marL="2056680" lvl="4" indent="-228520" algn="l" defTabSz="457040" rtl="0" eaLnBrk="1" latinLnBrk="0" hangingPunct="1">
              <a:spcBef>
                <a:spcPct val="20000"/>
              </a:spcBef>
              <a:buFont typeface="Arial" panose="020B0604020202020204" pitchFamily="34" charset="0"/>
              <a:buChar char="•"/>
            </a:pPr>
            <a:r>
              <a:rPr lang="fr-FR"/>
              <a:t>Cinquième niveau</a:t>
            </a:r>
            <a:endParaRPr lang="en-GB"/>
          </a:p>
        </p:txBody>
      </p:sp>
      <p:pic>
        <p:nvPicPr>
          <p:cNvPr id="10" name="Picture 2"/>
          <p:cNvPicPr>
            <a:picLocks noChangeAspect="1" noChangeArrowheads="1"/>
          </p:cNvPicPr>
          <p:nvPr userDrawn="1"/>
        </p:nvPicPr>
        <p:blipFill>
          <a:blip r:embed="rId4" cstate="print">
            <a:extLst>
              <a:ext uri="{28A0092B-C50C-407E-A947-70E740481C1C}">
                <a14:useLocalDpi xmlns:a14="http://schemas.microsoft.com/office/drawing/2010/main" val="0"/>
              </a:ext>
            </a:extLst>
          </a:blip>
          <a:srcRect/>
          <a:stretch>
            <a:fillRect/>
          </a:stretch>
        </p:blipFill>
        <p:spPr bwMode="auto">
          <a:xfrm rot="16200000">
            <a:off x="-549361" y="362175"/>
            <a:ext cx="1555921" cy="64807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pic>
        <p:nvPicPr>
          <p:cNvPr id="6" name="Image 5">
            <a:extLst>
              <a:ext uri="{FF2B5EF4-FFF2-40B4-BE49-F238E27FC236}">
                <a16:creationId xmlns:a16="http://schemas.microsoft.com/office/drawing/2014/main" id="{25F2C39A-F2AE-4E4D-8C04-1EC2E580CBEB}"/>
              </a:ext>
            </a:extLst>
          </p:cNvPr>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a:xfrm>
            <a:off x="7200000" y="80215"/>
            <a:ext cx="1944000" cy="519417"/>
          </a:xfrm>
          <a:prstGeom prst="rect">
            <a:avLst/>
          </a:prstGeom>
        </p:spPr>
      </p:pic>
    </p:spTree>
    <p:extLst>
      <p:ext uri="{BB962C8B-B14F-4D97-AF65-F5344CB8AC3E}">
        <p14:creationId xmlns:p14="http://schemas.microsoft.com/office/powerpoint/2010/main" val="2374657867"/>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slideLayout" Target="../slideLayouts/slideLayout35.xml"/><Relationship Id="rId3" Type="http://schemas.openxmlformats.org/officeDocument/2006/relationships/slideLayout" Target="../slideLayouts/slideLayout36.xml"/><Relationship Id="rId4" Type="http://schemas.openxmlformats.org/officeDocument/2006/relationships/slideLayout" Target="../slideLayouts/slideLayout37.xml"/><Relationship Id="rId5" Type="http://schemas.openxmlformats.org/officeDocument/2006/relationships/slideLayout" Target="../slideLayouts/slideLayout38.xml"/><Relationship Id="rId6" Type="http://schemas.openxmlformats.org/officeDocument/2006/relationships/slideLayout" Target="../slideLayouts/slideLayout39.xml"/><Relationship Id="rId7" Type="http://schemas.openxmlformats.org/officeDocument/2006/relationships/slideLayout" Target="../slideLayouts/slideLayout40.xml"/><Relationship Id="rId8" Type="http://schemas.openxmlformats.org/officeDocument/2006/relationships/slideLayout" Target="../slideLayouts/slideLayout41.xml"/><Relationship Id="rId9" Type="http://schemas.openxmlformats.org/officeDocument/2006/relationships/slideLayout" Target="../slideLayouts/slideLayout42.xml"/><Relationship Id="rId10" Type="http://schemas.openxmlformats.org/officeDocument/2006/relationships/slideLayout" Target="../slideLayouts/slideLayout43.xml"/><Relationship Id="rId11"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Rectangle 2">
            <a:extLst>
              <a:ext uri="{FF2B5EF4-FFF2-40B4-BE49-F238E27FC236}">
                <a16:creationId xmlns:a16="http://schemas.microsoft.com/office/drawing/2014/main" id="{68632CFB-0914-6494-9920-A500C84AE0BE}"/>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3" name="Espace réservé de la date 3">
            <a:extLst>
              <a:ext uri="{FF2B5EF4-FFF2-40B4-BE49-F238E27FC236}">
                <a16:creationId xmlns:a16="http://schemas.microsoft.com/office/drawing/2014/main" id="{B417FA05-2D4C-7308-B337-C2BECF417D3F}"/>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4" name="Espace réservé de la date 3">
            <a:extLst>
              <a:ext uri="{FF2B5EF4-FFF2-40B4-BE49-F238E27FC236}">
                <a16:creationId xmlns:a16="http://schemas.microsoft.com/office/drawing/2014/main" id="{4EB9D945-2D7E-8D2D-27CB-828FC81AE7A9}"/>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6" name="Espace réservé de la date 3">
            <a:extLst>
              <a:ext uri="{FF2B5EF4-FFF2-40B4-BE49-F238E27FC236}">
                <a16:creationId xmlns:a16="http://schemas.microsoft.com/office/drawing/2014/main" id="{F54EB7A4-DFEC-4F4E-6C27-361FB4C4EEE2}"/>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7" name="Espace réservé de la date 3">
            <a:extLst>
              <a:ext uri="{FF2B5EF4-FFF2-40B4-BE49-F238E27FC236}">
                <a16:creationId xmlns:a16="http://schemas.microsoft.com/office/drawing/2014/main" id="{06E8F27F-F0D2-E2FF-A3B0-301788DEA00D}"/>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8" name="Espace réservé de la date 3">
            <a:extLst>
              <a:ext uri="{FF2B5EF4-FFF2-40B4-BE49-F238E27FC236}">
                <a16:creationId xmlns:a16="http://schemas.microsoft.com/office/drawing/2014/main" id="{30261AFC-B21B-AE35-E301-572212E0B154}"/>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592924801"/>
      </p:ext>
    </p:extLst>
  </p:cSld>
  <p:clrMap bg1="lt1" tx1="dk1" bg2="lt2" tx2="dk2" accent1="accent1" accent2="accent2" accent3="accent3" accent4="accent4" accent5="accent5" accent6="accent6" hlink="hlink" folHlink="folHlink"/>
  <p:sldLayoutIdLst>
    <p:sldLayoutId id="2147483683" r:id="rId1"/>
    <p:sldLayoutId id="2147483650" r:id="rId2"/>
    <p:sldLayoutId id="2147483692" r:id="rId3"/>
    <p:sldLayoutId id="2147483689" r:id="rId4"/>
    <p:sldLayoutId id="2147483691" r:id="rId5"/>
    <p:sldLayoutId id="2147483688" r:id="rId6"/>
    <p:sldLayoutId id="2147483685" r:id="rId7"/>
    <p:sldLayoutId id="2147483690" r:id="rId8"/>
    <p:sldLayoutId id="2147483686" r:id="rId9"/>
    <p:sldLayoutId id="2147483687" r:id="rId10"/>
    <p:sldLayoutId id="2147483694" r:id="rId11"/>
    <p:sldLayoutId id="2147483655" r:id="rId12"/>
    <p:sldLayoutId id="2147483656" r:id="rId13"/>
    <p:sldLayoutId id="2147483657" r:id="rId14"/>
    <p:sldLayoutId id="2147483661" r:id="rId15"/>
    <p:sldLayoutId id="2147483663" r:id="rId16"/>
    <p:sldLayoutId id="2147483665" r:id="rId17"/>
    <p:sldLayoutId id="2147483668" r:id="rId18"/>
    <p:sldLayoutId id="2147483673" r:id="rId19"/>
    <p:sldLayoutId id="2147483674" r:id="rId20"/>
    <p:sldLayoutId id="2147483675" r:id="rId21"/>
    <p:sldLayoutId id="2147483676" r:id="rId22"/>
    <p:sldLayoutId id="2147483677" r:id="rId23"/>
    <p:sldLayoutId id="2147483678" r:id="rId24"/>
    <p:sldLayoutId id="2147483679" r:id="rId25"/>
    <p:sldLayoutId id="2147483680" r:id="rId26"/>
    <p:sldLayoutId id="2147483681" r:id="rId27"/>
    <p:sldLayoutId id="2147483682" r:id="rId28"/>
    <p:sldLayoutId id="2147483695" r:id="rId29"/>
    <p:sldLayoutId id="2147483710" r:id="rId30"/>
    <p:sldLayoutId id="2147483711" r:id="rId31"/>
    <p:sldLayoutId id="2147483712" r:id="rId32"/>
    <p:sldLayoutId id="2147483713" r:id="rId33"/>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EC7C752-8314-2044-B667-E3C727B7D358}"/>
              </a:ext>
            </a:extLst>
          </p:cNvPr>
          <p:cNvSpPr/>
          <p:nvPr userDrawn="1"/>
        </p:nvSpPr>
        <p:spPr>
          <a:xfrm>
            <a:off x="-107576"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CED0D7C3-FDC5-5040-AE15-9404BCCCA859}"/>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DBC44928-C852-C840-9C84-AF6DB7E62227}"/>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11" name="Espace réservé de la date 3">
            <a:extLst>
              <a:ext uri="{FF2B5EF4-FFF2-40B4-BE49-F238E27FC236}">
                <a16:creationId xmlns:a16="http://schemas.microsoft.com/office/drawing/2014/main" id="{CDA02ACC-E90A-924B-AF14-D26E6F8D1937}"/>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chemeClr val="bg1"/>
                </a:solidFill>
                <a:latin typeface="Michelin" panose="02000000000000000000" pitchFamily="2" charset="0"/>
              </a:rPr>
              <a:t>‹Nº›</a:t>
            </a:fld>
            <a:endParaRPr lang="fr-FR" sz="900" b="1" i="0">
              <a:solidFill>
                <a:schemeClr val="bg1"/>
              </a:solidFill>
              <a:latin typeface="Michelin" panose="02000000000000000000" pitchFamily="2" charset="0"/>
            </a:endParaRPr>
          </a:p>
        </p:txBody>
      </p:sp>
      <p:sp>
        <p:nvSpPr>
          <p:cNvPr id="4" name="Espace réservé de la date 3">
            <a:extLst>
              <a:ext uri="{FF2B5EF4-FFF2-40B4-BE49-F238E27FC236}">
                <a16:creationId xmlns:a16="http://schemas.microsoft.com/office/drawing/2014/main" id="{408611D9-295D-06D8-FC62-5670DD22AA75}"/>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6" name="Espace réservé de la date 3">
            <a:extLst>
              <a:ext uri="{FF2B5EF4-FFF2-40B4-BE49-F238E27FC236}">
                <a16:creationId xmlns:a16="http://schemas.microsoft.com/office/drawing/2014/main" id="{9C773B8F-EF10-3104-5789-B674B7A71C4F}"/>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4125817678"/>
      </p:ext>
    </p:extLst>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ZoneTexte 11">
            <a:extLst>
              <a:ext uri="{FF2B5EF4-FFF2-40B4-BE49-F238E27FC236}">
                <a16:creationId xmlns:a16="http://schemas.microsoft.com/office/drawing/2014/main" id="{710C214F-90DE-0B4A-8A22-8A919B86CDD9}"/>
              </a:ext>
            </a:extLst>
          </p:cNvPr>
          <p:cNvSpPr txBox="1"/>
          <p:nvPr userDrawn="1"/>
        </p:nvSpPr>
        <p:spPr>
          <a:xfrm>
            <a:off x="150185" y="4576433"/>
            <a:ext cx="489236" cy="230832"/>
          </a:xfrm>
          <a:prstGeom prst="rect">
            <a:avLst/>
          </a:prstGeom>
          <a:noFill/>
        </p:spPr>
        <p:txBody>
          <a:bodyPr wrap="none" rtlCol="0">
            <a:spAutoFit/>
          </a:bodyPr>
          <a:lstStyle/>
          <a:p>
            <a:fld id="{21A9E20A-4BD6-B345-889F-8D42769A2BD8}" type="slidenum">
              <a:rPr lang="fr-FR" sz="900" b="1" i="0" smtClean="0">
                <a:solidFill>
                  <a:srgbClr val="014E9F"/>
                </a:solidFill>
                <a:latin typeface="Michelin" panose="02000000000000000000" pitchFamily="2" charset="0"/>
              </a:rPr>
              <a:t>‹Nº›</a:t>
            </a:fld>
            <a:endParaRPr lang="fr-FR" sz="900" b="1" i="0">
              <a:solidFill>
                <a:srgbClr val="014E9F"/>
              </a:solidFill>
              <a:latin typeface="Michelin" panose="02000000000000000000" pitchFamily="2" charset="0"/>
            </a:endParaRPr>
          </a:p>
        </p:txBody>
      </p:sp>
      <p:sp>
        <p:nvSpPr>
          <p:cNvPr id="11" name="Rectangle 2">
            <a:extLst>
              <a:ext uri="{FF2B5EF4-FFF2-40B4-BE49-F238E27FC236}">
                <a16:creationId xmlns:a16="http://schemas.microsoft.com/office/drawing/2014/main" id="{0CDD259B-C6E1-4969-93C9-D2C218F4A3EA}"/>
              </a:ext>
            </a:extLst>
          </p:cNvPr>
          <p:cNvSpPr/>
          <p:nvPr userDrawn="1"/>
        </p:nvSpPr>
        <p:spPr>
          <a:xfrm>
            <a:off x="0" y="4898411"/>
            <a:ext cx="9144000" cy="24667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sz="1350"/>
          </a:p>
        </p:txBody>
      </p:sp>
      <p:sp>
        <p:nvSpPr>
          <p:cNvPr id="16" name="Espace réservé de la date 3">
            <a:extLst>
              <a:ext uri="{FF2B5EF4-FFF2-40B4-BE49-F238E27FC236}">
                <a16:creationId xmlns:a16="http://schemas.microsoft.com/office/drawing/2014/main" id="{A9E7D19F-17E0-488D-A526-F690F20B1DBD}"/>
              </a:ext>
            </a:extLst>
          </p:cNvPr>
          <p:cNvSpPr txBox="1">
            <a:spLocks/>
          </p:cNvSpPr>
          <p:nvPr userDrawn="1"/>
        </p:nvSpPr>
        <p:spPr>
          <a:xfrm>
            <a:off x="5612662"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Clasificación</a:t>
            </a:r>
            <a:r>
              <a:rPr lang="en-GB" sz="750" noProof="0">
                <a:solidFill>
                  <a:srgbClr val="919191"/>
                </a:solidFill>
                <a:latin typeface="Arial" panose="020B0604020202020204" pitchFamily="34" charset="0"/>
                <a:cs typeface="Arial" panose="020B0604020202020204" pitchFamily="34" charset="0"/>
              </a:rPr>
              <a:t>: D3</a:t>
            </a:r>
          </a:p>
        </p:txBody>
      </p:sp>
      <p:sp>
        <p:nvSpPr>
          <p:cNvPr id="17" name="Espace réservé de la date 3">
            <a:extLst>
              <a:ext uri="{FF2B5EF4-FFF2-40B4-BE49-F238E27FC236}">
                <a16:creationId xmlns:a16="http://schemas.microsoft.com/office/drawing/2014/main" id="{E9D5A49C-E8B5-4934-A559-14F71F1DCD78}"/>
              </a:ext>
            </a:extLst>
          </p:cNvPr>
          <p:cNvSpPr txBox="1">
            <a:spLocks/>
          </p:cNvSpPr>
          <p:nvPr userDrawn="1"/>
        </p:nvSpPr>
        <p:spPr>
          <a:xfrm>
            <a:off x="7433489"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Conservación</a:t>
            </a:r>
            <a:r>
              <a:rPr lang="en-GB" sz="750" noProof="0">
                <a:solidFill>
                  <a:srgbClr val="919191"/>
                </a:solidFill>
              </a:rPr>
              <a:t>: WA</a:t>
            </a:r>
          </a:p>
        </p:txBody>
      </p:sp>
      <p:sp>
        <p:nvSpPr>
          <p:cNvPr id="21" name="Espace réservé de la date 3">
            <a:extLst>
              <a:ext uri="{FF2B5EF4-FFF2-40B4-BE49-F238E27FC236}">
                <a16:creationId xmlns:a16="http://schemas.microsoft.com/office/drawing/2014/main" id="{05AABFAE-E1A2-4D25-8019-B1D2436D3C86}"/>
              </a:ext>
            </a:extLst>
          </p:cNvPr>
          <p:cNvSpPr txBox="1">
            <a:spLocks/>
          </p:cNvSpPr>
          <p:nvPr userDrawn="1"/>
        </p:nvSpPr>
        <p:spPr>
          <a:xfrm>
            <a:off x="150185" y="4898411"/>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Ref./</a:t>
            </a:r>
            <a:r>
              <a:rPr lang="en-GB" sz="750" noProof="0" err="1">
                <a:solidFill>
                  <a:srgbClr val="919191"/>
                </a:solidFill>
                <a:latin typeface="Arial" panose="020B0604020202020204" pitchFamily="34" charset="0"/>
                <a:cs typeface="Arial" panose="020B0604020202020204" pitchFamily="34" charset="0"/>
              </a:rPr>
              <a:t>Documento</a:t>
            </a:r>
            <a:r>
              <a:rPr lang="en-GB" sz="750" noProof="0">
                <a:solidFill>
                  <a:srgbClr val="919191"/>
                </a:solidFill>
                <a:latin typeface="Arial" panose="020B0604020202020204" pitchFamily="34" charset="0"/>
                <a:cs typeface="Arial" panose="020B0604020202020204" pitchFamily="34" charset="0"/>
              </a:rPr>
              <a:t>: </a:t>
            </a:r>
          </a:p>
        </p:txBody>
      </p:sp>
      <p:sp>
        <p:nvSpPr>
          <p:cNvPr id="2" name="Espace réservé de la date 3">
            <a:extLst>
              <a:ext uri="{FF2B5EF4-FFF2-40B4-BE49-F238E27FC236}">
                <a16:creationId xmlns:a16="http://schemas.microsoft.com/office/drawing/2014/main" id="{BFF4DCE0-683E-6F10-A537-E440FF5E8753}"/>
              </a:ext>
            </a:extLst>
          </p:cNvPr>
          <p:cNvSpPr txBox="1">
            <a:spLocks/>
          </p:cNvSpPr>
          <p:nvPr userDrawn="1"/>
        </p:nvSpPr>
        <p:spPr>
          <a:xfrm>
            <a:off x="1971011"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a:solidFill>
                  <a:srgbClr val="919191"/>
                </a:solidFill>
                <a:latin typeface="Arial" panose="020B0604020202020204" pitchFamily="34" charset="0"/>
                <a:cs typeface="Arial" panose="020B0604020202020204" pitchFamily="34" charset="0"/>
              </a:rPr>
              <a:t>Autor/Depart: VIT</a:t>
            </a:r>
          </a:p>
        </p:txBody>
      </p:sp>
      <p:sp>
        <p:nvSpPr>
          <p:cNvPr id="3" name="Espace réservé de la date 3">
            <a:extLst>
              <a:ext uri="{FF2B5EF4-FFF2-40B4-BE49-F238E27FC236}">
                <a16:creationId xmlns:a16="http://schemas.microsoft.com/office/drawing/2014/main" id="{CD3AF29B-7AEB-2CD2-524E-9090E523039D}"/>
              </a:ext>
            </a:extLst>
          </p:cNvPr>
          <p:cNvSpPr txBox="1">
            <a:spLocks/>
          </p:cNvSpPr>
          <p:nvPr userDrawn="1"/>
        </p:nvSpPr>
        <p:spPr>
          <a:xfrm>
            <a:off x="3791837" y="4904252"/>
            <a:ext cx="1652034" cy="226387"/>
          </a:xfrm>
          <a:prstGeom prst="rect">
            <a:avLst/>
          </a:prstGeom>
        </p:spPr>
        <p:txBody>
          <a:bodyPr vert="horz" lIns="68580" tIns="34290" rIns="68580" bIns="34290" rtlCol="0" anchor="ctr"/>
          <a:lstStyle>
            <a:defPPr>
              <a:defRPr lang="fr-FR"/>
            </a:defPPr>
            <a:lvl1pPr marL="0" algn="l" defTabSz="914400" rtl="0" eaLnBrk="1" latinLnBrk="0" hangingPunct="1">
              <a:defRPr sz="1000" kern="1200">
                <a:solidFill>
                  <a:schemeClr val="bg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GB" sz="750" noProof="0" err="1">
                <a:solidFill>
                  <a:srgbClr val="919191"/>
                </a:solidFill>
                <a:latin typeface="Arial" panose="020B0604020202020204" pitchFamily="34" charset="0"/>
                <a:cs typeface="Arial" panose="020B0604020202020204" pitchFamily="34" charset="0"/>
              </a:rPr>
              <a:t>Fecha</a:t>
            </a:r>
            <a:r>
              <a:rPr lang="en-GB" sz="750" noProof="0">
                <a:solidFill>
                  <a:srgbClr val="919191"/>
                </a:solidFill>
                <a:latin typeface="Arial" panose="020B0604020202020204" pitchFamily="34" charset="0"/>
                <a:cs typeface="Arial" panose="020B0604020202020204" pitchFamily="34" charset="0"/>
              </a:rPr>
              <a:t> </a:t>
            </a:r>
            <a:r>
              <a:rPr lang="en-GB" sz="750" noProof="0" err="1">
                <a:solidFill>
                  <a:srgbClr val="919191"/>
                </a:solidFill>
                <a:latin typeface="Arial" panose="020B0604020202020204" pitchFamily="34" charset="0"/>
                <a:cs typeface="Arial" panose="020B0604020202020204" pitchFamily="34" charset="0"/>
              </a:rPr>
              <a:t>creación</a:t>
            </a:r>
            <a:r>
              <a:rPr lang="en-GB" sz="750" noProof="0">
                <a:solidFill>
                  <a:srgbClr val="919191"/>
                </a:solidFill>
                <a:latin typeface="Arial" panose="020B0604020202020204" pitchFamily="34" charset="0"/>
                <a:cs typeface="Arial" panose="020B0604020202020204" pitchFamily="34" charset="0"/>
              </a:rPr>
              <a:t>: 15/05/2026 </a:t>
            </a:r>
          </a:p>
        </p:txBody>
      </p:sp>
    </p:spTree>
    <p:extLst>
      <p:ext uri="{BB962C8B-B14F-4D97-AF65-F5344CB8AC3E}">
        <p14:creationId xmlns:p14="http://schemas.microsoft.com/office/powerpoint/2010/main" val="2615516972"/>
      </p:ext>
    </p:extLst>
  </p:cSld>
  <p:clrMap bg1="lt1" tx1="dk1" bg2="lt2" tx2="dk2" accent1="accent1" accent2="accent2" accent3="accent3" accent4="accent4" accent5="accent5" accent6="accent6" hlink="hlink" folHlink="folHlink"/>
  <p:sldLayoutIdLst>
    <p:sldLayoutId id="2147483708" r:id="rId1"/>
    <p:sldLayoutId id="2147483709" r:id="rId2"/>
  </p:sldLayoutIdLst>
  <p:hf hdr="0" ftr="0" dt="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fr-FR"/>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38.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7.xml"/><Relationship Id="rId3" Type="http://schemas.openxmlformats.org/officeDocument/2006/relationships/image" Target="../media/image39.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40.jpg"/><Relationship Id="rId4" Type="http://schemas.openxmlformats.org/officeDocument/2006/relationships/image" Target="../media/image4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0.xml"/><Relationship Id="rId3" Type="http://schemas.openxmlformats.org/officeDocument/2006/relationships/image" Target="../media/image4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3.png"/><Relationship Id="rId4" Type="http://schemas.openxmlformats.org/officeDocument/2006/relationships/image" Target="../media/image4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2.xml"/><Relationship Id="rId3" Type="http://schemas.openxmlformats.org/officeDocument/2006/relationships/image" Target="../media/image45.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46.jpg"/><Relationship Id="rId4" Type="http://schemas.openxmlformats.org/officeDocument/2006/relationships/image" Target="../media/image4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17.xml"/><Relationship Id="rId3" Type="http://schemas.openxmlformats.org/officeDocument/2006/relationships/image" Target="../media/image5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21.xml"/><Relationship Id="rId3" Type="http://schemas.openxmlformats.org/officeDocument/2006/relationships/image" Target="../media/image54.jpg"/><Relationship Id="rId4" Type="http://schemas.openxmlformats.org/officeDocument/2006/relationships/image" Target="../media/image5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56.jpg"/><Relationship Id="rId4" Type="http://schemas.openxmlformats.org/officeDocument/2006/relationships/image" Target="../media/image44.png"/><Relationship Id="rId5" Type="http://schemas.openxmlformats.org/officeDocument/2006/relationships/image" Target="../media/image57.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9.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Nuestro entorno digital de fabricación · OLM · PI System · R4P · Dataiku</a:t>
            </a:r>
          </a:p>
        </p:txBody>
      </p:sp>
      <p:sp>
        <p:nvSpPr>
          <p:cNvPr id="3" name="Title 2"/>
          <p:cNvSpPr>
            <a:spLocks noGrp="1"/>
          </p:cNvSpPr>
          <p:nvPr>
            <p:ph type="title"/>
          </p:nvPr>
        </p:nvSpPr>
        <p:spPr/>
        <p:txBody>
          <a:bodyPr/>
          <a:lstStyle/>
          <a:p>
            <a:r>
              <a:t>Calidad que se decide en tiempo real</a:t>
            </a:r>
          </a:p>
        </p:txBody>
      </p:sp>
      <p:sp>
        <p:nvSpPr>
          <p:cNvPr id="4" name="TextBox 3"/>
          <p:cNvSpPr txBox="1"/>
          <p:nvPr/>
        </p:nvSpPr>
        <p:spPr>
          <a:xfrm>
            <a:off x="5120640" y="292608"/>
            <a:ext cx="3657600" cy="274320"/>
          </a:xfrm>
          <a:prstGeom prst="rect">
            <a:avLst/>
          </a:prstGeom>
          <a:noFill/>
        </p:spPr>
        <p:txBody>
          <a:bodyPr wrap="square" lIns="0" rIns="0" tIns="0" bIns="0" anchor="t">
            <a:spAutoFit/>
          </a:bodyPr>
          <a:lstStyle/>
          <a:p>
            <a:pPr algn="r"/>
            <a:r>
              <a:rPr sz="1400" b="1" i="0">
                <a:solidFill>
                  <a:srgbClr val="00205B"/>
                </a:solidFill>
                <a:latin typeface="Michelin"/>
              </a:rPr>
              <a:t>HYUNDAI MOTOR GROUP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400"/>
              <a:t>¿Y si cada neumático pudiera contarnos cómo se fabricó?</a:t>
            </a:r>
          </a:p>
        </p:txBody>
      </p:sp>
      <p:sp>
        <p:nvSpPr>
          <p:cNvPr id="3" name="TextBox 2"/>
          <p:cNvSpPr txBox="1"/>
          <p:nvPr/>
        </p:nvSpPr>
        <p:spPr>
          <a:xfrm>
            <a:off x="530352" y="3840480"/>
            <a:ext cx="5943600" cy="365760"/>
          </a:xfrm>
          <a:prstGeom prst="rect">
            <a:avLst/>
          </a:prstGeom>
          <a:noFill/>
        </p:spPr>
        <p:txBody>
          <a:bodyPr wrap="square" lIns="0" rIns="0" tIns="0" bIns="0" anchor="t">
            <a:spAutoFit/>
          </a:bodyPr>
          <a:lstStyle/>
          <a:p>
            <a:pPr algn="l"/>
            <a:r>
              <a:rPr sz="1400" b="1" i="0">
                <a:solidFill>
                  <a:srgbClr val="FCE500"/>
                </a:solidFill>
                <a:latin typeface="Michelin"/>
              </a:rPr>
              <a:t>Hoy lo hace. Les enseñamos cómo.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Dos formas de controlar la calidad</a:t>
            </a:r>
          </a:p>
        </p:txBody>
      </p:sp>
      <p:sp>
        <p:nvSpPr>
          <p:cNvPr id="4" name="Rectangle 3"/>
          <p:cNvSpPr/>
          <p:nvPr/>
        </p:nvSpPr>
        <p:spPr>
          <a:xfrm>
            <a:off x="585216" y="822960"/>
            <a:ext cx="3735730" cy="352044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5268" y="1005840"/>
            <a:ext cx="3195624" cy="320040"/>
          </a:xfrm>
          <a:prstGeom prst="rect">
            <a:avLst/>
          </a:prstGeom>
          <a:noFill/>
        </p:spPr>
        <p:txBody>
          <a:bodyPr wrap="square" lIns="0" rIns="0" tIns="0" bIns="0" anchor="t">
            <a:spAutoFit/>
          </a:bodyPr>
          <a:lstStyle/>
          <a:p>
            <a:pPr algn="l"/>
            <a:r>
              <a:rPr sz="1300" b="1" i="0" cap="all">
                <a:solidFill>
                  <a:srgbClr val="6E6E6E"/>
                </a:solidFill>
                <a:latin typeface="Michelin"/>
              </a:rPr>
              <a:t>Control tradicional</a:t>
            </a:r>
          </a:p>
        </p:txBody>
      </p:sp>
      <p:sp>
        <p:nvSpPr>
          <p:cNvPr id="6" name="TextBox 5"/>
          <p:cNvSpPr txBox="1"/>
          <p:nvPr/>
        </p:nvSpPr>
        <p:spPr>
          <a:xfrm>
            <a:off x="855268" y="1554480"/>
            <a:ext cx="1800351" cy="548640"/>
          </a:xfrm>
          <a:prstGeom prst="rect">
            <a:avLst/>
          </a:prstGeom>
          <a:noFill/>
        </p:spPr>
        <p:txBody>
          <a:bodyPr wrap="square" lIns="0" rIns="0" tIns="0" bIns="0" anchor="ctr">
            <a:spAutoFit/>
          </a:bodyPr>
          <a:lstStyle/>
          <a:p>
            <a:pPr algn="l"/>
            <a:r>
              <a:rPr sz="2000" b="1" i="0">
                <a:solidFill>
                  <a:srgbClr val="6E6E6E"/>
                </a:solidFill>
                <a:latin typeface="Michelin"/>
              </a:rPr>
              <a:t>1 muestra</a:t>
            </a:r>
          </a:p>
        </p:txBody>
      </p:sp>
      <p:sp>
        <p:nvSpPr>
          <p:cNvPr id="7" name="TextBox 6"/>
          <p:cNvSpPr txBox="1"/>
          <p:nvPr/>
        </p:nvSpPr>
        <p:spPr>
          <a:xfrm>
            <a:off x="2700629" y="1554480"/>
            <a:ext cx="1440281" cy="548640"/>
          </a:xfrm>
          <a:prstGeom prst="rect">
            <a:avLst/>
          </a:prstGeom>
          <a:noFill/>
        </p:spPr>
        <p:txBody>
          <a:bodyPr wrap="square" lIns="0" rIns="0" tIns="0" bIns="0" anchor="ctr">
            <a:spAutoFit/>
          </a:bodyPr>
          <a:lstStyle/>
          <a:p>
            <a:pPr algn="l"/>
            <a:r>
              <a:rPr sz="1100" b="0" i="0">
                <a:solidFill>
                  <a:srgbClr val="6E6E6E"/>
                </a:solidFill>
                <a:latin typeface="Arial"/>
              </a:rPr>
              <a:t>por turno, de forma manual</a:t>
            </a:r>
          </a:p>
        </p:txBody>
      </p:sp>
      <p:sp>
        <p:nvSpPr>
          <p:cNvPr id="8" name="TextBox 7"/>
          <p:cNvSpPr txBox="1"/>
          <p:nvPr/>
        </p:nvSpPr>
        <p:spPr>
          <a:xfrm>
            <a:off x="855268" y="2423160"/>
            <a:ext cx="1800351" cy="548640"/>
          </a:xfrm>
          <a:prstGeom prst="rect">
            <a:avLst/>
          </a:prstGeom>
          <a:noFill/>
        </p:spPr>
        <p:txBody>
          <a:bodyPr wrap="square" lIns="0" rIns="0" tIns="0" bIns="0" anchor="ctr">
            <a:spAutoFit/>
          </a:bodyPr>
          <a:lstStyle/>
          <a:p>
            <a:pPr algn="l"/>
            <a:r>
              <a:rPr sz="2000" b="1" i="0">
                <a:solidFill>
                  <a:srgbClr val="6E6E6E"/>
                </a:solidFill>
                <a:latin typeface="Michelin"/>
              </a:rPr>
              <a:t>Horas</a:t>
            </a:r>
          </a:p>
        </p:txBody>
      </p:sp>
      <p:sp>
        <p:nvSpPr>
          <p:cNvPr id="9" name="TextBox 8"/>
          <p:cNvSpPr txBox="1"/>
          <p:nvPr/>
        </p:nvSpPr>
        <p:spPr>
          <a:xfrm>
            <a:off x="2700629" y="2423160"/>
            <a:ext cx="1440281" cy="548640"/>
          </a:xfrm>
          <a:prstGeom prst="rect">
            <a:avLst/>
          </a:prstGeom>
          <a:noFill/>
        </p:spPr>
        <p:txBody>
          <a:bodyPr wrap="square" lIns="0" rIns="0" tIns="0" bIns="0" anchor="ctr">
            <a:spAutoFit/>
          </a:bodyPr>
          <a:lstStyle/>
          <a:p>
            <a:pPr algn="l"/>
            <a:r>
              <a:rPr sz="1100" b="0" i="0">
                <a:solidFill>
                  <a:srgbClr val="6E6E6E"/>
                </a:solidFill>
                <a:latin typeface="Arial"/>
              </a:rPr>
              <a:t>hasta descubrir una desviación</a:t>
            </a:r>
          </a:p>
        </p:txBody>
      </p:sp>
      <p:sp>
        <p:nvSpPr>
          <p:cNvPr id="10" name="TextBox 9"/>
          <p:cNvSpPr txBox="1"/>
          <p:nvPr/>
        </p:nvSpPr>
        <p:spPr>
          <a:xfrm>
            <a:off x="855268" y="3291839"/>
            <a:ext cx="1800351" cy="548640"/>
          </a:xfrm>
          <a:prstGeom prst="rect">
            <a:avLst/>
          </a:prstGeom>
          <a:noFill/>
        </p:spPr>
        <p:txBody>
          <a:bodyPr wrap="square" lIns="0" rIns="0" tIns="0" bIns="0" anchor="ctr">
            <a:spAutoFit/>
          </a:bodyPr>
          <a:lstStyle/>
          <a:p>
            <a:pPr algn="l"/>
            <a:r>
              <a:rPr sz="2000" b="1" i="0">
                <a:solidFill>
                  <a:srgbClr val="6E6E6E"/>
                </a:solidFill>
                <a:latin typeface="Michelin"/>
              </a:rPr>
              <a:t>Después</a:t>
            </a:r>
          </a:p>
        </p:txBody>
      </p:sp>
      <p:sp>
        <p:nvSpPr>
          <p:cNvPr id="11" name="TextBox 10"/>
          <p:cNvSpPr txBox="1"/>
          <p:nvPr/>
        </p:nvSpPr>
        <p:spPr>
          <a:xfrm>
            <a:off x="2700629" y="3291839"/>
            <a:ext cx="1440281" cy="548640"/>
          </a:xfrm>
          <a:prstGeom prst="rect">
            <a:avLst/>
          </a:prstGeom>
          <a:noFill/>
        </p:spPr>
        <p:txBody>
          <a:bodyPr wrap="square" lIns="0" rIns="0" tIns="0" bIns="0" anchor="ctr">
            <a:spAutoFit/>
          </a:bodyPr>
          <a:lstStyle/>
          <a:p>
            <a:pPr algn="l"/>
            <a:r>
              <a:rPr sz="1100" b="0" i="0">
                <a:solidFill>
                  <a:srgbClr val="6E6E6E"/>
                </a:solidFill>
                <a:latin typeface="Arial"/>
              </a:rPr>
              <a:t>se reacciona cuando el defecto ya existe</a:t>
            </a:r>
          </a:p>
        </p:txBody>
      </p:sp>
      <p:sp>
        <p:nvSpPr>
          <p:cNvPr id="12" name="Rectangle 11"/>
          <p:cNvSpPr/>
          <p:nvPr/>
        </p:nvSpPr>
        <p:spPr>
          <a:xfrm>
            <a:off x="4951069" y="822960"/>
            <a:ext cx="3735730" cy="35204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21122" y="1005840"/>
            <a:ext cx="3195624" cy="320040"/>
          </a:xfrm>
          <a:prstGeom prst="rect">
            <a:avLst/>
          </a:prstGeom>
          <a:noFill/>
        </p:spPr>
        <p:txBody>
          <a:bodyPr wrap="square" lIns="0" rIns="0" tIns="0" bIns="0" anchor="t">
            <a:spAutoFit/>
          </a:bodyPr>
          <a:lstStyle/>
          <a:p>
            <a:pPr algn="l"/>
            <a:r>
              <a:rPr sz="1300" b="1" i="0" cap="all">
                <a:solidFill>
                  <a:srgbClr val="FCE500"/>
                </a:solidFill>
                <a:latin typeface="Michelin"/>
              </a:rPr>
              <a:t>Nuestro control digital</a:t>
            </a:r>
          </a:p>
        </p:txBody>
      </p:sp>
      <p:sp>
        <p:nvSpPr>
          <p:cNvPr id="14" name="TextBox 13"/>
          <p:cNvSpPr txBox="1"/>
          <p:nvPr/>
        </p:nvSpPr>
        <p:spPr>
          <a:xfrm>
            <a:off x="5221122" y="1554480"/>
            <a:ext cx="1800351" cy="548640"/>
          </a:xfrm>
          <a:prstGeom prst="rect">
            <a:avLst/>
          </a:prstGeom>
          <a:noFill/>
        </p:spPr>
        <p:txBody>
          <a:bodyPr wrap="square" lIns="0" rIns="0" tIns="0" bIns="0" anchor="ctr">
            <a:spAutoFit/>
          </a:bodyPr>
          <a:lstStyle/>
          <a:p>
            <a:pPr algn="l"/>
            <a:r>
              <a:rPr sz="2000" b="1" i="0">
                <a:solidFill>
                  <a:srgbClr val="FCE500"/>
                </a:solidFill>
                <a:latin typeface="Michelin"/>
              </a:rPr>
              <a:t>100 %</a:t>
            </a:r>
          </a:p>
        </p:txBody>
      </p:sp>
      <p:sp>
        <p:nvSpPr>
          <p:cNvPr id="15" name="TextBox 14"/>
          <p:cNvSpPr txBox="1"/>
          <p:nvPr/>
        </p:nvSpPr>
        <p:spPr>
          <a:xfrm>
            <a:off x="7066483" y="1554480"/>
            <a:ext cx="1440281" cy="548640"/>
          </a:xfrm>
          <a:prstGeom prst="rect">
            <a:avLst/>
          </a:prstGeom>
          <a:noFill/>
        </p:spPr>
        <p:txBody>
          <a:bodyPr wrap="square" lIns="0" rIns="0" tIns="0" bIns="0" anchor="ctr">
            <a:spAutoFit/>
          </a:bodyPr>
          <a:lstStyle/>
          <a:p>
            <a:pPr algn="l"/>
            <a:r>
              <a:rPr sz="1100" b="0" i="0">
                <a:solidFill>
                  <a:srgbClr val="FFFFFF"/>
                </a:solidFill>
                <a:latin typeface="Arial"/>
              </a:rPr>
              <a:t>de los neumáticos, de forma automática</a:t>
            </a:r>
          </a:p>
        </p:txBody>
      </p:sp>
      <p:sp>
        <p:nvSpPr>
          <p:cNvPr id="16" name="TextBox 15"/>
          <p:cNvSpPr txBox="1"/>
          <p:nvPr/>
        </p:nvSpPr>
        <p:spPr>
          <a:xfrm>
            <a:off x="5221122" y="2423160"/>
            <a:ext cx="1800351" cy="548640"/>
          </a:xfrm>
          <a:prstGeom prst="rect">
            <a:avLst/>
          </a:prstGeom>
          <a:noFill/>
        </p:spPr>
        <p:txBody>
          <a:bodyPr wrap="square" lIns="0" rIns="0" tIns="0" bIns="0" anchor="ctr">
            <a:spAutoFit/>
          </a:bodyPr>
          <a:lstStyle/>
          <a:p>
            <a:pPr algn="l"/>
            <a:r>
              <a:rPr sz="2000" b="1" i="0">
                <a:solidFill>
                  <a:srgbClr val="FCE500"/>
                </a:solidFill>
                <a:latin typeface="Michelin"/>
              </a:rPr>
              <a:t>Segundos</a:t>
            </a:r>
          </a:p>
        </p:txBody>
      </p:sp>
      <p:sp>
        <p:nvSpPr>
          <p:cNvPr id="17" name="TextBox 16"/>
          <p:cNvSpPr txBox="1"/>
          <p:nvPr/>
        </p:nvSpPr>
        <p:spPr>
          <a:xfrm>
            <a:off x="7066483" y="2423160"/>
            <a:ext cx="1440281" cy="548640"/>
          </a:xfrm>
          <a:prstGeom prst="rect">
            <a:avLst/>
          </a:prstGeom>
          <a:noFill/>
        </p:spPr>
        <p:txBody>
          <a:bodyPr wrap="square" lIns="0" rIns="0" tIns="0" bIns="0" anchor="ctr">
            <a:spAutoFit/>
          </a:bodyPr>
          <a:lstStyle/>
          <a:p>
            <a:pPr algn="l"/>
            <a:r>
              <a:rPr sz="1100" b="0" i="0">
                <a:solidFill>
                  <a:srgbClr val="FFFFFF"/>
                </a:solidFill>
                <a:latin typeface="Arial"/>
              </a:rPr>
              <a:t>para detectar una deriva</a:t>
            </a:r>
          </a:p>
        </p:txBody>
      </p:sp>
      <p:sp>
        <p:nvSpPr>
          <p:cNvPr id="18" name="TextBox 17"/>
          <p:cNvSpPr txBox="1"/>
          <p:nvPr/>
        </p:nvSpPr>
        <p:spPr>
          <a:xfrm>
            <a:off x="5221122" y="3291839"/>
            <a:ext cx="1800351" cy="548640"/>
          </a:xfrm>
          <a:prstGeom prst="rect">
            <a:avLst/>
          </a:prstGeom>
          <a:noFill/>
        </p:spPr>
        <p:txBody>
          <a:bodyPr wrap="square" lIns="0" rIns="0" tIns="0" bIns="0" anchor="ctr">
            <a:spAutoFit/>
          </a:bodyPr>
          <a:lstStyle/>
          <a:p>
            <a:pPr algn="l"/>
            <a:r>
              <a:rPr sz="2000" b="1" i="0">
                <a:solidFill>
                  <a:srgbClr val="FCE500"/>
                </a:solidFill>
                <a:latin typeface="Michelin"/>
              </a:rPr>
              <a:t>Antes</a:t>
            </a:r>
          </a:p>
        </p:txBody>
      </p:sp>
      <p:sp>
        <p:nvSpPr>
          <p:cNvPr id="19" name="TextBox 18"/>
          <p:cNvSpPr txBox="1"/>
          <p:nvPr/>
        </p:nvSpPr>
        <p:spPr>
          <a:xfrm>
            <a:off x="7066483" y="3291839"/>
            <a:ext cx="1440281" cy="548640"/>
          </a:xfrm>
          <a:prstGeom prst="rect">
            <a:avLst/>
          </a:prstGeom>
          <a:noFill/>
        </p:spPr>
        <p:txBody>
          <a:bodyPr wrap="square" lIns="0" rIns="0" tIns="0" bIns="0" anchor="ctr">
            <a:spAutoFit/>
          </a:bodyPr>
          <a:lstStyle/>
          <a:p>
            <a:pPr algn="l"/>
            <a:r>
              <a:rPr sz="1100" b="0" i="0">
                <a:solidFill>
                  <a:srgbClr val="FFFFFF"/>
                </a:solidFill>
                <a:latin typeface="Arial"/>
              </a:rPr>
              <a:t>se corrige antes de que exista el defecto</a:t>
            </a:r>
          </a:p>
        </p:txBody>
      </p:sp>
      <p:sp>
        <p:nvSpPr>
          <p:cNvPr id="20" name="Chevron 19"/>
          <p:cNvSpPr/>
          <p:nvPr/>
        </p:nvSpPr>
        <p:spPr>
          <a:xfrm>
            <a:off x="4473976" y="2286000"/>
            <a:ext cx="324063" cy="594360"/>
          </a:xfrm>
          <a:prstGeom prst="chevron">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Nuestro sistema en un solo ciclo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Cuatro pasos que giran alrededor del IQF, nuestro indicador de calidad</a:t>
            </a:r>
          </a:p>
        </p:txBody>
      </p:sp>
      <p:sp>
        <p:nvSpPr>
          <p:cNvPr id="5" name="Oval 4"/>
          <p:cNvSpPr/>
          <p:nvPr/>
        </p:nvSpPr>
        <p:spPr>
          <a:xfrm>
            <a:off x="1216152" y="1444752"/>
            <a:ext cx="2596896" cy="2596896"/>
          </a:xfrm>
          <a:prstGeom prst="ellipse">
            <a:avLst/>
          </a:prstGeom>
          <a:noFill/>
          <a:ln w="28575">
            <a:solidFill>
              <a:srgbClr val="9FB3D6"/>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947672" y="2176272"/>
            <a:ext cx="1133856"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947672" y="2176272"/>
            <a:ext cx="1133856" cy="1133856"/>
          </a:xfrm>
          <a:prstGeom prst="rect">
            <a:avLst/>
          </a:prstGeom>
          <a:noFill/>
        </p:spPr>
        <p:txBody>
          <a:bodyPr wrap="square" lIns="0" rIns="0" tIns="0" bIns="0" anchor="ctr">
            <a:spAutoFit/>
          </a:bodyPr>
          <a:lstStyle/>
          <a:p>
            <a:pPr algn="ctr"/>
            <a:r>
              <a:rPr sz="1100" b="1" i="0">
                <a:solidFill>
                  <a:srgbClr val="00205B"/>
                </a:solidFill>
                <a:latin typeface="Michelin"/>
              </a:rPr>
              <a:t>IQF</a:t>
            </a:r>
          </a:p>
        </p:txBody>
      </p:sp>
      <p:sp>
        <p:nvSpPr>
          <p:cNvPr id="8" name="Oval 7"/>
          <p:cNvSpPr/>
          <p:nvPr/>
        </p:nvSpPr>
        <p:spPr>
          <a:xfrm>
            <a:off x="2057400" y="987552"/>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057400" y="1133856"/>
            <a:ext cx="914400" cy="365760"/>
          </a:xfrm>
          <a:prstGeom prst="rect">
            <a:avLst/>
          </a:prstGeom>
          <a:noFill/>
        </p:spPr>
        <p:txBody>
          <a:bodyPr wrap="square" lIns="0" rIns="0" tIns="0" bIns="0" anchor="t">
            <a:spAutoFit/>
          </a:bodyPr>
          <a:lstStyle/>
          <a:p>
            <a:pPr algn="ctr"/>
            <a:r>
              <a:rPr sz="1300" b="1" i="0">
                <a:solidFill>
                  <a:srgbClr val="00205B"/>
                </a:solidFill>
                <a:latin typeface="Michelin"/>
              </a:rPr>
              <a:t>01</a:t>
            </a:r>
          </a:p>
        </p:txBody>
      </p:sp>
      <p:sp>
        <p:nvSpPr>
          <p:cNvPr id="10" name="TextBox 9"/>
          <p:cNvSpPr txBox="1"/>
          <p:nvPr/>
        </p:nvSpPr>
        <p:spPr>
          <a:xfrm>
            <a:off x="2057400" y="1399032"/>
            <a:ext cx="914400" cy="274320"/>
          </a:xfrm>
          <a:prstGeom prst="rect">
            <a:avLst/>
          </a:prstGeom>
          <a:noFill/>
        </p:spPr>
        <p:txBody>
          <a:bodyPr wrap="square" lIns="0" rIns="0" tIns="0" bIns="0" anchor="t">
            <a:spAutoFit/>
          </a:bodyPr>
          <a:lstStyle/>
          <a:p>
            <a:pPr algn="ctr"/>
            <a:r>
              <a:rPr sz="850" b="1" i="0">
                <a:solidFill>
                  <a:srgbClr val="00205B"/>
                </a:solidFill>
                <a:latin typeface="Michelin"/>
              </a:rPr>
              <a:t>VER</a:t>
            </a:r>
          </a:p>
        </p:txBody>
      </p:sp>
      <p:sp>
        <p:nvSpPr>
          <p:cNvPr id="11" name="Oval 10"/>
          <p:cNvSpPr/>
          <p:nvPr/>
        </p:nvSpPr>
        <p:spPr>
          <a:xfrm>
            <a:off x="3355848"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55848" y="2432304"/>
            <a:ext cx="914400" cy="365760"/>
          </a:xfrm>
          <a:prstGeom prst="rect">
            <a:avLst/>
          </a:prstGeom>
          <a:noFill/>
        </p:spPr>
        <p:txBody>
          <a:bodyPr wrap="square" lIns="0" rIns="0" tIns="0" bIns="0" anchor="t">
            <a:spAutoFit/>
          </a:bodyPr>
          <a:lstStyle/>
          <a:p>
            <a:pPr algn="ctr"/>
            <a:r>
              <a:rPr sz="1300" b="1" i="0">
                <a:solidFill>
                  <a:srgbClr val="00205B"/>
                </a:solidFill>
                <a:latin typeface="Michelin"/>
              </a:rPr>
              <a:t>02</a:t>
            </a:r>
          </a:p>
        </p:txBody>
      </p:sp>
      <p:sp>
        <p:nvSpPr>
          <p:cNvPr id="13" name="TextBox 12"/>
          <p:cNvSpPr txBox="1"/>
          <p:nvPr/>
        </p:nvSpPr>
        <p:spPr>
          <a:xfrm>
            <a:off x="3355848" y="2697480"/>
            <a:ext cx="914400" cy="274320"/>
          </a:xfrm>
          <a:prstGeom prst="rect">
            <a:avLst/>
          </a:prstGeom>
          <a:noFill/>
        </p:spPr>
        <p:txBody>
          <a:bodyPr wrap="square" lIns="0" rIns="0" tIns="0" bIns="0" anchor="t">
            <a:spAutoFit/>
          </a:bodyPr>
          <a:lstStyle/>
          <a:p>
            <a:pPr algn="ctr"/>
            <a:r>
              <a:rPr sz="850" b="1" i="0">
                <a:solidFill>
                  <a:srgbClr val="00205B"/>
                </a:solidFill>
                <a:latin typeface="Michelin"/>
              </a:rPr>
              <a:t>ENTENDER</a:t>
            </a:r>
          </a:p>
        </p:txBody>
      </p:sp>
      <p:sp>
        <p:nvSpPr>
          <p:cNvPr id="14" name="Oval 13"/>
          <p:cNvSpPr/>
          <p:nvPr/>
        </p:nvSpPr>
        <p:spPr>
          <a:xfrm>
            <a:off x="2057400" y="3584448"/>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057400" y="3730752"/>
            <a:ext cx="914400" cy="365760"/>
          </a:xfrm>
          <a:prstGeom prst="rect">
            <a:avLst/>
          </a:prstGeom>
          <a:noFill/>
        </p:spPr>
        <p:txBody>
          <a:bodyPr wrap="square" lIns="0" rIns="0" tIns="0" bIns="0" anchor="t">
            <a:spAutoFit/>
          </a:bodyPr>
          <a:lstStyle/>
          <a:p>
            <a:pPr algn="ctr"/>
            <a:r>
              <a:rPr sz="1300" b="1" i="0">
                <a:solidFill>
                  <a:srgbClr val="00205B"/>
                </a:solidFill>
                <a:latin typeface="Michelin"/>
              </a:rPr>
              <a:t>03</a:t>
            </a:r>
          </a:p>
        </p:txBody>
      </p:sp>
      <p:sp>
        <p:nvSpPr>
          <p:cNvPr id="16" name="TextBox 15"/>
          <p:cNvSpPr txBox="1"/>
          <p:nvPr/>
        </p:nvSpPr>
        <p:spPr>
          <a:xfrm>
            <a:off x="2057400" y="3995928"/>
            <a:ext cx="914400" cy="274320"/>
          </a:xfrm>
          <a:prstGeom prst="rect">
            <a:avLst/>
          </a:prstGeom>
          <a:noFill/>
        </p:spPr>
        <p:txBody>
          <a:bodyPr wrap="square" lIns="0" rIns="0" tIns="0" bIns="0" anchor="t">
            <a:spAutoFit/>
          </a:bodyPr>
          <a:lstStyle/>
          <a:p>
            <a:pPr algn="ctr"/>
            <a:r>
              <a:rPr sz="850" b="1" i="0">
                <a:solidFill>
                  <a:srgbClr val="00205B"/>
                </a:solidFill>
                <a:latin typeface="Michelin"/>
              </a:rPr>
              <a:t>DECIDIR</a:t>
            </a:r>
          </a:p>
        </p:txBody>
      </p:sp>
      <p:sp>
        <p:nvSpPr>
          <p:cNvPr id="17" name="Oval 16"/>
          <p:cNvSpPr/>
          <p:nvPr/>
        </p:nvSpPr>
        <p:spPr>
          <a:xfrm>
            <a:off x="758952" y="2286000"/>
            <a:ext cx="914400" cy="91440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58952" y="2432304"/>
            <a:ext cx="914400" cy="365760"/>
          </a:xfrm>
          <a:prstGeom prst="rect">
            <a:avLst/>
          </a:prstGeom>
          <a:noFill/>
        </p:spPr>
        <p:txBody>
          <a:bodyPr wrap="square" lIns="0" rIns="0" tIns="0" bIns="0" anchor="t">
            <a:spAutoFit/>
          </a:bodyPr>
          <a:lstStyle/>
          <a:p>
            <a:pPr algn="ctr"/>
            <a:r>
              <a:rPr sz="1300" b="1" i="0">
                <a:solidFill>
                  <a:srgbClr val="00205B"/>
                </a:solidFill>
                <a:latin typeface="Michelin"/>
              </a:rPr>
              <a:t>04</a:t>
            </a:r>
          </a:p>
        </p:txBody>
      </p:sp>
      <p:sp>
        <p:nvSpPr>
          <p:cNvPr id="19" name="TextBox 18"/>
          <p:cNvSpPr txBox="1"/>
          <p:nvPr/>
        </p:nvSpPr>
        <p:spPr>
          <a:xfrm>
            <a:off x="758952" y="2697480"/>
            <a:ext cx="914400" cy="274320"/>
          </a:xfrm>
          <a:prstGeom prst="rect">
            <a:avLst/>
          </a:prstGeom>
          <a:noFill/>
        </p:spPr>
        <p:txBody>
          <a:bodyPr wrap="square" lIns="0" rIns="0" tIns="0" bIns="0" anchor="t">
            <a:spAutoFit/>
          </a:bodyPr>
          <a:lstStyle/>
          <a:p>
            <a:pPr algn="ctr"/>
            <a:r>
              <a:rPr sz="850" b="1" i="0">
                <a:solidFill>
                  <a:srgbClr val="00205B"/>
                </a:solidFill>
                <a:latin typeface="Michelin"/>
              </a:rPr>
              <a:t>ANTICIPAR</a:t>
            </a:r>
          </a:p>
        </p:txBody>
      </p:sp>
      <p:sp>
        <p:nvSpPr>
          <p:cNvPr id="20" name="TextBox 19"/>
          <p:cNvSpPr txBox="1"/>
          <p:nvPr/>
        </p:nvSpPr>
        <p:spPr>
          <a:xfrm>
            <a:off x="4572000" y="1005840"/>
            <a:ext cx="411480" cy="365760"/>
          </a:xfrm>
          <a:prstGeom prst="rect">
            <a:avLst/>
          </a:prstGeom>
          <a:noFill/>
        </p:spPr>
        <p:txBody>
          <a:bodyPr wrap="square" lIns="0" rIns="0" tIns="0" bIns="0" anchor="t">
            <a:spAutoFit/>
          </a:bodyPr>
          <a:lstStyle/>
          <a:p>
            <a:pPr algn="l"/>
            <a:r>
              <a:rPr sz="1600" b="1" i="0">
                <a:solidFill>
                  <a:srgbClr val="FCE500"/>
                </a:solidFill>
                <a:latin typeface="Michelin"/>
              </a:rPr>
              <a:t>01</a:t>
            </a:r>
          </a:p>
        </p:txBody>
      </p:sp>
      <p:sp>
        <p:nvSpPr>
          <p:cNvPr id="21" name="TextBox 20"/>
          <p:cNvSpPr txBox="1"/>
          <p:nvPr/>
        </p:nvSpPr>
        <p:spPr>
          <a:xfrm>
            <a:off x="5029200" y="1005840"/>
            <a:ext cx="2377440" cy="658368"/>
          </a:xfrm>
          <a:prstGeom prst="rect">
            <a:avLst/>
          </a:prstGeom>
          <a:noFill/>
        </p:spPr>
        <p:txBody>
          <a:bodyPr wrap="square" lIns="0" rIns="0" tIns="0" bIns="0" anchor="t">
            <a:spAutoFit/>
          </a:bodyPr>
          <a:lstStyle/>
          <a:p>
            <a:pPr algn="l"/>
            <a:r>
              <a:rPr sz="1100" b="1" i="0">
                <a:solidFill>
                  <a:srgbClr val="FFFFFF"/>
                </a:solidFill>
                <a:latin typeface="Michelin"/>
              </a:rPr>
              <a:t>VER  </a:t>
            </a:r>
            <a:r>
              <a:rPr sz="1000" b="1" i="0">
                <a:solidFill>
                  <a:srgbClr val="FCE500"/>
                </a:solidFill>
                <a:latin typeface="Arial"/>
              </a:rPr>
              <a:t>Perfilómetros láser 3D</a:t>
            </a:r>
          </a:p>
          <a:p>
            <a:pPr algn="l"/>
            <a:r>
              <a:rPr sz="950" b="0" i="0">
                <a:solidFill>
                  <a:srgbClr val="D6E0F0"/>
                </a:solidFill>
                <a:latin typeface="Arial"/>
              </a:rPr>
              <a:t>Cada componente, medido en 3D en cada neumático.</a:t>
            </a:r>
          </a:p>
        </p:txBody>
      </p:sp>
      <p:sp>
        <p:nvSpPr>
          <p:cNvPr id="22" name="TextBox 21"/>
          <p:cNvSpPr txBox="1"/>
          <p:nvPr/>
        </p:nvSpPr>
        <p:spPr>
          <a:xfrm>
            <a:off x="4572000" y="1719072"/>
            <a:ext cx="411480" cy="365760"/>
          </a:xfrm>
          <a:prstGeom prst="rect">
            <a:avLst/>
          </a:prstGeom>
          <a:noFill/>
        </p:spPr>
        <p:txBody>
          <a:bodyPr wrap="square" lIns="0" rIns="0" tIns="0" bIns="0" anchor="t">
            <a:spAutoFit/>
          </a:bodyPr>
          <a:lstStyle/>
          <a:p>
            <a:pPr algn="l"/>
            <a:r>
              <a:rPr sz="1600" b="1" i="0">
                <a:solidFill>
                  <a:srgbClr val="FCE500"/>
                </a:solidFill>
                <a:latin typeface="Michelin"/>
              </a:rPr>
              <a:t>02</a:t>
            </a:r>
          </a:p>
        </p:txBody>
      </p:sp>
      <p:sp>
        <p:nvSpPr>
          <p:cNvPr id="23" name="TextBox 22"/>
          <p:cNvSpPr txBox="1"/>
          <p:nvPr/>
        </p:nvSpPr>
        <p:spPr>
          <a:xfrm>
            <a:off x="5029200" y="1719072"/>
            <a:ext cx="2377440" cy="658368"/>
          </a:xfrm>
          <a:prstGeom prst="rect">
            <a:avLst/>
          </a:prstGeom>
          <a:noFill/>
        </p:spPr>
        <p:txBody>
          <a:bodyPr wrap="square" lIns="0" rIns="0" tIns="0" bIns="0" anchor="t">
            <a:spAutoFit/>
          </a:bodyPr>
          <a:lstStyle/>
          <a:p>
            <a:pPr algn="l"/>
            <a:r>
              <a:rPr sz="1100" b="1" i="0">
                <a:solidFill>
                  <a:srgbClr val="FFFFFF"/>
                </a:solidFill>
                <a:latin typeface="Michelin"/>
              </a:rPr>
              <a:t>ENTENDER  </a:t>
            </a:r>
            <a:r>
              <a:rPr sz="1000" b="1" i="0">
                <a:solidFill>
                  <a:srgbClr val="FCE500"/>
                </a:solidFill>
                <a:latin typeface="Arial"/>
              </a:rPr>
              <a:t>PI System · PI Vision</a:t>
            </a:r>
          </a:p>
          <a:p>
            <a:pPr algn="l"/>
            <a:r>
              <a:rPr sz="950" b="0" i="0">
                <a:solidFill>
                  <a:srgbClr val="D6E0F0"/>
                </a:solidFill>
                <a:latin typeface="Arial"/>
              </a:rPr>
              <a:t>Datos e imágenes en tiempo real, con tendencias y alertas.</a:t>
            </a:r>
          </a:p>
        </p:txBody>
      </p:sp>
      <p:sp>
        <p:nvSpPr>
          <p:cNvPr id="24" name="TextBox 23"/>
          <p:cNvSpPr txBox="1"/>
          <p:nvPr/>
        </p:nvSpPr>
        <p:spPr>
          <a:xfrm>
            <a:off x="4572000" y="2432304"/>
            <a:ext cx="411480" cy="365760"/>
          </a:xfrm>
          <a:prstGeom prst="rect">
            <a:avLst/>
          </a:prstGeom>
          <a:noFill/>
        </p:spPr>
        <p:txBody>
          <a:bodyPr wrap="square" lIns="0" rIns="0" tIns="0" bIns="0" anchor="t">
            <a:spAutoFit/>
          </a:bodyPr>
          <a:lstStyle/>
          <a:p>
            <a:pPr algn="l"/>
            <a:r>
              <a:rPr sz="1600" b="1" i="0">
                <a:solidFill>
                  <a:srgbClr val="FCE500"/>
                </a:solidFill>
                <a:latin typeface="Michelin"/>
              </a:rPr>
              <a:t>03</a:t>
            </a:r>
          </a:p>
        </p:txBody>
      </p:sp>
      <p:sp>
        <p:nvSpPr>
          <p:cNvPr id="25" name="TextBox 24"/>
          <p:cNvSpPr txBox="1"/>
          <p:nvPr/>
        </p:nvSpPr>
        <p:spPr>
          <a:xfrm>
            <a:off x="5029200" y="2432304"/>
            <a:ext cx="2377440" cy="658368"/>
          </a:xfrm>
          <a:prstGeom prst="rect">
            <a:avLst/>
          </a:prstGeom>
          <a:noFill/>
        </p:spPr>
        <p:txBody>
          <a:bodyPr wrap="square" lIns="0" rIns="0" tIns="0" bIns="0" anchor="t">
            <a:spAutoFit/>
          </a:bodyPr>
          <a:lstStyle/>
          <a:p>
            <a:pPr algn="l"/>
            <a:r>
              <a:rPr sz="1100" b="1" i="0">
                <a:solidFill>
                  <a:srgbClr val="FFFFFF"/>
                </a:solidFill>
                <a:latin typeface="Michelin"/>
              </a:rPr>
              <a:t>DECIDIR  </a:t>
            </a:r>
            <a:r>
              <a:rPr sz="1000" b="1" i="0">
                <a:solidFill>
                  <a:srgbClr val="FCE500"/>
                </a:solidFill>
                <a:latin typeface="Arial"/>
              </a:rPr>
              <a:t>R4P</a:t>
            </a:r>
          </a:p>
          <a:p>
            <a:pPr algn="l"/>
            <a:r>
              <a:rPr sz="950" b="0" i="0">
                <a:solidFill>
                  <a:srgbClr val="D6E0F0"/>
                </a:solidFill>
                <a:latin typeface="Arial"/>
              </a:rPr>
              <a:t>Motor de reglas que corrige el proceso automáticamente.</a:t>
            </a:r>
          </a:p>
        </p:txBody>
      </p:sp>
      <p:sp>
        <p:nvSpPr>
          <p:cNvPr id="26" name="TextBox 25"/>
          <p:cNvSpPr txBox="1"/>
          <p:nvPr/>
        </p:nvSpPr>
        <p:spPr>
          <a:xfrm>
            <a:off x="4572000" y="3145536"/>
            <a:ext cx="411480" cy="365760"/>
          </a:xfrm>
          <a:prstGeom prst="rect">
            <a:avLst/>
          </a:prstGeom>
          <a:noFill/>
        </p:spPr>
        <p:txBody>
          <a:bodyPr wrap="square" lIns="0" rIns="0" tIns="0" bIns="0" anchor="t">
            <a:spAutoFit/>
          </a:bodyPr>
          <a:lstStyle/>
          <a:p>
            <a:pPr algn="l"/>
            <a:r>
              <a:rPr sz="1600" b="1" i="0">
                <a:solidFill>
                  <a:srgbClr val="FCE500"/>
                </a:solidFill>
                <a:latin typeface="Michelin"/>
              </a:rPr>
              <a:t>04</a:t>
            </a:r>
          </a:p>
        </p:txBody>
      </p:sp>
      <p:sp>
        <p:nvSpPr>
          <p:cNvPr id="27" name="TextBox 26"/>
          <p:cNvSpPr txBox="1"/>
          <p:nvPr/>
        </p:nvSpPr>
        <p:spPr>
          <a:xfrm>
            <a:off x="5029200" y="3145536"/>
            <a:ext cx="2377440" cy="658368"/>
          </a:xfrm>
          <a:prstGeom prst="rect">
            <a:avLst/>
          </a:prstGeom>
          <a:noFill/>
        </p:spPr>
        <p:txBody>
          <a:bodyPr wrap="square" lIns="0" rIns="0" tIns="0" bIns="0" anchor="t">
            <a:spAutoFit/>
          </a:bodyPr>
          <a:lstStyle/>
          <a:p>
            <a:pPr algn="l"/>
            <a:r>
              <a:rPr sz="1100" b="1" i="0">
                <a:solidFill>
                  <a:srgbClr val="FFFFFF"/>
                </a:solidFill>
                <a:latin typeface="Michelin"/>
              </a:rPr>
              <a:t>ANTICIPAR  </a:t>
            </a:r>
            <a:r>
              <a:rPr sz="1000" b="1" i="0">
                <a:solidFill>
                  <a:srgbClr val="FCE500"/>
                </a:solidFill>
                <a:latin typeface="Arial"/>
              </a:rPr>
              <a:t>Dataiku · IA</a:t>
            </a:r>
          </a:p>
          <a:p>
            <a:pPr algn="l"/>
            <a:r>
              <a:rPr sz="950" b="0" i="0">
                <a:solidFill>
                  <a:srgbClr val="D6E0F0"/>
                </a:solidFill>
                <a:latin typeface="Arial"/>
              </a:rPr>
              <a:t>Analítica avanzada para encontrar patrones y adelantarse.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01</a:t>
            </a:r>
          </a:p>
          <a:p>
            <a:r>
              <a:t>Ver</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Cada neumático, convertido en datos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Medimos cada neumático, no una muestra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Perfilómetros láser 3D en cada puesto de la máquina</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1" i="0">
                <a:solidFill>
                  <a:srgbClr val="27509B"/>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d2.jpg"/>
          <p:cNvPicPr>
            <a:picLocks noChangeAspect="1"/>
          </p:cNvPicPr>
          <p:nvPr/>
        </p:nvPicPr>
        <p:blipFill>
          <a:blip r:embed="rId3"/>
          <a:srcRect l="10168" r="10168"/>
          <a:stretch>
            <a:fillRect/>
          </a:stretch>
        </p:blipFill>
        <p:spPr>
          <a:xfrm>
            <a:off x="585216" y="914400"/>
            <a:ext cx="4950967" cy="3611880"/>
          </a:xfrm>
          <a:prstGeom prst="rect">
            <a:avLst/>
          </a:prstGeom>
        </p:spPr>
      </p:pic>
      <p:sp>
        <p:nvSpPr>
          <p:cNvPr id="14" name="TextBox 13"/>
          <p:cNvSpPr txBox="1"/>
          <p:nvPr/>
        </p:nvSpPr>
        <p:spPr>
          <a:xfrm>
            <a:off x="585216" y="4572000"/>
            <a:ext cx="4950967" cy="201168"/>
          </a:xfrm>
          <a:prstGeom prst="rect">
            <a:avLst/>
          </a:prstGeom>
          <a:noFill/>
        </p:spPr>
        <p:txBody>
          <a:bodyPr wrap="square" lIns="0" rIns="0" tIns="0" bIns="0" anchor="t">
            <a:spAutoFit/>
          </a:bodyPr>
          <a:lstStyle/>
          <a:p>
            <a:pPr algn="l"/>
            <a:r>
              <a:rPr sz="800" b="0" i="0">
                <a:solidFill>
                  <a:srgbClr val="6E6E6E"/>
                </a:solidFill>
                <a:latin typeface="Arial"/>
              </a:rPr>
              <a:t>Escaneo 3D en la MAC: cada color es una altura</a:t>
            </a:r>
          </a:p>
        </p:txBody>
      </p:sp>
      <p:sp>
        <p:nvSpPr>
          <p:cNvPr id="15" name="TextBox 14"/>
          <p:cNvSpPr txBox="1"/>
          <p:nvPr/>
        </p:nvSpPr>
        <p:spPr>
          <a:xfrm>
            <a:off x="5851245" y="960120"/>
            <a:ext cx="2790545" cy="594360"/>
          </a:xfrm>
          <a:prstGeom prst="rect">
            <a:avLst/>
          </a:prstGeom>
          <a:noFill/>
        </p:spPr>
        <p:txBody>
          <a:bodyPr wrap="square" lIns="0" rIns="0" tIns="0" bIns="0" anchor="t">
            <a:spAutoFit/>
          </a:bodyPr>
          <a:lstStyle/>
          <a:p>
            <a:pPr algn="l"/>
            <a:r>
              <a:rPr sz="3200" b="1" i="0">
                <a:solidFill>
                  <a:srgbClr val="27509B"/>
                </a:solidFill>
                <a:latin typeface="Michelin"/>
              </a:rPr>
              <a:t>100 %</a:t>
            </a:r>
          </a:p>
        </p:txBody>
      </p:sp>
      <p:sp>
        <p:nvSpPr>
          <p:cNvPr id="16" name="TextBox 15"/>
          <p:cNvSpPr txBox="1"/>
          <p:nvPr/>
        </p:nvSpPr>
        <p:spPr>
          <a:xfrm>
            <a:off x="5851245" y="1554480"/>
            <a:ext cx="2790545" cy="365760"/>
          </a:xfrm>
          <a:prstGeom prst="rect">
            <a:avLst/>
          </a:prstGeom>
          <a:noFill/>
        </p:spPr>
        <p:txBody>
          <a:bodyPr wrap="square" lIns="0" rIns="0" tIns="0" bIns="0" anchor="t">
            <a:spAutoFit/>
          </a:bodyPr>
          <a:lstStyle/>
          <a:p>
            <a:pPr algn="l"/>
            <a:r>
              <a:rPr sz="1150" b="0" i="0">
                <a:solidFill>
                  <a:srgbClr val="262626"/>
                </a:solidFill>
                <a:latin typeface="Arial"/>
              </a:rPr>
              <a:t>de los neumáticos medidos</a:t>
            </a:r>
          </a:p>
        </p:txBody>
      </p:sp>
      <p:sp>
        <p:nvSpPr>
          <p:cNvPr id="17" name="TextBox 16"/>
          <p:cNvSpPr txBox="1"/>
          <p:nvPr/>
        </p:nvSpPr>
        <p:spPr>
          <a:xfrm>
            <a:off x="5851245" y="2148840"/>
            <a:ext cx="2790545" cy="594360"/>
          </a:xfrm>
          <a:prstGeom prst="rect">
            <a:avLst/>
          </a:prstGeom>
          <a:noFill/>
        </p:spPr>
        <p:txBody>
          <a:bodyPr wrap="square" lIns="0" rIns="0" tIns="0" bIns="0" anchor="t">
            <a:spAutoFit/>
          </a:bodyPr>
          <a:lstStyle/>
          <a:p>
            <a:pPr algn="l"/>
            <a:r>
              <a:rPr sz="3200" b="1" i="0">
                <a:solidFill>
                  <a:srgbClr val="27509B"/>
                </a:solidFill>
                <a:latin typeface="Michelin"/>
              </a:rPr>
              <a:t>3D</a:t>
            </a:r>
          </a:p>
        </p:txBody>
      </p:sp>
      <p:sp>
        <p:nvSpPr>
          <p:cNvPr id="18" name="TextBox 17"/>
          <p:cNvSpPr txBox="1"/>
          <p:nvPr/>
        </p:nvSpPr>
        <p:spPr>
          <a:xfrm>
            <a:off x="5851245" y="2743200"/>
            <a:ext cx="2790545" cy="365760"/>
          </a:xfrm>
          <a:prstGeom prst="rect">
            <a:avLst/>
          </a:prstGeom>
          <a:noFill/>
        </p:spPr>
        <p:txBody>
          <a:bodyPr wrap="square" lIns="0" rIns="0" tIns="0" bIns="0" anchor="t">
            <a:spAutoFit/>
          </a:bodyPr>
          <a:lstStyle/>
          <a:p>
            <a:pPr algn="l"/>
            <a:r>
              <a:rPr sz="1150" b="0" i="0">
                <a:solidFill>
                  <a:srgbClr val="262626"/>
                </a:solidFill>
                <a:latin typeface="Arial"/>
              </a:rPr>
              <a:t>perfil completo de cada componente</a:t>
            </a:r>
          </a:p>
        </p:txBody>
      </p:sp>
      <p:sp>
        <p:nvSpPr>
          <p:cNvPr id="19" name="TextBox 18"/>
          <p:cNvSpPr txBox="1"/>
          <p:nvPr/>
        </p:nvSpPr>
        <p:spPr>
          <a:xfrm>
            <a:off x="5851245" y="3337560"/>
            <a:ext cx="2790545" cy="594360"/>
          </a:xfrm>
          <a:prstGeom prst="rect">
            <a:avLst/>
          </a:prstGeom>
          <a:noFill/>
        </p:spPr>
        <p:txBody>
          <a:bodyPr wrap="square" lIns="0" rIns="0" tIns="0" bIns="0" anchor="t">
            <a:spAutoFit/>
          </a:bodyPr>
          <a:lstStyle/>
          <a:p>
            <a:pPr algn="l"/>
            <a:r>
              <a:rPr sz="3200" b="1" i="0">
                <a:solidFill>
                  <a:srgbClr val="27509B"/>
                </a:solidFill>
                <a:latin typeface="Michelin"/>
              </a:rPr>
              <a:t>16</a:t>
            </a:r>
          </a:p>
        </p:txBody>
      </p:sp>
      <p:sp>
        <p:nvSpPr>
          <p:cNvPr id="20" name="TextBox 19"/>
          <p:cNvSpPr txBox="1"/>
          <p:nvPr/>
        </p:nvSpPr>
        <p:spPr>
          <a:xfrm>
            <a:off x="5851245" y="3931920"/>
            <a:ext cx="2790545" cy="365760"/>
          </a:xfrm>
          <a:prstGeom prst="rect">
            <a:avLst/>
          </a:prstGeom>
          <a:noFill/>
        </p:spPr>
        <p:txBody>
          <a:bodyPr wrap="square" lIns="0" rIns="0" tIns="0" bIns="0" anchor="t">
            <a:spAutoFit/>
          </a:bodyPr>
          <a:lstStyle/>
          <a:p>
            <a:pPr algn="l"/>
            <a:r>
              <a:rPr sz="1150" b="0" i="0">
                <a:solidFill>
                  <a:srgbClr val="262626"/>
                </a:solidFill>
                <a:latin typeface="Arial"/>
              </a:rPr>
              <a:t>sensores láser en 8 puestos de la MAC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Cada puesto, cada medida, en directo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OLM de la MAC4: doce puestos, del P05 al P18</a:t>
            </a:r>
          </a:p>
        </p:txBody>
      </p:sp>
      <p:sp>
        <p:nvSpPr>
          <p:cNvPr id="5" name="Oval 4"/>
          <p:cNvSpPr/>
          <p:nvPr/>
        </p:nvSpPr>
        <p:spPr>
          <a:xfrm>
            <a:off x="5074920"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1" i="0">
                <a:solidFill>
                  <a:srgbClr val="FCE500"/>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mac4.jpg"/>
          <p:cNvPicPr>
            <a:picLocks noChangeAspect="1"/>
          </p:cNvPicPr>
          <p:nvPr/>
        </p:nvPicPr>
        <p:blipFill>
          <a:blip r:embed="rId3"/>
          <a:stretch>
            <a:fillRect/>
          </a:stretch>
        </p:blipFill>
        <p:spPr>
          <a:xfrm>
            <a:off x="1073020" y="1005840"/>
            <a:ext cx="6997959" cy="2743200"/>
          </a:xfrm>
          <a:prstGeom prst="rect">
            <a:avLst/>
          </a:prstGeom>
        </p:spPr>
      </p:pic>
      <p:sp>
        <p:nvSpPr>
          <p:cNvPr id="14" name="Oval 13"/>
          <p:cNvSpPr/>
          <p:nvPr/>
        </p:nvSpPr>
        <p:spPr>
          <a:xfrm>
            <a:off x="1250768" y="160934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50768" y="160934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2769325" y="99212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69325" y="99212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4434839" y="2514600"/>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39" y="2514600"/>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5134635" y="309067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34635" y="309067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45720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841247"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Doce puestos</a:t>
            </a:r>
          </a:p>
          <a:p>
            <a:pPr algn="l"/>
            <a:r>
              <a:rPr sz="950" b="0" i="0">
                <a:solidFill>
                  <a:srgbClr val="D6E0F0"/>
                </a:solidFill>
                <a:latin typeface="Arial"/>
              </a:rPr>
              <a:t>del P05 al P18</a:t>
            </a:r>
          </a:p>
        </p:txBody>
      </p:sp>
      <p:sp>
        <p:nvSpPr>
          <p:cNvPr id="25" name="Oval 24"/>
          <p:cNvSpPr/>
          <p:nvPr/>
        </p:nvSpPr>
        <p:spPr>
          <a:xfrm>
            <a:off x="219456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94560"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2578608"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Código de estado</a:t>
            </a:r>
          </a:p>
          <a:p>
            <a:pPr algn="l"/>
            <a:r>
              <a:rPr sz="950" b="0" i="0">
                <a:solidFill>
                  <a:srgbClr val="D6E0F0"/>
                </a:solidFill>
                <a:latin typeface="Arial"/>
              </a:rPr>
              <a:t>OK · vigilancia · control</a:t>
            </a:r>
          </a:p>
        </p:txBody>
      </p:sp>
      <p:sp>
        <p:nvSpPr>
          <p:cNvPr id="28" name="Oval 27"/>
          <p:cNvSpPr/>
          <p:nvPr/>
        </p:nvSpPr>
        <p:spPr>
          <a:xfrm>
            <a:off x="3931920"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931920"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4315968"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Soldaduras</a:t>
            </a:r>
          </a:p>
          <a:p>
            <a:pPr algn="l"/>
            <a:r>
              <a:rPr sz="950" b="0" i="0">
                <a:solidFill>
                  <a:srgbClr val="D6E0F0"/>
                </a:solidFill>
                <a:latin typeface="Arial"/>
              </a:rPr>
              <a:t>medidas en cada puesto</a:t>
            </a:r>
          </a:p>
        </p:txBody>
      </p:sp>
      <p:sp>
        <p:nvSpPr>
          <p:cNvPr id="31" name="Oval 30"/>
          <p:cNvSpPr/>
          <p:nvPr/>
        </p:nvSpPr>
        <p:spPr>
          <a:xfrm>
            <a:off x="5669279" y="395020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79" y="395020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6053327" y="3931920"/>
            <a:ext cx="1307592" cy="566928"/>
          </a:xfrm>
          <a:prstGeom prst="rect">
            <a:avLst/>
          </a:prstGeom>
          <a:noFill/>
        </p:spPr>
        <p:txBody>
          <a:bodyPr wrap="square" lIns="0" rIns="0" tIns="0" bIns="0" anchor="t">
            <a:spAutoFit/>
          </a:bodyPr>
          <a:lstStyle/>
          <a:p>
            <a:pPr algn="l"/>
            <a:r>
              <a:rPr sz="1100" b="1" i="0">
                <a:solidFill>
                  <a:srgbClr val="FFFFFF"/>
                </a:solidFill>
                <a:latin typeface="Arial"/>
              </a:rPr>
              <a:t>Medida 100 %</a:t>
            </a:r>
          </a:p>
          <a:p>
            <a:pPr algn="l"/>
            <a:r>
              <a:rPr sz="950" b="0" i="0">
                <a:solidFill>
                  <a:srgbClr val="D6E0F0"/>
                </a:solidFill>
                <a:latin typeface="Arial"/>
              </a:rPr>
              <a:t>cada neumático medido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Así medimos una soldadura NST en BNS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Del mapa 3D a la cifra que define la calidad de la unión</a:t>
            </a:r>
          </a:p>
        </p:txBody>
      </p:sp>
      <p:sp>
        <p:nvSpPr>
          <p:cNvPr id="5" name="Oval 4"/>
          <p:cNvSpPr/>
          <p:nvPr/>
        </p:nvSpPr>
        <p:spPr>
          <a:xfrm>
            <a:off x="5074920"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1" i="0">
                <a:solidFill>
                  <a:srgbClr val="27509B"/>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sp>
        <p:nvSpPr>
          <p:cNvPr id="13" name="Rectangle 12"/>
          <p:cNvSpPr/>
          <p:nvPr/>
        </p:nvSpPr>
        <p:spPr>
          <a:xfrm>
            <a:off x="585216" y="914400"/>
            <a:ext cx="5040985" cy="361188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ok_map.jpg"/>
          <p:cNvPicPr>
            <a:picLocks noChangeAspect="1"/>
          </p:cNvPicPr>
          <p:nvPr/>
        </p:nvPicPr>
        <p:blipFill>
          <a:blip r:embed="rId3"/>
          <a:stretch>
            <a:fillRect/>
          </a:stretch>
        </p:blipFill>
        <p:spPr>
          <a:xfrm>
            <a:off x="1233846" y="987552"/>
            <a:ext cx="3743723" cy="2240280"/>
          </a:xfrm>
          <a:prstGeom prst="rect">
            <a:avLst/>
          </a:prstGeom>
        </p:spPr>
      </p:pic>
      <p:sp>
        <p:nvSpPr>
          <p:cNvPr id="15" name="Oval 14"/>
          <p:cNvSpPr/>
          <p:nvPr/>
        </p:nvSpPr>
        <p:spPr>
          <a:xfrm>
            <a:off x="2219802" y="15224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219802" y="152247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7" name="Oval 16"/>
          <p:cNvSpPr/>
          <p:nvPr/>
        </p:nvSpPr>
        <p:spPr>
          <a:xfrm>
            <a:off x="2968547" y="2239365"/>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968547" y="2239365"/>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pic>
        <p:nvPicPr>
          <p:cNvPr id="19" name="Picture 18" descr="ok_sec.jpg"/>
          <p:cNvPicPr>
            <a:picLocks noChangeAspect="1"/>
          </p:cNvPicPr>
          <p:nvPr/>
        </p:nvPicPr>
        <p:blipFill>
          <a:blip r:embed="rId4"/>
          <a:stretch>
            <a:fillRect/>
          </a:stretch>
        </p:blipFill>
        <p:spPr>
          <a:xfrm>
            <a:off x="1407262" y="3291840"/>
            <a:ext cx="3396892" cy="1170432"/>
          </a:xfrm>
          <a:prstGeom prst="rect">
            <a:avLst/>
          </a:prstGeom>
        </p:spPr>
      </p:pic>
      <p:sp>
        <p:nvSpPr>
          <p:cNvPr id="20" name="Oval 19"/>
          <p:cNvSpPr/>
          <p:nvPr/>
        </p:nvSpPr>
        <p:spPr>
          <a:xfrm>
            <a:off x="3308237" y="344728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08237" y="344728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2" name="Oval 21"/>
          <p:cNvSpPr/>
          <p:nvPr/>
        </p:nvSpPr>
        <p:spPr>
          <a:xfrm>
            <a:off x="5851245" y="93268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851245" y="932688"/>
            <a:ext cx="270052"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6229319" y="914400"/>
            <a:ext cx="2457480" cy="621792"/>
          </a:xfrm>
          <a:prstGeom prst="rect">
            <a:avLst/>
          </a:prstGeom>
          <a:noFill/>
        </p:spPr>
        <p:txBody>
          <a:bodyPr wrap="square" lIns="0" rIns="0" tIns="0" bIns="0" anchor="t">
            <a:spAutoFit/>
          </a:bodyPr>
          <a:lstStyle/>
          <a:p>
            <a:pPr algn="l"/>
            <a:r>
              <a:rPr sz="1100" b="1" i="0">
                <a:solidFill>
                  <a:srgbClr val="00205B"/>
                </a:solidFill>
                <a:latin typeface="Arial"/>
              </a:rPr>
              <a:t>Mapa 3D</a:t>
            </a:r>
          </a:p>
          <a:p>
            <a:pPr algn="l"/>
            <a:r>
              <a:rPr sz="950" b="0" i="0">
                <a:solidFill>
                  <a:srgbClr val="262626"/>
                </a:solidFill>
                <a:latin typeface="Arial"/>
              </a:rPr>
              <a:t>de la unión de la banda NST</a:t>
            </a:r>
          </a:p>
        </p:txBody>
      </p:sp>
      <p:sp>
        <p:nvSpPr>
          <p:cNvPr id="25" name="Oval 24"/>
          <p:cNvSpPr/>
          <p:nvPr/>
        </p:nvSpPr>
        <p:spPr>
          <a:xfrm>
            <a:off x="5851245" y="1554480"/>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51245" y="1554480"/>
            <a:ext cx="270052"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6229319" y="1536192"/>
            <a:ext cx="2457480" cy="621792"/>
          </a:xfrm>
          <a:prstGeom prst="rect">
            <a:avLst/>
          </a:prstGeom>
          <a:noFill/>
        </p:spPr>
        <p:txBody>
          <a:bodyPr wrap="square" lIns="0" rIns="0" tIns="0" bIns="0" anchor="t">
            <a:spAutoFit/>
          </a:bodyPr>
          <a:lstStyle/>
          <a:p>
            <a:pPr algn="l"/>
            <a:r>
              <a:rPr sz="1100" b="1" i="0">
                <a:solidFill>
                  <a:srgbClr val="00205B"/>
                </a:solidFill>
                <a:latin typeface="Arial"/>
              </a:rPr>
              <a:t>Sección de medida</a:t>
            </a:r>
          </a:p>
          <a:p>
            <a:pPr algn="l"/>
            <a:r>
              <a:rPr sz="950" b="0" i="0">
                <a:solidFill>
                  <a:srgbClr val="262626"/>
                </a:solidFill>
                <a:latin typeface="Arial"/>
              </a:rPr>
              <a:t>trazada sobre la soldadura</a:t>
            </a:r>
          </a:p>
        </p:txBody>
      </p:sp>
      <p:sp>
        <p:nvSpPr>
          <p:cNvPr id="28" name="Oval 27"/>
          <p:cNvSpPr/>
          <p:nvPr/>
        </p:nvSpPr>
        <p:spPr>
          <a:xfrm>
            <a:off x="5851245" y="2176272"/>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51245" y="2176272"/>
            <a:ext cx="270052"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6229319" y="2157984"/>
            <a:ext cx="2457480" cy="621792"/>
          </a:xfrm>
          <a:prstGeom prst="rect">
            <a:avLst/>
          </a:prstGeom>
          <a:noFill/>
        </p:spPr>
        <p:txBody>
          <a:bodyPr wrap="square" lIns="0" rIns="0" tIns="0" bIns="0" anchor="t">
            <a:spAutoFit/>
          </a:bodyPr>
          <a:lstStyle/>
          <a:p>
            <a:pPr algn="l"/>
            <a:r>
              <a:rPr sz="1100" b="1" i="0">
                <a:solidFill>
                  <a:srgbClr val="00205B"/>
                </a:solidFill>
                <a:latin typeface="Arial"/>
              </a:rPr>
              <a:t>Perfil</a:t>
            </a:r>
          </a:p>
          <a:p>
            <a:pPr algn="l"/>
            <a:r>
              <a:rPr sz="950" b="0" i="0">
                <a:solidFill>
                  <a:srgbClr val="262626"/>
                </a:solidFill>
                <a:latin typeface="Arial"/>
              </a:rPr>
              <a:t>cuantifica la unión</a:t>
            </a:r>
          </a:p>
        </p:txBody>
      </p:sp>
      <p:sp>
        <p:nvSpPr>
          <p:cNvPr id="31" name="TextBox 30"/>
          <p:cNvSpPr txBox="1"/>
          <p:nvPr/>
        </p:nvSpPr>
        <p:spPr>
          <a:xfrm>
            <a:off x="5851245" y="2880360"/>
            <a:ext cx="2835554" cy="274320"/>
          </a:xfrm>
          <a:prstGeom prst="rect">
            <a:avLst/>
          </a:prstGeom>
          <a:noFill/>
        </p:spPr>
        <p:txBody>
          <a:bodyPr wrap="square" lIns="0" rIns="0" tIns="0" bIns="0" anchor="t">
            <a:spAutoFit/>
          </a:bodyPr>
          <a:lstStyle/>
          <a:p>
            <a:pPr algn="l"/>
            <a:r>
              <a:rPr sz="1000" b="1" i="0" cap="all">
                <a:solidFill>
                  <a:srgbClr val="27509B"/>
                </a:solidFill>
                <a:latin typeface="Michelin"/>
              </a:rPr>
              <a:t>Variables seguidas en continuo</a:t>
            </a:r>
          </a:p>
        </p:txBody>
      </p:sp>
      <p:sp>
        <p:nvSpPr>
          <p:cNvPr id="32" name="TextBox 31"/>
          <p:cNvSpPr txBox="1"/>
          <p:nvPr/>
        </p:nvSpPr>
        <p:spPr>
          <a:xfrm>
            <a:off x="5851245" y="3200400"/>
            <a:ext cx="2835554" cy="1280160"/>
          </a:xfrm>
          <a:prstGeom prst="rect">
            <a:avLst/>
          </a:prstGeom>
          <a:noFill/>
        </p:spPr>
        <p:txBody>
          <a:bodyPr wrap="square" lIns="0" rIns="0" tIns="0" bIns="0" anchor="t">
            <a:spAutoFit/>
          </a:bodyPr>
          <a:lstStyle/>
          <a:p>
            <a:pPr algn="l" marL="182880" indent="-182880">
              <a:spcAft>
                <a:spcPts val="300"/>
              </a:spcAft>
              <a:buClr>
                <a:srgbClr val="FCE500"/>
              </a:buClr>
              <a:buSzPct val="100000"/>
              <a:buFont typeface="Wingdings"/>
              <a:buChar char="§"/>
            </a:pPr>
            <a:r>
              <a:rPr sz="1050" b="0" i="0">
                <a:solidFill>
                  <a:srgbClr val="262626"/>
                </a:solidFill>
                <a:latin typeface="Arial"/>
              </a:rPr>
              <a:t>Superposición de la soldadura</a:t>
            </a:r>
          </a:p>
          <a:p>
            <a:pPr algn="l" marL="182880" indent="-182880">
              <a:spcAft>
                <a:spcPts val="300"/>
              </a:spcAft>
              <a:buClr>
                <a:srgbClr val="FCE500"/>
              </a:buClr>
              <a:buSzPct val="100000"/>
              <a:buFont typeface="Wingdings"/>
              <a:buChar char="§"/>
            </a:pPr>
            <a:r>
              <a:rPr sz="1050" b="0" i="0">
                <a:solidFill>
                  <a:srgbClr val="262626"/>
                </a:solidFill>
                <a:latin typeface="Arial"/>
              </a:rPr>
              <a:t>Altura de la soldadura</a:t>
            </a:r>
          </a:p>
          <a:p>
            <a:pPr algn="l" marL="182880" indent="-182880">
              <a:spcAft>
                <a:spcPts val="300"/>
              </a:spcAft>
              <a:buClr>
                <a:srgbClr val="FCE500"/>
              </a:buClr>
              <a:buSzPct val="100000"/>
              <a:buFont typeface="Wingdings"/>
              <a:buChar char="§"/>
            </a:pPr>
            <a:r>
              <a:rPr sz="1050" b="0" i="0">
                <a:solidFill>
                  <a:srgbClr val="262626"/>
                </a:solidFill>
                <a:latin typeface="Arial"/>
              </a:rPr>
              <a:t>Offset de la soldadura</a:t>
            </a:r>
          </a:p>
          <a:p>
            <a:pPr algn="l" marL="182880" indent="-182880">
              <a:spcAft>
                <a:spcPts val="300"/>
              </a:spcAft>
              <a:buClr>
                <a:srgbClr val="FCE500"/>
              </a:buClr>
              <a:buSzPct val="100000"/>
              <a:buFont typeface="Wingdings"/>
              <a:buChar char="§"/>
            </a:pPr>
            <a:r>
              <a:rPr sz="1050" b="0" i="0">
                <a:solidFill>
                  <a:srgbClr val="262626"/>
                </a:solidFill>
                <a:latin typeface="Arial"/>
              </a:rPr>
              <a:t>Calidad de la soldadura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02</a:t>
            </a:r>
          </a:p>
          <a:p>
            <a:r>
              <a:t>Entender</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Del dato a la tendencia, en tiempo real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Vemos la deriva antes que el defecto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real de PI Vision · MAC3 · puesto P14</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dash.png"/>
          <p:cNvPicPr>
            <a:picLocks noChangeAspect="1"/>
          </p:cNvPicPr>
          <p:nvPr/>
        </p:nvPicPr>
        <p:blipFill>
          <a:blip r:embed="rId3"/>
          <a:stretch>
            <a:fillRect/>
          </a:stretch>
        </p:blipFill>
        <p:spPr>
          <a:xfrm>
            <a:off x="457200" y="1060907"/>
            <a:ext cx="5669280" cy="2633065"/>
          </a:xfrm>
          <a:prstGeom prst="rect">
            <a:avLst/>
          </a:prstGeom>
        </p:spPr>
      </p:pic>
      <p:sp>
        <p:nvSpPr>
          <p:cNvPr id="14" name="Oval 13"/>
          <p:cNvSpPr/>
          <p:nvPr/>
        </p:nvSpPr>
        <p:spPr>
          <a:xfrm>
            <a:off x="1085392" y="141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85392" y="141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3579875" y="139769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79875" y="139769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3069640" y="151618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069640" y="151618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3137672" y="102906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37672" y="102906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10241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rIns="0" tIns="0" bIns="0" anchor="t">
            <a:spAutoFit/>
          </a:bodyPr>
          <a:lstStyle/>
          <a:p>
            <a:pPr algn="l"/>
            <a:r>
              <a:rPr sz="1100" b="1" i="0">
                <a:solidFill>
                  <a:srgbClr val="FFFFFF"/>
                </a:solidFill>
                <a:latin typeface="Arial"/>
              </a:rPr>
              <a:t>Cada neumático</a:t>
            </a:r>
          </a:p>
          <a:p>
            <a:pPr algn="l"/>
            <a:r>
              <a:rPr sz="950" b="0" i="0">
                <a:solidFill>
                  <a:srgbClr val="D6E0F0"/>
                </a:solidFill>
                <a:latin typeface="Arial"/>
              </a:rPr>
              <a:t>su valor individual</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168249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rIns="0" tIns="0" bIns="0" anchor="t">
            <a:spAutoFit/>
          </a:bodyPr>
          <a:lstStyle/>
          <a:p>
            <a:pPr algn="l"/>
            <a:r>
              <a:rPr sz="1100" b="1" i="0">
                <a:solidFill>
                  <a:srgbClr val="FFFFFF"/>
                </a:solidFill>
                <a:latin typeface="Arial"/>
              </a:rPr>
              <a:t>La tendencia</a:t>
            </a:r>
          </a:p>
          <a:p>
            <a:pPr algn="l"/>
            <a:r>
              <a:rPr sz="950" b="0" i="0">
                <a:solidFill>
                  <a:srgbClr val="D6E0F0"/>
                </a:solidFill>
                <a:latin typeface="Arial"/>
              </a:rPr>
              <a:t>mediana de los 20 últimos</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234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rIns="0" tIns="0" bIns="0" anchor="t">
            <a:spAutoFit/>
          </a:bodyPr>
          <a:lstStyle/>
          <a:p>
            <a:pPr algn="l"/>
            <a:r>
              <a:rPr sz="1100" b="1" i="0">
                <a:solidFill>
                  <a:srgbClr val="FFFFFF"/>
                </a:solidFill>
                <a:latin typeface="Arial"/>
              </a:rPr>
              <a:t>Los límites</a:t>
            </a:r>
          </a:p>
          <a:p>
            <a:pPr algn="l"/>
            <a:r>
              <a:rPr sz="950" b="0" i="0">
                <a:solidFill>
                  <a:srgbClr val="D6E0F0"/>
                </a:solidFill>
                <a:latin typeface="Arial"/>
              </a:rPr>
              <a:t>tolerancias siempre visibles</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299923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rIns="0" tIns="0" bIns="0" anchor="t">
            <a:spAutoFit/>
          </a:bodyPr>
          <a:lstStyle/>
          <a:p>
            <a:pPr algn="l"/>
            <a:r>
              <a:rPr sz="1100" b="1" i="0">
                <a:solidFill>
                  <a:srgbClr val="FFFFFF"/>
                </a:solidFill>
                <a:latin typeface="Arial"/>
              </a:rPr>
              <a:t>El objetivo</a:t>
            </a:r>
          </a:p>
          <a:p>
            <a:pPr algn="l"/>
            <a:r>
              <a:rPr sz="950" b="0" i="0">
                <a:solidFill>
                  <a:srgbClr val="D6E0F0"/>
                </a:solidFill>
                <a:latin typeface="Arial"/>
              </a:rPr>
              <a:t>valor teórico de referencia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Alerta antes de que exista el defecto</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La tendencia cruza el límite y la persona adecuada lo sabe al instante</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median.png"/>
          <p:cNvPicPr>
            <a:picLocks noChangeAspect="1"/>
          </p:cNvPicPr>
          <p:nvPr/>
        </p:nvPicPr>
        <p:blipFill>
          <a:blip r:embed="rId3"/>
          <a:stretch>
            <a:fillRect/>
          </a:stretch>
        </p:blipFill>
        <p:spPr>
          <a:xfrm>
            <a:off x="585216" y="915439"/>
            <a:ext cx="8101583" cy="2393649"/>
          </a:xfrm>
          <a:prstGeom prst="rect">
            <a:avLst/>
          </a:prstGeom>
        </p:spPr>
      </p:pic>
      <p:sp>
        <p:nvSpPr>
          <p:cNvPr id="14" name="Oval 13"/>
          <p:cNvSpPr/>
          <p:nvPr/>
        </p:nvSpPr>
        <p:spPr>
          <a:xfrm>
            <a:off x="1452652" y="11851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452652" y="118519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2108880" y="1568183"/>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08880" y="1568183"/>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pic>
        <p:nvPicPr>
          <p:cNvPr id="18" name="Picture 17" descr="alertmob.png"/>
          <p:cNvPicPr>
            <a:picLocks noChangeAspect="1"/>
          </p:cNvPicPr>
          <p:nvPr/>
        </p:nvPicPr>
        <p:blipFill>
          <a:blip r:embed="rId4"/>
          <a:stretch>
            <a:fillRect/>
          </a:stretch>
        </p:blipFill>
        <p:spPr>
          <a:xfrm>
            <a:off x="604260" y="3429000"/>
            <a:ext cx="1537218" cy="1143000"/>
          </a:xfrm>
          <a:prstGeom prst="rect">
            <a:avLst/>
          </a:prstGeom>
        </p:spPr>
      </p:pic>
      <p:sp>
        <p:nvSpPr>
          <p:cNvPr id="19" name="Oval 18"/>
          <p:cNvSpPr/>
          <p:nvPr/>
        </p:nvSpPr>
        <p:spPr>
          <a:xfrm>
            <a:off x="2430576" y="3493008"/>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30576" y="3493008"/>
            <a:ext cx="270052"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1" name="TextBox 20"/>
          <p:cNvSpPr txBox="1"/>
          <p:nvPr/>
        </p:nvSpPr>
        <p:spPr>
          <a:xfrm>
            <a:off x="2808650" y="3474720"/>
            <a:ext cx="2682524" cy="548640"/>
          </a:xfrm>
          <a:prstGeom prst="rect">
            <a:avLst/>
          </a:prstGeom>
          <a:noFill/>
        </p:spPr>
        <p:txBody>
          <a:bodyPr wrap="square" lIns="0" rIns="0" tIns="0" bIns="0" anchor="t">
            <a:spAutoFit/>
          </a:bodyPr>
          <a:lstStyle/>
          <a:p>
            <a:pPr algn="l"/>
            <a:r>
              <a:rPr sz="1100" b="1" i="0">
                <a:solidFill>
                  <a:srgbClr val="00205B"/>
                </a:solidFill>
                <a:latin typeface="Arial"/>
              </a:rPr>
              <a:t>Entra en alerta</a:t>
            </a:r>
          </a:p>
          <a:p>
            <a:pPr algn="l"/>
            <a:r>
              <a:rPr sz="950" b="0" i="0">
                <a:solidFill>
                  <a:srgbClr val="262626"/>
                </a:solidFill>
                <a:latin typeface="Arial"/>
              </a:rPr>
              <a:t>la mediana sale de tolerancia</a:t>
            </a:r>
          </a:p>
        </p:txBody>
      </p:sp>
      <p:sp>
        <p:nvSpPr>
          <p:cNvPr id="22" name="Oval 21"/>
          <p:cNvSpPr/>
          <p:nvPr/>
        </p:nvSpPr>
        <p:spPr>
          <a:xfrm>
            <a:off x="2430576" y="4041647"/>
            <a:ext cx="270052"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430576" y="4041647"/>
            <a:ext cx="270052"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4" name="TextBox 23"/>
          <p:cNvSpPr txBox="1"/>
          <p:nvPr/>
        </p:nvSpPr>
        <p:spPr>
          <a:xfrm>
            <a:off x="2808650" y="4023359"/>
            <a:ext cx="2682524" cy="548640"/>
          </a:xfrm>
          <a:prstGeom prst="rect">
            <a:avLst/>
          </a:prstGeom>
          <a:noFill/>
        </p:spPr>
        <p:txBody>
          <a:bodyPr wrap="square" lIns="0" rIns="0" tIns="0" bIns="0" anchor="t">
            <a:spAutoFit/>
          </a:bodyPr>
          <a:lstStyle/>
          <a:p>
            <a:pPr algn="l"/>
            <a:r>
              <a:rPr sz="1100" b="1" i="0">
                <a:solidFill>
                  <a:srgbClr val="00205B"/>
                </a:solidFill>
                <a:latin typeface="Arial"/>
              </a:rPr>
              <a:t>Sale de alerta</a:t>
            </a:r>
          </a:p>
          <a:p>
            <a:pPr algn="l"/>
            <a:r>
              <a:rPr sz="950" b="0" i="0">
                <a:solidFill>
                  <a:srgbClr val="262626"/>
                </a:solidFill>
                <a:latin typeface="Arial"/>
              </a:rPr>
              <a:t>vuelve al objetivo y queda registrado</a:t>
            </a:r>
          </a:p>
        </p:txBody>
      </p:sp>
      <p:sp>
        <p:nvSpPr>
          <p:cNvPr id="25" name="TextBox 24"/>
          <p:cNvSpPr txBox="1"/>
          <p:nvPr/>
        </p:nvSpPr>
        <p:spPr>
          <a:xfrm>
            <a:off x="5806236" y="3474720"/>
            <a:ext cx="2880563" cy="1097280"/>
          </a:xfrm>
          <a:prstGeom prst="rect">
            <a:avLst/>
          </a:prstGeom>
          <a:noFill/>
        </p:spPr>
        <p:txBody>
          <a:bodyPr wrap="square" lIns="0" rIns="0" tIns="0" bIns="0" anchor="t">
            <a:spAutoFit/>
          </a:bodyPr>
          <a:lstStyle/>
          <a:p>
            <a:pPr algn="l"/>
            <a:r>
              <a:rPr sz="1100" b="1" i="0">
                <a:solidFill>
                  <a:srgbClr val="00205B"/>
                </a:solidFill>
                <a:latin typeface="Arial"/>
              </a:rPr>
              <a:t>Aviso en pantalla y en el móvil</a:t>
            </a:r>
          </a:p>
          <a:p>
            <a:pPr algn="l"/>
            <a:r>
              <a:rPr sz="1100" b="0" i="0">
                <a:solidFill>
                  <a:srgbClr val="262626"/>
                </a:solidFill>
                <a:latin typeface="Arial"/>
              </a:rPr>
              <a:t>Al responsable de proceso (CARE) o de mantenimiento (TECH).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Toda la línea, de un vistazo</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OLM de la BNS62: NST1, NST2 y KM</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bns62.jpg"/>
          <p:cNvPicPr>
            <a:picLocks noChangeAspect="1"/>
          </p:cNvPicPr>
          <p:nvPr/>
        </p:nvPicPr>
        <p:blipFill>
          <a:blip r:embed="rId3"/>
          <a:stretch>
            <a:fillRect/>
          </a:stretch>
        </p:blipFill>
        <p:spPr>
          <a:xfrm>
            <a:off x="457200" y="1020241"/>
            <a:ext cx="6035040" cy="2851556"/>
          </a:xfrm>
          <a:prstGeom prst="rect">
            <a:avLst/>
          </a:prstGeom>
        </p:spPr>
      </p:pic>
      <p:sp>
        <p:nvSpPr>
          <p:cNvPr id="14" name="Oval 13"/>
          <p:cNvSpPr/>
          <p:nvPr/>
        </p:nvSpPr>
        <p:spPr>
          <a:xfrm>
            <a:off x="1828800" y="95436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28800" y="95436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682142" y="142487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 y="142487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3941063" y="968627"/>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41063" y="968627"/>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5389473" y="2565499"/>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389473" y="2565499"/>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672084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20840" y="10241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7104888" y="1005840"/>
            <a:ext cx="1627632" cy="658368"/>
          </a:xfrm>
          <a:prstGeom prst="rect">
            <a:avLst/>
          </a:prstGeom>
          <a:noFill/>
        </p:spPr>
        <p:txBody>
          <a:bodyPr wrap="square" lIns="0" rIns="0" tIns="0" bIns="0" anchor="t">
            <a:spAutoFit/>
          </a:bodyPr>
          <a:lstStyle/>
          <a:p>
            <a:pPr algn="l"/>
            <a:r>
              <a:rPr sz="1100" b="1" i="0">
                <a:solidFill>
                  <a:srgbClr val="FFFFFF"/>
                </a:solidFill>
                <a:latin typeface="Arial"/>
              </a:rPr>
              <a:t>Alerta y colores</a:t>
            </a:r>
          </a:p>
          <a:p>
            <a:pPr algn="l"/>
            <a:r>
              <a:rPr sz="950" b="0" i="0">
                <a:solidFill>
                  <a:srgbClr val="D6E0F0"/>
                </a:solidFill>
                <a:latin typeface="Arial"/>
              </a:rPr>
              <a:t>verde, naranja, rojo</a:t>
            </a:r>
          </a:p>
        </p:txBody>
      </p:sp>
      <p:sp>
        <p:nvSpPr>
          <p:cNvPr id="25" name="Oval 24"/>
          <p:cNvSpPr/>
          <p:nvPr/>
        </p:nvSpPr>
        <p:spPr>
          <a:xfrm>
            <a:off x="672084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720840" y="168249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7104888" y="1664208"/>
            <a:ext cx="1627632" cy="658368"/>
          </a:xfrm>
          <a:prstGeom prst="rect">
            <a:avLst/>
          </a:prstGeom>
          <a:noFill/>
        </p:spPr>
        <p:txBody>
          <a:bodyPr wrap="square" lIns="0" rIns="0" tIns="0" bIns="0" anchor="t">
            <a:spAutoFit/>
          </a:bodyPr>
          <a:lstStyle/>
          <a:p>
            <a:pPr algn="l"/>
            <a:r>
              <a:rPr sz="1100" b="1" i="0">
                <a:solidFill>
                  <a:srgbClr val="FFFFFF"/>
                </a:solidFill>
                <a:latin typeface="Arial"/>
              </a:rPr>
              <a:t>Cada puesto</a:t>
            </a:r>
          </a:p>
          <a:p>
            <a:pPr algn="l"/>
            <a:r>
              <a:rPr sz="950" b="0" i="0">
                <a:solidFill>
                  <a:srgbClr val="D6E0F0"/>
                </a:solidFill>
                <a:latin typeface="Arial"/>
              </a:rPr>
              <a:t>centrado, anchura, soldadura</a:t>
            </a:r>
          </a:p>
        </p:txBody>
      </p:sp>
      <p:sp>
        <p:nvSpPr>
          <p:cNvPr id="28" name="Oval 27"/>
          <p:cNvSpPr/>
          <p:nvPr/>
        </p:nvSpPr>
        <p:spPr>
          <a:xfrm>
            <a:off x="672084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20840" y="234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7104888" y="2322576"/>
            <a:ext cx="1627632" cy="658368"/>
          </a:xfrm>
          <a:prstGeom prst="rect">
            <a:avLst/>
          </a:prstGeom>
          <a:noFill/>
        </p:spPr>
        <p:txBody>
          <a:bodyPr wrap="square" lIns="0" rIns="0" tIns="0" bIns="0" anchor="t">
            <a:spAutoFit/>
          </a:bodyPr>
          <a:lstStyle/>
          <a:p>
            <a:pPr algn="l"/>
            <a:r>
              <a:rPr sz="1100" b="1" i="0">
                <a:solidFill>
                  <a:srgbClr val="FFFFFF"/>
                </a:solidFill>
                <a:latin typeface="Arial"/>
              </a:rPr>
              <a:t>Un clic</a:t>
            </a:r>
          </a:p>
          <a:p>
            <a:pPr algn="l"/>
            <a:r>
              <a:rPr sz="950" b="0" i="0">
                <a:solidFill>
                  <a:srgbClr val="D6E0F0"/>
                </a:solidFill>
                <a:latin typeface="Arial"/>
              </a:rPr>
              <a:t>IQF, imágenes, alertas</a:t>
            </a:r>
          </a:p>
        </p:txBody>
      </p:sp>
      <p:sp>
        <p:nvSpPr>
          <p:cNvPr id="31" name="Oval 30"/>
          <p:cNvSpPr/>
          <p:nvPr/>
        </p:nvSpPr>
        <p:spPr>
          <a:xfrm>
            <a:off x="672084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20840" y="299923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7104888" y="2980944"/>
            <a:ext cx="1627632" cy="658368"/>
          </a:xfrm>
          <a:prstGeom prst="rect">
            <a:avLst/>
          </a:prstGeom>
          <a:noFill/>
        </p:spPr>
        <p:txBody>
          <a:bodyPr wrap="square" lIns="0" rIns="0" tIns="0" bIns="0" anchor="t">
            <a:spAutoFit/>
          </a:bodyPr>
          <a:lstStyle/>
          <a:p>
            <a:pPr algn="l"/>
            <a:r>
              <a:rPr sz="1100" b="1" i="0">
                <a:solidFill>
                  <a:srgbClr val="FFFFFF"/>
                </a:solidFill>
                <a:latin typeface="Arial"/>
              </a:rPr>
              <a:t>Soldadura KM</a:t>
            </a:r>
          </a:p>
          <a:p>
            <a:pPr algn="l"/>
            <a:r>
              <a:rPr sz="950" b="0" i="0">
                <a:solidFill>
                  <a:srgbClr val="D6E0F0"/>
                </a:solidFill>
                <a:latin typeface="Arial"/>
              </a:rPr>
              <a:t>altura, calidad, offset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Cada imagen y cada alerta, guardadas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PI System conserva la historia completa de cada neumático</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piimg.jpg"/>
          <p:cNvPicPr>
            <a:picLocks noChangeAspect="1"/>
          </p:cNvPicPr>
          <p:nvPr/>
        </p:nvPicPr>
        <p:blipFill>
          <a:blip r:embed="rId3"/>
          <a:stretch>
            <a:fillRect/>
          </a:stretch>
        </p:blipFill>
        <p:spPr>
          <a:xfrm>
            <a:off x="639806" y="914400"/>
            <a:ext cx="2231277" cy="3611880"/>
          </a:xfrm>
          <a:prstGeom prst="rect">
            <a:avLst/>
          </a:prstGeom>
        </p:spPr>
      </p:pic>
      <p:pic>
        <p:nvPicPr>
          <p:cNvPr id="14" name="Picture 13" descr="log.png"/>
          <p:cNvPicPr>
            <a:picLocks noChangeAspect="1"/>
          </p:cNvPicPr>
          <p:nvPr/>
        </p:nvPicPr>
        <p:blipFill>
          <a:blip r:embed="rId4"/>
          <a:stretch>
            <a:fillRect/>
          </a:stretch>
        </p:blipFill>
        <p:spPr>
          <a:xfrm>
            <a:off x="3150717" y="934364"/>
            <a:ext cx="5536082" cy="2611831"/>
          </a:xfrm>
          <a:prstGeom prst="rect">
            <a:avLst/>
          </a:prstGeom>
        </p:spPr>
      </p:pic>
      <p:sp>
        <p:nvSpPr>
          <p:cNvPr id="15" name="TextBox 14"/>
          <p:cNvSpPr txBox="1"/>
          <p:nvPr/>
        </p:nvSpPr>
        <p:spPr>
          <a:xfrm>
            <a:off x="3150717" y="3749039"/>
            <a:ext cx="1800351" cy="777240"/>
          </a:xfrm>
          <a:prstGeom prst="rect">
            <a:avLst/>
          </a:prstGeom>
          <a:noFill/>
        </p:spPr>
        <p:txBody>
          <a:bodyPr wrap="square" lIns="0" rIns="0" tIns="0" bIns="0" anchor="t">
            <a:spAutoFit/>
          </a:bodyPr>
          <a:lstStyle/>
          <a:p>
            <a:pPr algn="l"/>
            <a:r>
              <a:rPr sz="1050" b="1" i="0">
                <a:solidFill>
                  <a:srgbClr val="00205B"/>
                </a:solidFill>
                <a:latin typeface="Arial"/>
              </a:rPr>
              <a:t>Imagen de cada producto</a:t>
            </a:r>
          </a:p>
          <a:p>
            <a:pPr algn="l"/>
            <a:r>
              <a:rPr sz="950" b="0" i="0">
                <a:solidFill>
                  <a:srgbClr val="262626"/>
                </a:solidFill>
                <a:latin typeface="Arial"/>
              </a:rPr>
              <a:t>recuperable por puesto, fecha y hora</a:t>
            </a:r>
          </a:p>
        </p:txBody>
      </p:sp>
      <p:sp>
        <p:nvSpPr>
          <p:cNvPr id="16" name="TextBox 15"/>
          <p:cNvSpPr txBox="1"/>
          <p:nvPr/>
        </p:nvSpPr>
        <p:spPr>
          <a:xfrm>
            <a:off x="5041087" y="3749039"/>
            <a:ext cx="1800351" cy="777240"/>
          </a:xfrm>
          <a:prstGeom prst="rect">
            <a:avLst/>
          </a:prstGeom>
          <a:noFill/>
        </p:spPr>
        <p:txBody>
          <a:bodyPr wrap="square" lIns="0" rIns="0" tIns="0" bIns="0" anchor="t">
            <a:spAutoFit/>
          </a:bodyPr>
          <a:lstStyle/>
          <a:p>
            <a:pPr algn="l"/>
            <a:r>
              <a:rPr sz="1050" b="1" i="0">
                <a:solidFill>
                  <a:srgbClr val="00205B"/>
                </a:solidFill>
                <a:latin typeface="Arial"/>
              </a:rPr>
              <a:t>Histórico de alertas</a:t>
            </a:r>
          </a:p>
          <a:p>
            <a:pPr algn="l"/>
            <a:r>
              <a:rPr sz="950" b="0" i="0">
                <a:solidFill>
                  <a:srgbClr val="262626"/>
                </a:solidFill>
                <a:latin typeface="Arial"/>
              </a:rPr>
              <a:t>puesto, tipo, inicio, fin y duración</a:t>
            </a:r>
          </a:p>
        </p:txBody>
      </p:sp>
      <p:sp>
        <p:nvSpPr>
          <p:cNvPr id="17" name="TextBox 16"/>
          <p:cNvSpPr txBox="1"/>
          <p:nvPr/>
        </p:nvSpPr>
        <p:spPr>
          <a:xfrm>
            <a:off x="6931456" y="3749039"/>
            <a:ext cx="1800351" cy="777240"/>
          </a:xfrm>
          <a:prstGeom prst="rect">
            <a:avLst/>
          </a:prstGeom>
          <a:noFill/>
        </p:spPr>
        <p:txBody>
          <a:bodyPr wrap="square" lIns="0" rIns="0" tIns="0" bIns="0" anchor="t">
            <a:spAutoFit/>
          </a:bodyPr>
          <a:lstStyle/>
          <a:p>
            <a:pPr algn="l"/>
            <a:r>
              <a:rPr sz="1050" b="1" i="0">
                <a:solidFill>
                  <a:srgbClr val="00205B"/>
                </a:solidFill>
                <a:latin typeface="Arial"/>
              </a:rPr>
              <a:t>Base para la IA</a:t>
            </a:r>
          </a:p>
          <a:p>
            <a:pPr algn="l"/>
            <a:r>
              <a:rPr sz="950" b="0" i="0">
                <a:solidFill>
                  <a:srgbClr val="262626"/>
                </a:solidFill>
                <a:latin typeface="Arial"/>
              </a:rPr>
              <a:t>miles de imágenes reales para aprender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03</a:t>
            </a:r>
          </a:p>
          <a:p>
            <a:r>
              <a:t>Decidir: R4P</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El motor que convierte cada medida en una acción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R4P: el experto en cada neumático</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Motor de reglas en tiempo real conectado a la medida OLM</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pic>
        <p:nvPicPr>
          <p:cNvPr id="13" name="Picture 12" descr="r4p.png"/>
          <p:cNvPicPr>
            <a:picLocks noChangeAspect="1"/>
          </p:cNvPicPr>
          <p:nvPr/>
        </p:nvPicPr>
        <p:blipFill>
          <a:blip r:embed="rId3"/>
          <a:stretch>
            <a:fillRect/>
          </a:stretch>
        </p:blipFill>
        <p:spPr>
          <a:xfrm>
            <a:off x="585216" y="937800"/>
            <a:ext cx="5311038" cy="2376358"/>
          </a:xfrm>
          <a:prstGeom prst="rect">
            <a:avLst/>
          </a:prstGeom>
        </p:spPr>
      </p:pic>
      <p:sp>
        <p:nvSpPr>
          <p:cNvPr id="14" name="TextBox 13"/>
          <p:cNvSpPr txBox="1"/>
          <p:nvPr/>
        </p:nvSpPr>
        <p:spPr>
          <a:xfrm>
            <a:off x="6121298" y="1005840"/>
            <a:ext cx="2565501" cy="2286000"/>
          </a:xfrm>
          <a:prstGeom prst="rect">
            <a:avLst/>
          </a:prstGeom>
          <a:noFill/>
        </p:spPr>
        <p:txBody>
          <a:bodyPr wrap="square" lIns="0" rIns="0" tIns="0" bIns="0" anchor="t">
            <a:spAutoFit/>
          </a:bodyPr>
          <a:lstStyle/>
          <a:p>
            <a:pPr algn="l">
              <a:spcAft>
                <a:spcPts val="800"/>
              </a:spcAft>
            </a:pPr>
            <a:r>
              <a:rPr sz="2200" b="1" i="0">
                <a:solidFill>
                  <a:srgbClr val="27509B"/>
                </a:solidFill>
                <a:latin typeface="Michelin"/>
              </a:rPr>
              <a:t>Mide, </a:t>
            </a:r>
            <a:r>
              <a:rPr sz="2200" b="1" i="0">
                <a:solidFill>
                  <a:srgbClr val="00205B"/>
                </a:solidFill>
                <a:latin typeface="Michelin"/>
              </a:rPr>
              <a:t>decide </a:t>
            </a:r>
            <a:r>
              <a:rPr sz="2200" b="1" i="0">
                <a:solidFill>
                  <a:srgbClr val="27509B"/>
                </a:solidFill>
                <a:latin typeface="Michelin"/>
              </a:rPr>
              <a:t>y actúa</a:t>
            </a:r>
          </a:p>
          <a:p>
            <a:pPr algn="l">
              <a:spcAft>
                <a:spcPts val="800"/>
              </a:spcAft>
            </a:pPr>
            <a:r>
              <a:rPr sz="1300" b="0" i="0">
                <a:solidFill>
                  <a:srgbClr val="262626"/>
                </a:solidFill>
                <a:latin typeface="Arial"/>
              </a:rPr>
              <a:t>en segundos, sin esperar a nadie.</a:t>
            </a:r>
          </a:p>
        </p:txBody>
      </p:sp>
      <p:sp>
        <p:nvSpPr>
          <p:cNvPr id="15" name="TextBox 14"/>
          <p:cNvSpPr txBox="1"/>
          <p:nvPr/>
        </p:nvSpPr>
        <p:spPr>
          <a:xfrm>
            <a:off x="585216" y="3611880"/>
            <a:ext cx="1395272" cy="502920"/>
          </a:xfrm>
          <a:prstGeom prst="rect">
            <a:avLst/>
          </a:prstGeom>
          <a:noFill/>
        </p:spPr>
        <p:txBody>
          <a:bodyPr wrap="square" lIns="0" rIns="0" tIns="0" bIns="0" anchor="ctr">
            <a:spAutoFit/>
          </a:bodyPr>
          <a:lstStyle/>
          <a:p>
            <a:pPr algn="l"/>
            <a:r>
              <a:rPr sz="2200" b="1" i="0">
                <a:solidFill>
                  <a:srgbClr val="27509B"/>
                </a:solidFill>
                <a:latin typeface="Michelin"/>
              </a:rPr>
              <a:t>24/7</a:t>
            </a:r>
          </a:p>
        </p:txBody>
      </p:sp>
      <p:sp>
        <p:nvSpPr>
          <p:cNvPr id="16" name="TextBox 15"/>
          <p:cNvSpPr txBox="1"/>
          <p:nvPr/>
        </p:nvSpPr>
        <p:spPr>
          <a:xfrm>
            <a:off x="2025497" y="3611880"/>
            <a:ext cx="1215237" cy="502920"/>
          </a:xfrm>
          <a:prstGeom prst="rect">
            <a:avLst/>
          </a:prstGeom>
          <a:noFill/>
        </p:spPr>
        <p:txBody>
          <a:bodyPr wrap="square" lIns="0" rIns="0" tIns="0" bIns="0" anchor="ctr">
            <a:spAutoFit/>
          </a:bodyPr>
          <a:lstStyle/>
          <a:p>
            <a:pPr algn="l"/>
            <a:r>
              <a:rPr sz="1050" b="0" i="0">
                <a:solidFill>
                  <a:srgbClr val="262626"/>
                </a:solidFill>
                <a:latin typeface="Arial"/>
              </a:rPr>
              <a:t>en todos los turnos</a:t>
            </a:r>
          </a:p>
        </p:txBody>
      </p:sp>
      <p:sp>
        <p:nvSpPr>
          <p:cNvPr id="17" name="TextBox 16"/>
          <p:cNvSpPr txBox="1"/>
          <p:nvPr/>
        </p:nvSpPr>
        <p:spPr>
          <a:xfrm>
            <a:off x="3330752" y="3611880"/>
            <a:ext cx="1395272" cy="502920"/>
          </a:xfrm>
          <a:prstGeom prst="rect">
            <a:avLst/>
          </a:prstGeom>
          <a:noFill/>
        </p:spPr>
        <p:txBody>
          <a:bodyPr wrap="square" lIns="0" rIns="0" tIns="0" bIns="0" anchor="ctr">
            <a:spAutoFit/>
          </a:bodyPr>
          <a:lstStyle/>
          <a:p>
            <a:pPr algn="l"/>
            <a:r>
              <a:rPr sz="2200" b="1" i="0">
                <a:solidFill>
                  <a:srgbClr val="27509B"/>
                </a:solidFill>
                <a:latin typeface="Michelin"/>
              </a:rPr>
              <a:t>100 %</a:t>
            </a:r>
          </a:p>
        </p:txBody>
      </p:sp>
      <p:sp>
        <p:nvSpPr>
          <p:cNvPr id="18" name="TextBox 17"/>
          <p:cNvSpPr txBox="1"/>
          <p:nvPr/>
        </p:nvSpPr>
        <p:spPr>
          <a:xfrm>
            <a:off x="4771034" y="3611880"/>
            <a:ext cx="1215237" cy="502920"/>
          </a:xfrm>
          <a:prstGeom prst="rect">
            <a:avLst/>
          </a:prstGeom>
          <a:noFill/>
        </p:spPr>
        <p:txBody>
          <a:bodyPr wrap="square" lIns="0" rIns="0" tIns="0" bIns="0" anchor="ctr">
            <a:spAutoFit/>
          </a:bodyPr>
          <a:lstStyle/>
          <a:p>
            <a:pPr algn="l"/>
            <a:r>
              <a:rPr sz="1050" b="0" i="0">
                <a:solidFill>
                  <a:srgbClr val="262626"/>
                </a:solidFill>
                <a:latin typeface="Arial"/>
              </a:rPr>
              <a:t>de los neumáticos</a:t>
            </a:r>
          </a:p>
        </p:txBody>
      </p:sp>
      <p:sp>
        <p:nvSpPr>
          <p:cNvPr id="19" name="TextBox 18"/>
          <p:cNvSpPr txBox="1"/>
          <p:nvPr/>
        </p:nvSpPr>
        <p:spPr>
          <a:xfrm>
            <a:off x="6076289" y="3611880"/>
            <a:ext cx="1395272" cy="502920"/>
          </a:xfrm>
          <a:prstGeom prst="rect">
            <a:avLst/>
          </a:prstGeom>
          <a:noFill/>
        </p:spPr>
        <p:txBody>
          <a:bodyPr wrap="square" lIns="0" rIns="0" tIns="0" bIns="0" anchor="ctr">
            <a:spAutoFit/>
          </a:bodyPr>
          <a:lstStyle/>
          <a:p>
            <a:pPr algn="l"/>
            <a:r>
              <a:rPr sz="2200" b="1" i="0">
                <a:solidFill>
                  <a:srgbClr val="27509B"/>
                </a:solidFill>
                <a:latin typeface="Michelin"/>
              </a:rPr>
              <a:t>Seg.</a:t>
            </a:r>
          </a:p>
        </p:txBody>
      </p:sp>
      <p:sp>
        <p:nvSpPr>
          <p:cNvPr id="20" name="TextBox 19"/>
          <p:cNvSpPr txBox="1"/>
          <p:nvPr/>
        </p:nvSpPr>
        <p:spPr>
          <a:xfrm>
            <a:off x="7516571" y="3611880"/>
            <a:ext cx="1215237" cy="502920"/>
          </a:xfrm>
          <a:prstGeom prst="rect">
            <a:avLst/>
          </a:prstGeom>
          <a:noFill/>
        </p:spPr>
        <p:txBody>
          <a:bodyPr wrap="square" lIns="0" rIns="0" tIns="0" bIns="0" anchor="ctr">
            <a:spAutoFit/>
          </a:bodyPr>
          <a:lstStyle/>
          <a:p>
            <a:pPr algn="l"/>
            <a:r>
              <a:rPr sz="1050" b="0" i="0">
                <a:solidFill>
                  <a:srgbClr val="262626"/>
                </a:solidFill>
                <a:latin typeface="Arial"/>
              </a:rPr>
              <a:t>de la medida a la acción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Cuatro respuestas automáticas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De la más suave a la más firme, según lo que diga la medida</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sp>
        <p:nvSpPr>
          <p:cNvPr id="13" name="Rectangle 12"/>
          <p:cNvSpPr/>
          <p:nvPr/>
        </p:nvSpPr>
        <p:spPr>
          <a:xfrm>
            <a:off x="585216"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2024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ic_alert.png"/>
          <p:cNvPicPr>
            <a:picLocks noChangeAspect="1"/>
          </p:cNvPicPr>
          <p:nvPr/>
        </p:nvPicPr>
        <p:blipFill>
          <a:blip r:embed="rId3"/>
          <a:stretch>
            <a:fillRect/>
          </a:stretch>
        </p:blipFill>
        <p:spPr>
          <a:xfrm>
            <a:off x="810260" y="1258417"/>
            <a:ext cx="1440281" cy="720140"/>
          </a:xfrm>
          <a:prstGeom prst="rect">
            <a:avLst/>
          </a:prstGeom>
        </p:spPr>
      </p:pic>
      <p:sp>
        <p:nvSpPr>
          <p:cNvPr id="16" name="TextBox 15"/>
          <p:cNvSpPr txBox="1"/>
          <p:nvPr/>
        </p:nvSpPr>
        <p:spPr>
          <a:xfrm>
            <a:off x="765251"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01</a:t>
            </a:r>
          </a:p>
        </p:txBody>
      </p:sp>
      <p:sp>
        <p:nvSpPr>
          <p:cNvPr id="17" name="TextBox 16"/>
          <p:cNvSpPr txBox="1"/>
          <p:nvPr/>
        </p:nvSpPr>
        <p:spPr>
          <a:xfrm>
            <a:off x="765251"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Alertar</a:t>
            </a:r>
          </a:p>
        </p:txBody>
      </p:sp>
      <p:sp>
        <p:nvSpPr>
          <p:cNvPr id="18" name="TextBox 17"/>
          <p:cNvSpPr txBox="1"/>
          <p:nvPr/>
        </p:nvSpPr>
        <p:spPr>
          <a:xfrm>
            <a:off x="765251"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Avisa al operario y al responsable en pantalla y en el móvil.</a:t>
            </a:r>
          </a:p>
        </p:txBody>
      </p:sp>
      <p:sp>
        <p:nvSpPr>
          <p:cNvPr id="19" name="Rectangle 18"/>
          <p:cNvSpPr/>
          <p:nvPr/>
        </p:nvSpPr>
        <p:spPr>
          <a:xfrm>
            <a:off x="765251"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5251" y="4114800"/>
            <a:ext cx="1530299" cy="256032"/>
          </a:xfrm>
          <a:prstGeom prst="rect">
            <a:avLst/>
          </a:prstGeom>
          <a:noFill/>
        </p:spPr>
        <p:txBody>
          <a:bodyPr wrap="square" lIns="0" rIns="0" tIns="0" bIns="0" anchor="ctr">
            <a:spAutoFit/>
          </a:bodyPr>
          <a:lstStyle/>
          <a:p>
            <a:pPr algn="ctr"/>
            <a:r>
              <a:rPr sz="900" b="1" i="0">
                <a:solidFill>
                  <a:srgbClr val="FFFFFF"/>
                </a:solidFill>
                <a:latin typeface="Michelin"/>
              </a:rPr>
              <a:t>EN PRODUCCIÓN</a:t>
            </a:r>
          </a:p>
        </p:txBody>
      </p:sp>
      <p:sp>
        <p:nvSpPr>
          <p:cNvPr id="21" name="Rectangle 20"/>
          <p:cNvSpPr/>
          <p:nvPr/>
        </p:nvSpPr>
        <p:spPr>
          <a:xfrm>
            <a:off x="2655620"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790647"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c_adjust.png"/>
          <p:cNvPicPr>
            <a:picLocks noChangeAspect="1"/>
          </p:cNvPicPr>
          <p:nvPr/>
        </p:nvPicPr>
        <p:blipFill>
          <a:blip r:embed="rId4"/>
          <a:stretch>
            <a:fillRect/>
          </a:stretch>
        </p:blipFill>
        <p:spPr>
          <a:xfrm>
            <a:off x="3131413" y="1115568"/>
            <a:ext cx="938784" cy="1005840"/>
          </a:xfrm>
          <a:prstGeom prst="rect">
            <a:avLst/>
          </a:prstGeom>
        </p:spPr>
      </p:pic>
      <p:sp>
        <p:nvSpPr>
          <p:cNvPr id="24" name="TextBox 23"/>
          <p:cNvSpPr txBox="1"/>
          <p:nvPr/>
        </p:nvSpPr>
        <p:spPr>
          <a:xfrm>
            <a:off x="2835656"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02</a:t>
            </a:r>
          </a:p>
        </p:txBody>
      </p:sp>
      <p:sp>
        <p:nvSpPr>
          <p:cNvPr id="25" name="TextBox 24"/>
          <p:cNvSpPr txBox="1"/>
          <p:nvPr/>
        </p:nvSpPr>
        <p:spPr>
          <a:xfrm>
            <a:off x="2835656"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Ajustar</a:t>
            </a:r>
          </a:p>
        </p:txBody>
      </p:sp>
      <p:sp>
        <p:nvSpPr>
          <p:cNvPr id="26" name="TextBox 25"/>
          <p:cNvSpPr txBox="1"/>
          <p:nvPr/>
        </p:nvSpPr>
        <p:spPr>
          <a:xfrm>
            <a:off x="2835656"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Corrige el parámetro de la máquina (regulación ODM) sin intervención.</a:t>
            </a:r>
          </a:p>
        </p:txBody>
      </p:sp>
      <p:sp>
        <p:nvSpPr>
          <p:cNvPr id="27" name="Rectangle 26"/>
          <p:cNvSpPr/>
          <p:nvPr/>
        </p:nvSpPr>
        <p:spPr>
          <a:xfrm>
            <a:off x="2835656"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835656" y="4114800"/>
            <a:ext cx="1530299" cy="256032"/>
          </a:xfrm>
          <a:prstGeom prst="rect">
            <a:avLst/>
          </a:prstGeom>
          <a:noFill/>
        </p:spPr>
        <p:txBody>
          <a:bodyPr wrap="square" lIns="0" rIns="0" tIns="0" bIns="0" anchor="ctr">
            <a:spAutoFit/>
          </a:bodyPr>
          <a:lstStyle/>
          <a:p>
            <a:pPr algn="ctr"/>
            <a:r>
              <a:rPr sz="900" b="1" i="0">
                <a:solidFill>
                  <a:srgbClr val="FFFFFF"/>
                </a:solidFill>
                <a:latin typeface="Michelin"/>
              </a:rPr>
              <a:t>EN PRODUCCIÓN</a:t>
            </a:r>
          </a:p>
        </p:txBody>
      </p:sp>
      <p:sp>
        <p:nvSpPr>
          <p:cNvPr id="29" name="Rectangle 28"/>
          <p:cNvSpPr/>
          <p:nvPr/>
        </p:nvSpPr>
        <p:spPr>
          <a:xfrm>
            <a:off x="4726025" y="914400"/>
            <a:ext cx="1890369" cy="361188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861052"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ic_block.png"/>
          <p:cNvPicPr>
            <a:picLocks noChangeAspect="1"/>
          </p:cNvPicPr>
          <p:nvPr/>
        </p:nvPicPr>
        <p:blipFill>
          <a:blip r:embed="rId5"/>
          <a:stretch>
            <a:fillRect/>
          </a:stretch>
        </p:blipFill>
        <p:spPr>
          <a:xfrm>
            <a:off x="5262587" y="1115568"/>
            <a:ext cx="817245" cy="1005840"/>
          </a:xfrm>
          <a:prstGeom prst="rect">
            <a:avLst/>
          </a:prstGeom>
        </p:spPr>
      </p:pic>
      <p:sp>
        <p:nvSpPr>
          <p:cNvPr id="32" name="TextBox 31"/>
          <p:cNvSpPr txBox="1"/>
          <p:nvPr/>
        </p:nvSpPr>
        <p:spPr>
          <a:xfrm>
            <a:off x="4906060"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03</a:t>
            </a:r>
          </a:p>
        </p:txBody>
      </p:sp>
      <p:sp>
        <p:nvSpPr>
          <p:cNvPr id="33" name="TextBox 32"/>
          <p:cNvSpPr txBox="1"/>
          <p:nvPr/>
        </p:nvSpPr>
        <p:spPr>
          <a:xfrm>
            <a:off x="4906060"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Bloquear</a:t>
            </a:r>
          </a:p>
        </p:txBody>
      </p:sp>
      <p:sp>
        <p:nvSpPr>
          <p:cNvPr id="34" name="TextBox 33"/>
          <p:cNvSpPr txBox="1"/>
          <p:nvPr/>
        </p:nvSpPr>
        <p:spPr>
          <a:xfrm>
            <a:off x="4906060"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Detiene la máquina si la desviación no se puede corregir.</a:t>
            </a:r>
          </a:p>
        </p:txBody>
      </p:sp>
      <p:sp>
        <p:nvSpPr>
          <p:cNvPr id="35" name="Rectangle 34"/>
          <p:cNvSpPr/>
          <p:nvPr/>
        </p:nvSpPr>
        <p:spPr>
          <a:xfrm>
            <a:off x="4906060" y="4114800"/>
            <a:ext cx="1530299" cy="256032"/>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906060" y="4114800"/>
            <a:ext cx="1530299" cy="256032"/>
          </a:xfrm>
          <a:prstGeom prst="rect">
            <a:avLst/>
          </a:prstGeom>
          <a:noFill/>
        </p:spPr>
        <p:txBody>
          <a:bodyPr wrap="square" lIns="0" rIns="0" tIns="0" bIns="0" anchor="ctr">
            <a:spAutoFit/>
          </a:bodyPr>
          <a:lstStyle/>
          <a:p>
            <a:pPr algn="ctr"/>
            <a:r>
              <a:rPr sz="900" b="1" i="0">
                <a:solidFill>
                  <a:srgbClr val="FFFFFF"/>
                </a:solidFill>
                <a:latin typeface="Michelin"/>
              </a:rPr>
              <a:t>EN PRODUCCIÓN</a:t>
            </a:r>
          </a:p>
        </p:txBody>
      </p:sp>
      <p:sp>
        <p:nvSpPr>
          <p:cNvPr id="37" name="Rectangle 36"/>
          <p:cNvSpPr/>
          <p:nvPr/>
        </p:nvSpPr>
        <p:spPr>
          <a:xfrm>
            <a:off x="6796430" y="914400"/>
            <a:ext cx="1890369" cy="3611880"/>
          </a:xfrm>
          <a:prstGeom prst="rect">
            <a:avLst/>
          </a:prstGeom>
          <a:solidFill>
            <a:srgbClr val="FFFFFF"/>
          </a:solidFill>
          <a:ln w="9525">
            <a:solidFill>
              <a:srgbClr val="FCE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931456" y="1051560"/>
            <a:ext cx="1620316" cy="1143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ic_segreg.png"/>
          <p:cNvPicPr>
            <a:picLocks noChangeAspect="1"/>
          </p:cNvPicPr>
          <p:nvPr/>
        </p:nvPicPr>
        <p:blipFill>
          <a:blip r:embed="rId6"/>
          <a:stretch>
            <a:fillRect/>
          </a:stretch>
        </p:blipFill>
        <p:spPr>
          <a:xfrm>
            <a:off x="7238695" y="1115568"/>
            <a:ext cx="1005840" cy="1005840"/>
          </a:xfrm>
          <a:prstGeom prst="rect">
            <a:avLst/>
          </a:prstGeom>
        </p:spPr>
      </p:pic>
      <p:sp>
        <p:nvSpPr>
          <p:cNvPr id="40" name="TextBox 39"/>
          <p:cNvSpPr txBox="1"/>
          <p:nvPr/>
        </p:nvSpPr>
        <p:spPr>
          <a:xfrm>
            <a:off x="6976465" y="2331720"/>
            <a:ext cx="540105" cy="411480"/>
          </a:xfrm>
          <a:prstGeom prst="rect">
            <a:avLst/>
          </a:prstGeom>
          <a:noFill/>
        </p:spPr>
        <p:txBody>
          <a:bodyPr wrap="square" lIns="0" rIns="0" tIns="0" bIns="0" anchor="t">
            <a:spAutoFit/>
          </a:bodyPr>
          <a:lstStyle/>
          <a:p>
            <a:pPr algn="l"/>
            <a:r>
              <a:rPr sz="1800" b="1" i="0">
                <a:solidFill>
                  <a:srgbClr val="27509B"/>
                </a:solidFill>
                <a:latin typeface="Michelin"/>
              </a:rPr>
              <a:t>04</a:t>
            </a:r>
          </a:p>
        </p:txBody>
      </p:sp>
      <p:sp>
        <p:nvSpPr>
          <p:cNvPr id="41" name="TextBox 40"/>
          <p:cNvSpPr txBox="1"/>
          <p:nvPr/>
        </p:nvSpPr>
        <p:spPr>
          <a:xfrm>
            <a:off x="6976465" y="2743200"/>
            <a:ext cx="1530299" cy="320040"/>
          </a:xfrm>
          <a:prstGeom prst="rect">
            <a:avLst/>
          </a:prstGeom>
          <a:noFill/>
        </p:spPr>
        <p:txBody>
          <a:bodyPr wrap="square" lIns="0" rIns="0" tIns="0" bIns="0" anchor="t">
            <a:spAutoFit/>
          </a:bodyPr>
          <a:lstStyle/>
          <a:p>
            <a:pPr algn="l"/>
            <a:r>
              <a:rPr sz="1400" b="1" i="0" cap="all">
                <a:solidFill>
                  <a:srgbClr val="00205B"/>
                </a:solidFill>
                <a:latin typeface="Michelin"/>
              </a:rPr>
              <a:t>Segregar</a:t>
            </a:r>
          </a:p>
        </p:txBody>
      </p:sp>
      <p:sp>
        <p:nvSpPr>
          <p:cNvPr id="42" name="TextBox 41"/>
          <p:cNvSpPr txBox="1"/>
          <p:nvPr/>
        </p:nvSpPr>
        <p:spPr>
          <a:xfrm>
            <a:off x="6976465" y="3108960"/>
            <a:ext cx="1530299" cy="914400"/>
          </a:xfrm>
          <a:prstGeom prst="rect">
            <a:avLst/>
          </a:prstGeom>
          <a:noFill/>
        </p:spPr>
        <p:txBody>
          <a:bodyPr wrap="square" lIns="0" rIns="0" tIns="0" bIns="0" anchor="t">
            <a:spAutoFit/>
          </a:bodyPr>
          <a:lstStyle/>
          <a:p>
            <a:pPr algn="l"/>
            <a:r>
              <a:rPr sz="1050" b="0" i="0">
                <a:solidFill>
                  <a:srgbClr val="262626"/>
                </a:solidFill>
                <a:latin typeface="Arial"/>
              </a:rPr>
              <a:t>Apartará el producto afectado de la línea de forma automática.</a:t>
            </a:r>
          </a:p>
        </p:txBody>
      </p:sp>
      <p:sp>
        <p:nvSpPr>
          <p:cNvPr id="43" name="Rectangle 42"/>
          <p:cNvSpPr/>
          <p:nvPr/>
        </p:nvSpPr>
        <p:spPr>
          <a:xfrm>
            <a:off x="6976465" y="4114800"/>
            <a:ext cx="1530299" cy="256032"/>
          </a:xfrm>
          <a:prstGeom prst="rect">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976465" y="4114800"/>
            <a:ext cx="1530299" cy="256032"/>
          </a:xfrm>
          <a:prstGeom prst="rect">
            <a:avLst/>
          </a:prstGeom>
          <a:noFill/>
        </p:spPr>
        <p:txBody>
          <a:bodyPr wrap="square" lIns="0" rIns="0" tIns="0" bIns="0" anchor="ctr">
            <a:spAutoFit/>
          </a:bodyPr>
          <a:lstStyle/>
          <a:p>
            <a:pPr algn="ctr"/>
            <a:r>
              <a:rPr sz="900" b="1" i="0">
                <a:solidFill>
                  <a:srgbClr val="00205B"/>
                </a:solidFill>
                <a:latin typeface="Michelin"/>
              </a:rPr>
              <a:t>PRÓXIMA FASE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R4P en acción: la línea se corrige sola</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Pantalla real de regulación BJ · MAC6 · puesto P17</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DECIDIR</a:t>
            </a:r>
          </a:p>
        </p:txBody>
      </p:sp>
      <p:sp>
        <p:nvSpPr>
          <p:cNvPr id="11" name="Oval 10"/>
          <p:cNvSpPr/>
          <p:nvPr/>
        </p:nvSpPr>
        <p:spPr>
          <a:xfrm>
            <a:off x="792784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ANTICIPAR</a:t>
            </a:r>
          </a:p>
        </p:txBody>
      </p:sp>
      <p:pic>
        <p:nvPicPr>
          <p:cNvPr id="13" name="Picture 12" descr="reg.png"/>
          <p:cNvPicPr>
            <a:picLocks noChangeAspect="1"/>
          </p:cNvPicPr>
          <p:nvPr/>
        </p:nvPicPr>
        <p:blipFill>
          <a:blip r:embed="rId3"/>
          <a:stretch>
            <a:fillRect/>
          </a:stretch>
        </p:blipFill>
        <p:spPr>
          <a:xfrm>
            <a:off x="457200" y="1005840"/>
            <a:ext cx="5656082" cy="2743200"/>
          </a:xfrm>
          <a:prstGeom prst="rect">
            <a:avLst/>
          </a:prstGeom>
        </p:spPr>
      </p:pic>
      <p:sp>
        <p:nvSpPr>
          <p:cNvPr id="14" name="Oval 13"/>
          <p:cNvSpPr/>
          <p:nvPr/>
        </p:nvSpPr>
        <p:spPr>
          <a:xfrm>
            <a:off x="574563"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74563" y="177393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16" name="Oval 15"/>
          <p:cNvSpPr/>
          <p:nvPr/>
        </p:nvSpPr>
        <p:spPr>
          <a:xfrm>
            <a:off x="693341" y="26243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93341" y="26243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18" name="Oval 17"/>
          <p:cNvSpPr/>
          <p:nvPr/>
        </p:nvSpPr>
        <p:spPr>
          <a:xfrm>
            <a:off x="1281573" y="147218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281573" y="147218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20" name="Oval 19"/>
          <p:cNvSpPr/>
          <p:nvPr/>
        </p:nvSpPr>
        <p:spPr>
          <a:xfrm>
            <a:off x="2186547" y="177393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86547" y="177393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22" name="Oval 21"/>
          <p:cNvSpPr/>
          <p:nvPr/>
        </p:nvSpPr>
        <p:spPr>
          <a:xfrm>
            <a:off x="6355080" y="1024128"/>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55080" y="1024128"/>
            <a:ext cx="274320" cy="274320"/>
          </a:xfrm>
          <a:prstGeom prst="rect">
            <a:avLst/>
          </a:prstGeom>
          <a:noFill/>
        </p:spPr>
        <p:txBody>
          <a:bodyPr wrap="square" lIns="0" rIns="0" tIns="0" bIns="0" anchor="ctr">
            <a:spAutoFit/>
          </a:bodyPr>
          <a:lstStyle/>
          <a:p>
            <a:pPr algn="ctr"/>
            <a:r>
              <a:rPr sz="1100" b="1" i="0">
                <a:solidFill>
                  <a:srgbClr val="00205B"/>
                </a:solidFill>
                <a:latin typeface="Michelin"/>
              </a:rPr>
              <a:t>1</a:t>
            </a:r>
          </a:p>
        </p:txBody>
      </p:sp>
      <p:sp>
        <p:nvSpPr>
          <p:cNvPr id="24" name="TextBox 23"/>
          <p:cNvSpPr txBox="1"/>
          <p:nvPr/>
        </p:nvSpPr>
        <p:spPr>
          <a:xfrm>
            <a:off x="6739128" y="1005840"/>
            <a:ext cx="1993392" cy="658368"/>
          </a:xfrm>
          <a:prstGeom prst="rect">
            <a:avLst/>
          </a:prstGeom>
          <a:noFill/>
        </p:spPr>
        <p:txBody>
          <a:bodyPr wrap="square" lIns="0" rIns="0" tIns="0" bIns="0" anchor="t">
            <a:spAutoFit/>
          </a:bodyPr>
          <a:lstStyle/>
          <a:p>
            <a:pPr algn="l"/>
            <a:r>
              <a:rPr sz="1100" b="1" i="0">
                <a:solidFill>
                  <a:srgbClr val="FFFFFF"/>
                </a:solidFill>
                <a:latin typeface="Arial"/>
              </a:rPr>
              <a:t>Límite inferior</a:t>
            </a:r>
          </a:p>
          <a:p>
            <a:pPr algn="l"/>
            <a:r>
              <a:rPr sz="950" b="0" i="0">
                <a:solidFill>
                  <a:srgbClr val="D6E0F0"/>
                </a:solidFill>
                <a:latin typeface="Arial"/>
              </a:rPr>
              <a:t>el trusquín llega al límite</a:t>
            </a:r>
          </a:p>
        </p:txBody>
      </p:sp>
      <p:sp>
        <p:nvSpPr>
          <p:cNvPr id="25" name="Oval 24"/>
          <p:cNvSpPr/>
          <p:nvPr/>
        </p:nvSpPr>
        <p:spPr>
          <a:xfrm>
            <a:off x="6355080" y="1682496"/>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55080" y="1682496"/>
            <a:ext cx="274320" cy="274320"/>
          </a:xfrm>
          <a:prstGeom prst="rect">
            <a:avLst/>
          </a:prstGeom>
          <a:noFill/>
        </p:spPr>
        <p:txBody>
          <a:bodyPr wrap="square" lIns="0" rIns="0" tIns="0" bIns="0" anchor="ctr">
            <a:spAutoFit/>
          </a:bodyPr>
          <a:lstStyle/>
          <a:p>
            <a:pPr algn="ctr"/>
            <a:r>
              <a:rPr sz="1100" b="1" i="0">
                <a:solidFill>
                  <a:srgbClr val="00205B"/>
                </a:solidFill>
                <a:latin typeface="Michelin"/>
              </a:rPr>
              <a:t>2</a:t>
            </a:r>
          </a:p>
        </p:txBody>
      </p:sp>
      <p:sp>
        <p:nvSpPr>
          <p:cNvPr id="27" name="TextBox 26"/>
          <p:cNvSpPr txBox="1"/>
          <p:nvPr/>
        </p:nvSpPr>
        <p:spPr>
          <a:xfrm>
            <a:off x="6739128" y="1664208"/>
            <a:ext cx="1993392" cy="658368"/>
          </a:xfrm>
          <a:prstGeom prst="rect">
            <a:avLst/>
          </a:prstGeom>
          <a:noFill/>
        </p:spPr>
        <p:txBody>
          <a:bodyPr wrap="square" lIns="0" rIns="0" tIns="0" bIns="0" anchor="t">
            <a:spAutoFit/>
          </a:bodyPr>
          <a:lstStyle/>
          <a:p>
            <a:pPr algn="l"/>
            <a:r>
              <a:rPr sz="1100" b="1" i="0">
                <a:solidFill>
                  <a:srgbClr val="FFFFFF"/>
                </a:solidFill>
                <a:latin typeface="Arial"/>
              </a:rPr>
              <a:t>R4P actúa</a:t>
            </a:r>
          </a:p>
          <a:p>
            <a:pPr algn="l"/>
            <a:r>
              <a:rPr sz="950" b="0" i="0">
                <a:solidFill>
                  <a:srgbClr val="D6E0F0"/>
                </a:solidFill>
                <a:latin typeface="Arial"/>
              </a:rPr>
              <a:t>activa la corrección ODM</a:t>
            </a:r>
          </a:p>
        </p:txBody>
      </p:sp>
      <p:sp>
        <p:nvSpPr>
          <p:cNvPr id="28" name="Oval 27"/>
          <p:cNvSpPr/>
          <p:nvPr/>
        </p:nvSpPr>
        <p:spPr>
          <a:xfrm>
            <a:off x="6355080" y="2340864"/>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55080" y="2340864"/>
            <a:ext cx="274320" cy="274320"/>
          </a:xfrm>
          <a:prstGeom prst="rect">
            <a:avLst/>
          </a:prstGeom>
          <a:noFill/>
        </p:spPr>
        <p:txBody>
          <a:bodyPr wrap="square" lIns="0" rIns="0" tIns="0" bIns="0" anchor="ctr">
            <a:spAutoFit/>
          </a:bodyPr>
          <a:lstStyle/>
          <a:p>
            <a:pPr algn="ctr"/>
            <a:r>
              <a:rPr sz="1100" b="1" i="0">
                <a:solidFill>
                  <a:srgbClr val="00205B"/>
                </a:solidFill>
                <a:latin typeface="Michelin"/>
              </a:rPr>
              <a:t>3</a:t>
            </a:r>
          </a:p>
        </p:txBody>
      </p:sp>
      <p:sp>
        <p:nvSpPr>
          <p:cNvPr id="30" name="TextBox 29"/>
          <p:cNvSpPr txBox="1"/>
          <p:nvPr/>
        </p:nvSpPr>
        <p:spPr>
          <a:xfrm>
            <a:off x="6739128" y="2322576"/>
            <a:ext cx="1993392" cy="658368"/>
          </a:xfrm>
          <a:prstGeom prst="rect">
            <a:avLst/>
          </a:prstGeom>
          <a:noFill/>
        </p:spPr>
        <p:txBody>
          <a:bodyPr wrap="square" lIns="0" rIns="0" tIns="0" bIns="0" anchor="t">
            <a:spAutoFit/>
          </a:bodyPr>
          <a:lstStyle/>
          <a:p>
            <a:pPr algn="l"/>
            <a:r>
              <a:rPr sz="1100" b="1" i="0">
                <a:solidFill>
                  <a:srgbClr val="FFFFFF"/>
                </a:solidFill>
                <a:latin typeface="Arial"/>
              </a:rPr>
              <a:t>Objetivo</a:t>
            </a:r>
          </a:p>
          <a:p>
            <a:pPr algn="l"/>
            <a:r>
              <a:rPr sz="950" b="0" i="0">
                <a:solidFill>
                  <a:srgbClr val="D6E0F0"/>
                </a:solidFill>
                <a:latin typeface="Arial"/>
              </a:rPr>
              <a:t>vuelve al valor teórico</a:t>
            </a:r>
          </a:p>
        </p:txBody>
      </p:sp>
      <p:sp>
        <p:nvSpPr>
          <p:cNvPr id="31" name="Oval 30"/>
          <p:cNvSpPr/>
          <p:nvPr/>
        </p:nvSpPr>
        <p:spPr>
          <a:xfrm>
            <a:off x="6355080" y="2999232"/>
            <a:ext cx="274320" cy="274320"/>
          </a:xfrm>
          <a:prstGeom prst="ellipse">
            <a:avLst/>
          </a:prstGeom>
          <a:solidFill>
            <a:srgbClr val="FCE500"/>
          </a:solidFill>
          <a:ln w="9525">
            <a:solidFill>
              <a:srgbClr val="00205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80" y="2999232"/>
            <a:ext cx="274320" cy="274320"/>
          </a:xfrm>
          <a:prstGeom prst="rect">
            <a:avLst/>
          </a:prstGeom>
          <a:noFill/>
        </p:spPr>
        <p:txBody>
          <a:bodyPr wrap="square" lIns="0" rIns="0" tIns="0" bIns="0" anchor="ctr">
            <a:spAutoFit/>
          </a:bodyPr>
          <a:lstStyle/>
          <a:p>
            <a:pPr algn="ctr"/>
            <a:r>
              <a:rPr sz="1100" b="1" i="0">
                <a:solidFill>
                  <a:srgbClr val="00205B"/>
                </a:solidFill>
                <a:latin typeface="Michelin"/>
              </a:rPr>
              <a:t>4</a:t>
            </a:r>
          </a:p>
        </p:txBody>
      </p:sp>
      <p:sp>
        <p:nvSpPr>
          <p:cNvPr id="33" name="TextBox 32"/>
          <p:cNvSpPr txBox="1"/>
          <p:nvPr/>
        </p:nvSpPr>
        <p:spPr>
          <a:xfrm>
            <a:off x="6739128" y="2980944"/>
            <a:ext cx="1993392" cy="658368"/>
          </a:xfrm>
          <a:prstGeom prst="rect">
            <a:avLst/>
          </a:prstGeom>
          <a:noFill/>
        </p:spPr>
        <p:txBody>
          <a:bodyPr wrap="square" lIns="0" rIns="0" tIns="0" bIns="0" anchor="t">
            <a:spAutoFit/>
          </a:bodyPr>
          <a:lstStyle/>
          <a:p>
            <a:pPr algn="l"/>
            <a:r>
              <a:rPr sz="1100" b="1" i="0">
                <a:solidFill>
                  <a:srgbClr val="FFFFFF"/>
                </a:solidFill>
                <a:latin typeface="Arial"/>
              </a:rPr>
              <a:t>Sin corrección</a:t>
            </a:r>
          </a:p>
          <a:p>
            <a:pPr algn="l"/>
            <a:r>
              <a:rPr sz="950" b="0" i="0">
                <a:solidFill>
                  <a:srgbClr val="D6E0F0"/>
                </a:solidFill>
                <a:latin typeface="Arial"/>
              </a:rPr>
              <a:t>vuelve a derivar: la prueba</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Por qué R4P marca la diferencia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Qué pasa cuando una medida empieza a derivar</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DECIDIR</a:t>
            </a:r>
          </a:p>
        </p:txBody>
      </p:sp>
      <p:sp>
        <p:nvSpPr>
          <p:cNvPr id="11" name="Oval 10"/>
          <p:cNvSpPr/>
          <p:nvPr/>
        </p:nvSpPr>
        <p:spPr>
          <a:xfrm>
            <a:off x="792784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ANTICIPAR</a:t>
            </a:r>
          </a:p>
        </p:txBody>
      </p:sp>
      <p:sp>
        <p:nvSpPr>
          <p:cNvPr id="13" name="Rectangle 12"/>
          <p:cNvSpPr/>
          <p:nvPr/>
        </p:nvSpPr>
        <p:spPr>
          <a:xfrm>
            <a:off x="585216" y="1005840"/>
            <a:ext cx="8101583" cy="118872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0242" y="1234440"/>
            <a:ext cx="1440281" cy="365760"/>
          </a:xfrm>
          <a:prstGeom prst="rect">
            <a:avLst/>
          </a:prstGeom>
          <a:noFill/>
        </p:spPr>
        <p:txBody>
          <a:bodyPr wrap="square" lIns="0" rIns="0" tIns="0" bIns="0" anchor="t">
            <a:spAutoFit/>
          </a:bodyPr>
          <a:lstStyle/>
          <a:p>
            <a:pPr algn="l"/>
            <a:r>
              <a:rPr sz="1600" b="1" i="0" cap="all">
                <a:solidFill>
                  <a:srgbClr val="6E6E6E"/>
                </a:solidFill>
                <a:latin typeface="Michelin"/>
              </a:rPr>
              <a:t>Sin R4P</a:t>
            </a:r>
          </a:p>
        </p:txBody>
      </p:sp>
      <p:sp>
        <p:nvSpPr>
          <p:cNvPr id="15" name="TextBox 14"/>
          <p:cNvSpPr txBox="1"/>
          <p:nvPr/>
        </p:nvSpPr>
        <p:spPr>
          <a:xfrm>
            <a:off x="720242" y="1645920"/>
            <a:ext cx="1440281" cy="365760"/>
          </a:xfrm>
          <a:prstGeom prst="rect">
            <a:avLst/>
          </a:prstGeom>
          <a:noFill/>
        </p:spPr>
        <p:txBody>
          <a:bodyPr wrap="square" lIns="0" rIns="0" tIns="0" bIns="0" anchor="t">
            <a:spAutoFit/>
          </a:bodyPr>
          <a:lstStyle/>
          <a:p>
            <a:pPr algn="l"/>
            <a:r>
              <a:rPr sz="950" b="0" i="0">
                <a:solidFill>
                  <a:srgbClr val="6E6E6E"/>
                </a:solidFill>
                <a:latin typeface="Arial"/>
              </a:rPr>
              <a:t>Corrección manual</a:t>
            </a:r>
          </a:p>
        </p:txBody>
      </p:sp>
      <p:cxnSp>
        <p:nvCxnSpPr>
          <p:cNvPr id="16" name="Connector 15"/>
          <p:cNvCxnSpPr/>
          <p:nvPr/>
        </p:nvCxnSpPr>
        <p:spPr>
          <a:xfrm>
            <a:off x="2250541" y="1417320"/>
            <a:ext cx="495997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17" name="Donut 16"/>
          <p:cNvSpPr/>
          <p:nvPr/>
        </p:nvSpPr>
        <p:spPr>
          <a:xfrm>
            <a:off x="2250541"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onut 17"/>
          <p:cNvSpPr/>
          <p:nvPr/>
        </p:nvSpPr>
        <p:spPr>
          <a:xfrm>
            <a:off x="2673624"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nut 18"/>
          <p:cNvSpPr/>
          <p:nvPr/>
        </p:nvSpPr>
        <p:spPr>
          <a:xfrm>
            <a:off x="3096707"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nut 19"/>
          <p:cNvSpPr/>
          <p:nvPr/>
        </p:nvSpPr>
        <p:spPr>
          <a:xfrm>
            <a:off x="3519789"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nut 20"/>
          <p:cNvSpPr/>
          <p:nvPr/>
        </p:nvSpPr>
        <p:spPr>
          <a:xfrm>
            <a:off x="3942872"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Donut 21"/>
          <p:cNvSpPr/>
          <p:nvPr/>
        </p:nvSpPr>
        <p:spPr>
          <a:xfrm>
            <a:off x="4365955"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onut 22"/>
          <p:cNvSpPr/>
          <p:nvPr/>
        </p:nvSpPr>
        <p:spPr>
          <a:xfrm>
            <a:off x="4789037"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nut 23"/>
          <p:cNvSpPr/>
          <p:nvPr/>
        </p:nvSpPr>
        <p:spPr>
          <a:xfrm>
            <a:off x="5212120"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Donut 24"/>
          <p:cNvSpPr/>
          <p:nvPr/>
        </p:nvSpPr>
        <p:spPr>
          <a:xfrm>
            <a:off x="5635203" y="1261872"/>
            <a:ext cx="306059" cy="310896"/>
          </a:xfrm>
          <a:prstGeom prst="donut">
            <a:avLst>
              <a:gd name="adj" fmla="val 28000"/>
            </a:avLst>
          </a:prstGeom>
          <a:solidFill>
            <a:srgbClr val="E300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nut 25"/>
          <p:cNvSpPr/>
          <p:nvPr/>
        </p:nvSpPr>
        <p:spPr>
          <a:xfrm>
            <a:off x="6058286" y="12618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nut 26"/>
          <p:cNvSpPr/>
          <p:nvPr/>
        </p:nvSpPr>
        <p:spPr>
          <a:xfrm>
            <a:off x="6481368"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Donut 27"/>
          <p:cNvSpPr/>
          <p:nvPr/>
        </p:nvSpPr>
        <p:spPr>
          <a:xfrm>
            <a:off x="6904451" y="12618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177722" y="1664208"/>
            <a:ext cx="990193" cy="457200"/>
          </a:xfrm>
          <a:prstGeom prst="rect">
            <a:avLst/>
          </a:prstGeom>
          <a:noFill/>
        </p:spPr>
        <p:txBody>
          <a:bodyPr wrap="square" lIns="0" rIns="0" tIns="0" bIns="0" anchor="t">
            <a:spAutoFit/>
          </a:bodyPr>
          <a:lstStyle/>
          <a:p>
            <a:pPr algn="ctr"/>
            <a:r>
              <a:rPr sz="800" b="0" i="0">
                <a:solidFill>
                  <a:srgbClr val="262626"/>
                </a:solidFill>
                <a:latin typeface="Arial"/>
              </a:rPr>
              <a:t>Empieza la deriva</a:t>
            </a:r>
          </a:p>
        </p:txBody>
      </p:sp>
      <p:sp>
        <p:nvSpPr>
          <p:cNvPr id="30" name="TextBox 29"/>
          <p:cNvSpPr txBox="1"/>
          <p:nvPr/>
        </p:nvSpPr>
        <p:spPr>
          <a:xfrm>
            <a:off x="4023888" y="1664208"/>
            <a:ext cx="990193" cy="457200"/>
          </a:xfrm>
          <a:prstGeom prst="rect">
            <a:avLst/>
          </a:prstGeom>
          <a:noFill/>
        </p:spPr>
        <p:txBody>
          <a:bodyPr wrap="square" lIns="0" rIns="0" tIns="0" bIns="0" anchor="t">
            <a:spAutoFit/>
          </a:bodyPr>
          <a:lstStyle/>
          <a:p>
            <a:pPr algn="ctr"/>
            <a:r>
              <a:rPr sz="800" b="0" i="0">
                <a:solidFill>
                  <a:srgbClr val="262626"/>
                </a:solidFill>
                <a:latin typeface="Arial"/>
              </a:rPr>
              <a:t>Salta la alerta</a:t>
            </a:r>
          </a:p>
        </p:txBody>
      </p:sp>
      <p:sp>
        <p:nvSpPr>
          <p:cNvPr id="31" name="TextBox 30"/>
          <p:cNvSpPr txBox="1"/>
          <p:nvPr/>
        </p:nvSpPr>
        <p:spPr>
          <a:xfrm>
            <a:off x="4870053" y="1664208"/>
            <a:ext cx="990193" cy="457200"/>
          </a:xfrm>
          <a:prstGeom prst="rect">
            <a:avLst/>
          </a:prstGeom>
          <a:noFill/>
        </p:spPr>
        <p:txBody>
          <a:bodyPr wrap="square" lIns="0" rIns="0" tIns="0" bIns="0" anchor="t">
            <a:spAutoFit/>
          </a:bodyPr>
          <a:lstStyle/>
          <a:p>
            <a:pPr algn="ctr"/>
            <a:r>
              <a:rPr sz="800" b="0" i="0">
                <a:solidFill>
                  <a:srgbClr val="262626"/>
                </a:solidFill>
                <a:latin typeface="Arial"/>
              </a:rPr>
              <a:t>El técnico llega</a:t>
            </a:r>
          </a:p>
        </p:txBody>
      </p:sp>
      <p:sp>
        <p:nvSpPr>
          <p:cNvPr id="32" name="TextBox 31"/>
          <p:cNvSpPr txBox="1"/>
          <p:nvPr/>
        </p:nvSpPr>
        <p:spPr>
          <a:xfrm>
            <a:off x="5716219" y="1664208"/>
            <a:ext cx="990193" cy="457200"/>
          </a:xfrm>
          <a:prstGeom prst="rect">
            <a:avLst/>
          </a:prstGeom>
          <a:noFill/>
        </p:spPr>
        <p:txBody>
          <a:bodyPr wrap="square" lIns="0" rIns="0" tIns="0" bIns="0" anchor="t">
            <a:spAutoFit/>
          </a:bodyPr>
          <a:lstStyle/>
          <a:p>
            <a:pPr algn="ctr"/>
            <a:r>
              <a:rPr sz="800" b="0" i="0">
                <a:solidFill>
                  <a:srgbClr val="262626"/>
                </a:solidFill>
                <a:latin typeface="Arial"/>
              </a:rPr>
              <a:t>Ajuste manual</a:t>
            </a:r>
          </a:p>
        </p:txBody>
      </p:sp>
      <p:sp>
        <p:nvSpPr>
          <p:cNvPr id="33" name="TextBox 32"/>
          <p:cNvSpPr txBox="1"/>
          <p:nvPr/>
        </p:nvSpPr>
        <p:spPr>
          <a:xfrm>
            <a:off x="7471562" y="1188720"/>
            <a:ext cx="1170228" cy="868680"/>
          </a:xfrm>
          <a:prstGeom prst="rect">
            <a:avLst/>
          </a:prstGeom>
          <a:noFill/>
        </p:spPr>
        <p:txBody>
          <a:bodyPr wrap="square" lIns="0" rIns="0" tIns="0" bIns="0" anchor="ctr">
            <a:spAutoFit/>
          </a:bodyPr>
          <a:lstStyle/>
          <a:p>
            <a:pPr algn="l"/>
            <a:r>
              <a:rPr sz="1000" b="1" i="0">
                <a:solidFill>
                  <a:srgbClr val="E30013"/>
                </a:solidFill>
                <a:latin typeface="Arial"/>
              </a:rPr>
              <a:t>Neumáticos fuera de objetivo hasta que alguien actúa</a:t>
            </a:r>
          </a:p>
        </p:txBody>
      </p:sp>
      <p:sp>
        <p:nvSpPr>
          <p:cNvPr id="34" name="Rectangle 33"/>
          <p:cNvSpPr/>
          <p:nvPr/>
        </p:nvSpPr>
        <p:spPr>
          <a:xfrm>
            <a:off x="585216" y="2377440"/>
            <a:ext cx="8101583" cy="1188720"/>
          </a:xfrm>
          <a:prstGeom prst="rect">
            <a:avLst/>
          </a:prstGeom>
          <a:solidFill>
            <a:srgbClr val="E4EC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20242" y="2606040"/>
            <a:ext cx="1440281" cy="365760"/>
          </a:xfrm>
          <a:prstGeom prst="rect">
            <a:avLst/>
          </a:prstGeom>
          <a:noFill/>
        </p:spPr>
        <p:txBody>
          <a:bodyPr wrap="square" lIns="0" rIns="0" tIns="0" bIns="0" anchor="t">
            <a:spAutoFit/>
          </a:bodyPr>
          <a:lstStyle/>
          <a:p>
            <a:pPr algn="l"/>
            <a:r>
              <a:rPr sz="1600" b="1" i="0" cap="all">
                <a:solidFill>
                  <a:srgbClr val="00205B"/>
                </a:solidFill>
                <a:latin typeface="Michelin"/>
              </a:rPr>
              <a:t>Con R4P</a:t>
            </a:r>
          </a:p>
        </p:txBody>
      </p:sp>
      <p:sp>
        <p:nvSpPr>
          <p:cNvPr id="36" name="TextBox 35"/>
          <p:cNvSpPr txBox="1"/>
          <p:nvPr/>
        </p:nvSpPr>
        <p:spPr>
          <a:xfrm>
            <a:off x="720242" y="3017520"/>
            <a:ext cx="1440281" cy="365760"/>
          </a:xfrm>
          <a:prstGeom prst="rect">
            <a:avLst/>
          </a:prstGeom>
          <a:noFill/>
        </p:spPr>
        <p:txBody>
          <a:bodyPr wrap="square" lIns="0" rIns="0" tIns="0" bIns="0" anchor="t">
            <a:spAutoFit/>
          </a:bodyPr>
          <a:lstStyle/>
          <a:p>
            <a:pPr algn="l"/>
            <a:r>
              <a:rPr sz="950" b="0" i="0">
                <a:solidFill>
                  <a:srgbClr val="27509B"/>
                </a:solidFill>
                <a:latin typeface="Arial"/>
              </a:rPr>
              <a:t>Corrección automática</a:t>
            </a:r>
          </a:p>
        </p:txBody>
      </p:sp>
      <p:cxnSp>
        <p:nvCxnSpPr>
          <p:cNvPr id="37" name="Connector 36"/>
          <p:cNvCxnSpPr/>
          <p:nvPr/>
        </p:nvCxnSpPr>
        <p:spPr>
          <a:xfrm>
            <a:off x="2250541" y="2788920"/>
            <a:ext cx="4959970" cy="0"/>
          </a:xfrm>
          <a:prstGeom prst="line">
            <a:avLst/>
          </a:prstGeom>
          <a:ln w="12700">
            <a:solidFill>
              <a:srgbClr val="BFBFBF"/>
            </a:solidFill>
          </a:ln>
        </p:spPr>
        <p:style>
          <a:lnRef idx="2">
            <a:schemeClr val="accent1"/>
          </a:lnRef>
          <a:fillRef idx="0">
            <a:schemeClr val="accent1"/>
          </a:fillRef>
          <a:effectRef idx="1">
            <a:schemeClr val="accent1"/>
          </a:effectRef>
          <a:fontRef idx="minor">
            <a:schemeClr val="tx1"/>
          </a:fontRef>
        </p:style>
      </p:cxnSp>
      <p:sp>
        <p:nvSpPr>
          <p:cNvPr id="38" name="Donut 37"/>
          <p:cNvSpPr/>
          <p:nvPr/>
        </p:nvSpPr>
        <p:spPr>
          <a:xfrm>
            <a:off x="2250541"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Donut 38"/>
          <p:cNvSpPr/>
          <p:nvPr/>
        </p:nvSpPr>
        <p:spPr>
          <a:xfrm>
            <a:off x="2673624"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nut 39"/>
          <p:cNvSpPr/>
          <p:nvPr/>
        </p:nvSpPr>
        <p:spPr>
          <a:xfrm>
            <a:off x="3096707"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Donut 40"/>
          <p:cNvSpPr/>
          <p:nvPr/>
        </p:nvSpPr>
        <p:spPr>
          <a:xfrm>
            <a:off x="3519789" y="2633472"/>
            <a:ext cx="306059" cy="310896"/>
          </a:xfrm>
          <a:prstGeom prst="donut">
            <a:avLst>
              <a:gd name="adj" fmla="val 28000"/>
            </a:avLst>
          </a:prstGeom>
          <a:solidFill>
            <a:srgbClr val="F58C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nut 41"/>
          <p:cNvSpPr/>
          <p:nvPr/>
        </p:nvSpPr>
        <p:spPr>
          <a:xfrm>
            <a:off x="3942872"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Donut 42"/>
          <p:cNvSpPr/>
          <p:nvPr/>
        </p:nvSpPr>
        <p:spPr>
          <a:xfrm>
            <a:off x="4365955"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Donut 43"/>
          <p:cNvSpPr/>
          <p:nvPr/>
        </p:nvSpPr>
        <p:spPr>
          <a:xfrm>
            <a:off x="4789037"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Donut 44"/>
          <p:cNvSpPr/>
          <p:nvPr/>
        </p:nvSpPr>
        <p:spPr>
          <a:xfrm>
            <a:off x="5212120"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nut 45"/>
          <p:cNvSpPr/>
          <p:nvPr/>
        </p:nvSpPr>
        <p:spPr>
          <a:xfrm>
            <a:off x="5635203"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nut 46"/>
          <p:cNvSpPr/>
          <p:nvPr/>
        </p:nvSpPr>
        <p:spPr>
          <a:xfrm>
            <a:off x="6058286"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Donut 47"/>
          <p:cNvSpPr/>
          <p:nvPr/>
        </p:nvSpPr>
        <p:spPr>
          <a:xfrm>
            <a:off x="6481368"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Donut 48"/>
          <p:cNvSpPr/>
          <p:nvPr/>
        </p:nvSpPr>
        <p:spPr>
          <a:xfrm>
            <a:off x="6904451" y="2633472"/>
            <a:ext cx="306059" cy="310896"/>
          </a:xfrm>
          <a:prstGeom prst="donut">
            <a:avLst>
              <a:gd name="adj" fmla="val 28000"/>
            </a:avLst>
          </a:prstGeom>
          <a:solidFill>
            <a:srgbClr val="0096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177722" y="3035808"/>
            <a:ext cx="990193" cy="457200"/>
          </a:xfrm>
          <a:prstGeom prst="rect">
            <a:avLst/>
          </a:prstGeom>
          <a:noFill/>
        </p:spPr>
        <p:txBody>
          <a:bodyPr wrap="square" lIns="0" rIns="0" tIns="0" bIns="0" anchor="t">
            <a:spAutoFit/>
          </a:bodyPr>
          <a:lstStyle/>
          <a:p>
            <a:pPr algn="ctr"/>
            <a:r>
              <a:rPr sz="800" b="0" i="0">
                <a:solidFill>
                  <a:srgbClr val="00205B"/>
                </a:solidFill>
                <a:latin typeface="Arial"/>
              </a:rPr>
              <a:t>Empieza la deriva</a:t>
            </a:r>
          </a:p>
        </p:txBody>
      </p:sp>
      <p:sp>
        <p:nvSpPr>
          <p:cNvPr id="51" name="Down Arrow 50"/>
          <p:cNvSpPr/>
          <p:nvPr/>
        </p:nvSpPr>
        <p:spPr>
          <a:xfrm>
            <a:off x="3924868" y="2404872"/>
            <a:ext cx="342066" cy="201168"/>
          </a:xfrm>
          <a:prstGeom prst="downArrow">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20946" y="2395728"/>
            <a:ext cx="1980387" cy="228600"/>
          </a:xfrm>
          <a:prstGeom prst="rect">
            <a:avLst/>
          </a:prstGeom>
          <a:noFill/>
        </p:spPr>
        <p:txBody>
          <a:bodyPr wrap="square" lIns="0" rIns="0" tIns="0" bIns="0" anchor="t">
            <a:spAutoFit/>
          </a:bodyPr>
          <a:lstStyle/>
          <a:p>
            <a:pPr algn="l"/>
            <a:r>
              <a:rPr sz="900" b="1" i="0">
                <a:solidFill>
                  <a:srgbClr val="00205B"/>
                </a:solidFill>
                <a:latin typeface="Arial"/>
              </a:rPr>
              <a:t>R4P corrige al instante</a:t>
            </a:r>
          </a:p>
        </p:txBody>
      </p:sp>
      <p:sp>
        <p:nvSpPr>
          <p:cNvPr id="53" name="TextBox 52"/>
          <p:cNvSpPr txBox="1"/>
          <p:nvPr/>
        </p:nvSpPr>
        <p:spPr>
          <a:xfrm>
            <a:off x="7471562" y="2560320"/>
            <a:ext cx="1170228" cy="868680"/>
          </a:xfrm>
          <a:prstGeom prst="rect">
            <a:avLst/>
          </a:prstGeom>
          <a:noFill/>
        </p:spPr>
        <p:txBody>
          <a:bodyPr wrap="square" lIns="0" rIns="0" tIns="0" bIns="0" anchor="ctr">
            <a:spAutoFit/>
          </a:bodyPr>
          <a:lstStyle/>
          <a:p>
            <a:pPr algn="l"/>
            <a:r>
              <a:rPr sz="1000" b="1" i="0">
                <a:solidFill>
                  <a:srgbClr val="00963F"/>
                </a:solidFill>
                <a:latin typeface="Arial"/>
              </a:rPr>
              <a:t>La producción vuelve al objetivo de inmediato</a:t>
            </a:r>
          </a:p>
        </p:txBody>
      </p:sp>
      <p:sp>
        <p:nvSpPr>
          <p:cNvPr id="54" name="Rectangle 53"/>
          <p:cNvSpPr/>
          <p:nvPr/>
        </p:nvSpPr>
        <p:spPr>
          <a:xfrm>
            <a:off x="3465779" y="1207008"/>
            <a:ext cx="2961579" cy="457200"/>
          </a:xfrm>
          <a:prstGeom prst="rect">
            <a:avLst/>
          </a:prstGeom>
          <a:noFill/>
          <a:ln w="19050">
            <a:solidFill>
              <a:srgbClr val="E30013"/>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85216"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47247" y="3904487"/>
            <a:ext cx="2340457" cy="640080"/>
          </a:xfrm>
          <a:prstGeom prst="rect">
            <a:avLst/>
          </a:prstGeom>
          <a:noFill/>
        </p:spPr>
        <p:txBody>
          <a:bodyPr wrap="square" lIns="0" rIns="0" tIns="0" bIns="0" anchor="t">
            <a:spAutoFit/>
          </a:bodyPr>
          <a:lstStyle/>
          <a:p>
            <a:pPr algn="l"/>
            <a:r>
              <a:rPr sz="1050" b="1" i="0">
                <a:solidFill>
                  <a:srgbClr val="FCE500"/>
                </a:solidFill>
                <a:latin typeface="Michelin"/>
              </a:rPr>
              <a:t>Mismas reglas 24/7</a:t>
            </a:r>
          </a:p>
          <a:p>
            <a:pPr algn="l"/>
            <a:r>
              <a:rPr sz="950" b="0" i="0">
                <a:solidFill>
                  <a:srgbClr val="FFFFFF"/>
                </a:solidFill>
                <a:latin typeface="Arial"/>
              </a:rPr>
              <a:t>La calidad no depende del turno ni de la hora.</a:t>
            </a:r>
          </a:p>
        </p:txBody>
      </p:sp>
      <p:sp>
        <p:nvSpPr>
          <p:cNvPr id="57" name="Rectangle 56"/>
          <p:cNvSpPr/>
          <p:nvPr/>
        </p:nvSpPr>
        <p:spPr>
          <a:xfrm>
            <a:off x="3330752"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492784" y="3904487"/>
            <a:ext cx="2340457" cy="640080"/>
          </a:xfrm>
          <a:prstGeom prst="rect">
            <a:avLst/>
          </a:prstGeom>
          <a:noFill/>
        </p:spPr>
        <p:txBody>
          <a:bodyPr wrap="square" lIns="0" rIns="0" tIns="0" bIns="0" anchor="t">
            <a:spAutoFit/>
          </a:bodyPr>
          <a:lstStyle/>
          <a:p>
            <a:pPr algn="l"/>
            <a:r>
              <a:rPr sz="1050" b="1" i="0">
                <a:solidFill>
                  <a:srgbClr val="FCE500"/>
                </a:solidFill>
                <a:latin typeface="Michelin"/>
              </a:rPr>
              <a:t>Experiencia convertida en reglas</a:t>
            </a:r>
          </a:p>
          <a:p>
            <a:pPr algn="l"/>
            <a:r>
              <a:rPr sz="950" b="0" i="0">
                <a:solidFill>
                  <a:srgbClr val="FFFFFF"/>
                </a:solidFill>
                <a:latin typeface="Arial"/>
              </a:rPr>
              <a:t>Lo que sabe el mejor técnico, aplicado siempre.</a:t>
            </a:r>
          </a:p>
        </p:txBody>
      </p:sp>
      <p:sp>
        <p:nvSpPr>
          <p:cNvPr id="59" name="Rectangle 58"/>
          <p:cNvSpPr/>
          <p:nvPr/>
        </p:nvSpPr>
        <p:spPr>
          <a:xfrm>
            <a:off x="6076289" y="3840480"/>
            <a:ext cx="2610510" cy="73152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238321" y="3904487"/>
            <a:ext cx="2340457" cy="640080"/>
          </a:xfrm>
          <a:prstGeom prst="rect">
            <a:avLst/>
          </a:prstGeom>
          <a:noFill/>
        </p:spPr>
        <p:txBody>
          <a:bodyPr wrap="square" lIns="0" rIns="0" tIns="0" bIns="0" anchor="t">
            <a:spAutoFit/>
          </a:bodyPr>
          <a:lstStyle/>
          <a:p>
            <a:pPr algn="l"/>
            <a:r>
              <a:rPr sz="1050" b="1" i="0">
                <a:solidFill>
                  <a:srgbClr val="FCE500"/>
                </a:solidFill>
                <a:latin typeface="Michelin"/>
              </a:rPr>
              <a:t>Cada decisión, registrada</a:t>
            </a:r>
          </a:p>
          <a:p>
            <a:pPr algn="l"/>
            <a:r>
              <a:rPr sz="950" b="0" i="0">
                <a:solidFill>
                  <a:srgbClr val="FFFFFF"/>
                </a:solidFill>
                <a:latin typeface="Arial"/>
              </a:rPr>
              <a:t>Trazabilidad completa en PI System.</a:t>
            </a:r>
          </a:p>
        </p:txBody>
      </p:sp>
      <p:sp>
        <p:nvSpPr>
          <p:cNvPr id="61" name="TextBox 60"/>
          <p:cNvSpPr txBox="1"/>
          <p:nvPr/>
        </p:nvSpPr>
        <p:spPr>
          <a:xfrm>
            <a:off x="5896254" y="3639312"/>
            <a:ext cx="2790545" cy="201168"/>
          </a:xfrm>
          <a:prstGeom prst="rect">
            <a:avLst/>
          </a:prstGeom>
          <a:noFill/>
        </p:spPr>
        <p:txBody>
          <a:bodyPr wrap="square" lIns="0" rIns="0" tIns="0" bIns="0" anchor="t">
            <a:spAutoFit/>
          </a:bodyPr>
          <a:lstStyle/>
          <a:p>
            <a:pPr algn="l"/>
            <a:r>
              <a:rPr sz="800" b="0" i="0">
                <a:solidFill>
                  <a:srgbClr val="6E6E6E"/>
                </a:solidFill>
                <a:latin typeface="Arial"/>
              </a:rPr>
              <a:t>Esquema ilustrativo · cada círculo, un neumático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a:solidFill>
                  <a:srgbClr val="FCE500"/>
                </a:solidFill>
              </a:rPr>
              <a:t>04</a:t>
            </a:r>
          </a:p>
          <a:p>
            <a:r>
              <a:t>Anticipar</a:t>
            </a:r>
          </a:p>
        </p:txBody>
      </p:sp>
      <p:sp>
        <p:nvSpPr>
          <p:cNvPr id="3" name="TextBox 2"/>
          <p:cNvSpPr txBox="1"/>
          <p:nvPr/>
        </p:nvSpPr>
        <p:spPr>
          <a:xfrm>
            <a:off x="530352" y="3840480"/>
            <a:ext cx="5486400" cy="365760"/>
          </a:xfrm>
          <a:prstGeom prst="rect">
            <a:avLst/>
          </a:prstGeom>
          <a:noFill/>
        </p:spPr>
        <p:txBody>
          <a:bodyPr wrap="square" lIns="0" rIns="0" tIns="0" bIns="0" anchor="t">
            <a:spAutoFit/>
          </a:bodyPr>
          <a:lstStyle/>
          <a:p>
            <a:pPr algn="l"/>
            <a:r>
              <a:rPr sz="1200" b="0" i="0">
                <a:solidFill>
                  <a:srgbClr val="FFFFFF"/>
                </a:solidFill>
                <a:latin typeface="Arial"/>
              </a:rPr>
              <a:t>Analítica avanzada e inteligencia artificial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Dataiku: de millones de datos a patrones</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Analítica avanzada para entender cada problema de calidad</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ANTICIPAR</a:t>
            </a:r>
          </a:p>
        </p:txBody>
      </p:sp>
      <p:sp>
        <p:nvSpPr>
          <p:cNvPr id="13" name="Pentagon 12"/>
          <p:cNvSpPr/>
          <p:nvPr/>
        </p:nvSpPr>
        <p:spPr>
          <a:xfrm>
            <a:off x="585216" y="960120"/>
            <a:ext cx="2043399" cy="566928"/>
          </a:xfrm>
          <a:prstGeom prst="homePlate">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20242"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01  Unir</a:t>
            </a:r>
          </a:p>
        </p:txBody>
      </p:sp>
      <p:sp>
        <p:nvSpPr>
          <p:cNvPr id="15" name="TextBox 14"/>
          <p:cNvSpPr txBox="1"/>
          <p:nvPr/>
        </p:nvSpPr>
        <p:spPr>
          <a:xfrm>
            <a:off x="720242"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Medidas PI, imágenes y resultados de calidad (IQF)</a:t>
            </a:r>
          </a:p>
        </p:txBody>
      </p:sp>
      <p:sp>
        <p:nvSpPr>
          <p:cNvPr id="16" name="Chevron 15"/>
          <p:cNvSpPr/>
          <p:nvPr/>
        </p:nvSpPr>
        <p:spPr>
          <a:xfrm>
            <a:off x="2637617"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79684"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02  Explorar</a:t>
            </a:r>
          </a:p>
        </p:txBody>
      </p:sp>
      <p:sp>
        <p:nvSpPr>
          <p:cNvPr id="18" name="TextBox 17"/>
          <p:cNvSpPr txBox="1"/>
          <p:nvPr/>
        </p:nvSpPr>
        <p:spPr>
          <a:xfrm>
            <a:off x="2772643"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Correlaciones entre parámetros, puestos y turnos</a:t>
            </a:r>
          </a:p>
        </p:txBody>
      </p:sp>
      <p:sp>
        <p:nvSpPr>
          <p:cNvPr id="19" name="Chevron 18"/>
          <p:cNvSpPr/>
          <p:nvPr/>
        </p:nvSpPr>
        <p:spPr>
          <a:xfrm>
            <a:off x="4690018" y="960120"/>
            <a:ext cx="2043399" cy="566928"/>
          </a:xfrm>
          <a:prstGeom prst="chevron">
            <a:avLst>
              <a:gd name="adj" fmla="val 28000"/>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2085"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03  Descubrir</a:t>
            </a:r>
          </a:p>
        </p:txBody>
      </p:sp>
      <p:sp>
        <p:nvSpPr>
          <p:cNvPr id="21" name="TextBox 20"/>
          <p:cNvSpPr txBox="1"/>
          <p:nvPr/>
        </p:nvSpPr>
        <p:spPr>
          <a:xfrm>
            <a:off x="4825044"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Patrones que se repiten antes de una deriva</a:t>
            </a:r>
          </a:p>
        </p:txBody>
      </p:sp>
      <p:sp>
        <p:nvSpPr>
          <p:cNvPr id="22" name="Chevron 21"/>
          <p:cNvSpPr/>
          <p:nvPr/>
        </p:nvSpPr>
        <p:spPr>
          <a:xfrm>
            <a:off x="6742419" y="960120"/>
            <a:ext cx="2043399" cy="566928"/>
          </a:xfrm>
          <a:prstGeom prst="chevron">
            <a:avLst>
              <a:gd name="adj" fmla="val 28000"/>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84486" y="960120"/>
            <a:ext cx="1485290" cy="566928"/>
          </a:xfrm>
          <a:prstGeom prst="rect">
            <a:avLst/>
          </a:prstGeom>
          <a:noFill/>
        </p:spPr>
        <p:txBody>
          <a:bodyPr wrap="square" lIns="0" rIns="0" tIns="0" bIns="0" anchor="ctr">
            <a:spAutoFit/>
          </a:bodyPr>
          <a:lstStyle/>
          <a:p>
            <a:pPr algn="l"/>
            <a:r>
              <a:rPr sz="1100" b="1" i="0" cap="all">
                <a:solidFill>
                  <a:srgbClr val="FFFFFF"/>
                </a:solidFill>
                <a:latin typeface="Michelin"/>
              </a:rPr>
              <a:t>04  Actuar</a:t>
            </a:r>
          </a:p>
        </p:txBody>
      </p:sp>
      <p:sp>
        <p:nvSpPr>
          <p:cNvPr id="24" name="TextBox 23"/>
          <p:cNvSpPr txBox="1"/>
          <p:nvPr/>
        </p:nvSpPr>
        <p:spPr>
          <a:xfrm>
            <a:off x="6877446" y="1645920"/>
            <a:ext cx="1665325" cy="685800"/>
          </a:xfrm>
          <a:prstGeom prst="rect">
            <a:avLst/>
          </a:prstGeom>
          <a:noFill/>
        </p:spPr>
        <p:txBody>
          <a:bodyPr wrap="square" lIns="0" rIns="0" tIns="0" bIns="0" anchor="t">
            <a:spAutoFit/>
          </a:bodyPr>
          <a:lstStyle/>
          <a:p>
            <a:pPr algn="l"/>
            <a:r>
              <a:rPr sz="1050" b="0" i="0">
                <a:solidFill>
                  <a:srgbClr val="262626"/>
                </a:solidFill>
                <a:latin typeface="Arial"/>
              </a:rPr>
              <a:t>Nuevas reglas, alertas y mejoras de proceso</a:t>
            </a:r>
          </a:p>
        </p:txBody>
      </p:sp>
      <p:sp>
        <p:nvSpPr>
          <p:cNvPr id="25" name="Rectangle 24"/>
          <p:cNvSpPr/>
          <p:nvPr/>
        </p:nvSpPr>
        <p:spPr>
          <a:xfrm>
            <a:off x="585216" y="2560320"/>
            <a:ext cx="8101583" cy="196596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5268" y="2724912"/>
            <a:ext cx="2700528" cy="274320"/>
          </a:xfrm>
          <a:prstGeom prst="rect">
            <a:avLst/>
          </a:prstGeom>
          <a:noFill/>
        </p:spPr>
        <p:txBody>
          <a:bodyPr wrap="square" lIns="0" rIns="0" tIns="0" bIns="0" anchor="t">
            <a:spAutoFit/>
          </a:bodyPr>
          <a:lstStyle/>
          <a:p>
            <a:pPr algn="l"/>
            <a:r>
              <a:rPr sz="1000" b="1" i="0" cap="all">
                <a:solidFill>
                  <a:srgbClr val="27509B"/>
                </a:solidFill>
                <a:latin typeface="Michelin"/>
              </a:rPr>
              <a:t>Una pregunta típica</a:t>
            </a:r>
          </a:p>
        </p:txBody>
      </p:sp>
      <p:sp>
        <p:nvSpPr>
          <p:cNvPr id="27" name="TextBox 26"/>
          <p:cNvSpPr txBox="1"/>
          <p:nvPr/>
        </p:nvSpPr>
        <p:spPr>
          <a:xfrm>
            <a:off x="855268" y="3035808"/>
            <a:ext cx="3600703" cy="1280160"/>
          </a:xfrm>
          <a:prstGeom prst="rect">
            <a:avLst/>
          </a:prstGeom>
          <a:noFill/>
        </p:spPr>
        <p:txBody>
          <a:bodyPr wrap="square" lIns="0" rIns="0" tIns="0" bIns="0" anchor="t">
            <a:spAutoFit/>
          </a:bodyPr>
          <a:lstStyle/>
          <a:p>
            <a:pPr algn="l"/>
            <a:r>
              <a:rPr sz="1500" b="1" i="0">
                <a:solidFill>
                  <a:srgbClr val="00205B"/>
                </a:solidFill>
                <a:latin typeface="Michelin"/>
              </a:rPr>
              <a:t>«¿Qué tienen en común los neumáticos en los que la soldadura empezó a derivar?»</a:t>
            </a:r>
          </a:p>
        </p:txBody>
      </p:sp>
      <p:sp>
        <p:nvSpPr>
          <p:cNvPr id="28" name="TextBox 27"/>
          <p:cNvSpPr txBox="1"/>
          <p:nvPr/>
        </p:nvSpPr>
        <p:spPr>
          <a:xfrm>
            <a:off x="4816043" y="2724912"/>
            <a:ext cx="3600703" cy="274320"/>
          </a:xfrm>
          <a:prstGeom prst="rect">
            <a:avLst/>
          </a:prstGeom>
          <a:noFill/>
        </p:spPr>
        <p:txBody>
          <a:bodyPr wrap="square" lIns="0" rIns="0" tIns="0" bIns="0" anchor="t">
            <a:spAutoFit/>
          </a:bodyPr>
          <a:lstStyle/>
          <a:p>
            <a:pPr algn="l"/>
            <a:r>
              <a:rPr sz="1000" b="1" i="0" cap="all">
                <a:solidFill>
                  <a:srgbClr val="27509B"/>
                </a:solidFill>
                <a:latin typeface="Michelin"/>
              </a:rPr>
              <a:t>Lo que responde Dataiku</a:t>
            </a:r>
          </a:p>
        </p:txBody>
      </p:sp>
      <p:sp>
        <p:nvSpPr>
          <p:cNvPr id="29" name="TextBox 28"/>
          <p:cNvSpPr txBox="1"/>
          <p:nvPr/>
        </p:nvSpPr>
        <p:spPr>
          <a:xfrm>
            <a:off x="4816043" y="3035808"/>
            <a:ext cx="3690721" cy="1371600"/>
          </a:xfrm>
          <a:prstGeom prst="rect">
            <a:avLst/>
          </a:prstGeom>
          <a:noFill/>
        </p:spPr>
        <p:txBody>
          <a:bodyPr wrap="square" lIns="0" rIns="0" tIns="0" bIns="0" anchor="t">
            <a:spAutoFit/>
          </a:bodyPr>
          <a:lstStyle/>
          <a:p>
            <a:pPr algn="l" marL="182880" indent="-182880">
              <a:spcAft>
                <a:spcPts val="400"/>
              </a:spcAft>
              <a:buClr>
                <a:srgbClr val="FCE500"/>
              </a:buClr>
              <a:buSzPct val="100000"/>
              <a:buFont typeface="Wingdings"/>
              <a:buChar char="§"/>
            </a:pPr>
            <a:r>
              <a:rPr sz="1100" b="0" i="0">
                <a:solidFill>
                  <a:srgbClr val="262626"/>
                </a:solidFill>
                <a:latin typeface="Arial"/>
              </a:rPr>
              <a:t>Qué parámetros se movieron antes</a:t>
            </a:r>
          </a:p>
          <a:p>
            <a:pPr algn="l" marL="182880" indent="-182880">
              <a:spcAft>
                <a:spcPts val="400"/>
              </a:spcAft>
              <a:buClr>
                <a:srgbClr val="FCE500"/>
              </a:buClr>
              <a:buSzPct val="100000"/>
              <a:buFont typeface="Wingdings"/>
              <a:buChar char="§"/>
            </a:pPr>
            <a:r>
              <a:rPr sz="1100" b="0" i="0">
                <a:solidFill>
                  <a:srgbClr val="262626"/>
                </a:solidFill>
                <a:latin typeface="Arial"/>
              </a:rPr>
              <a:t>En qué puestos, turnos o lotes se concentra</a:t>
            </a:r>
          </a:p>
          <a:p>
            <a:pPr algn="l" marL="182880" indent="-182880">
              <a:spcAft>
                <a:spcPts val="400"/>
              </a:spcAft>
              <a:buClr>
                <a:srgbClr val="FCE500"/>
              </a:buClr>
              <a:buSzPct val="100000"/>
              <a:buFont typeface="Wingdings"/>
              <a:buChar char="§"/>
            </a:pPr>
            <a:r>
              <a:rPr sz="1100" b="0" i="0">
                <a:solidFill>
                  <a:srgbClr val="262626"/>
                </a:solidFill>
                <a:latin typeface="Arial"/>
              </a:rPr>
              <a:t>Qué regla nueva lo habría evitado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01168"/>
            <a:ext cx="6949440" cy="411480"/>
          </a:xfrm>
        </p:spPr>
        <p:txBody>
          <a:bodyPr anchor="ctr"/>
          <a:lstStyle/>
          <a:p>
            <a:r>
              <a:rPr sz="1800"/>
              <a:t>IA sobre nuestras imágenes láser</a:t>
            </a:r>
          </a:p>
        </p:txBody>
      </p:sp>
      <p:sp>
        <p:nvSpPr>
          <p:cNvPr id="4" name="TextBox 3"/>
          <p:cNvSpPr txBox="1"/>
          <p:nvPr/>
        </p:nvSpPr>
        <p:spPr>
          <a:xfrm>
            <a:off x="457200" y="621792"/>
            <a:ext cx="4572000" cy="256032"/>
          </a:xfrm>
          <a:prstGeom prst="rect">
            <a:avLst/>
          </a:prstGeom>
          <a:noFill/>
        </p:spPr>
        <p:txBody>
          <a:bodyPr wrap="square" lIns="0" rIns="0" tIns="0" bIns="0" anchor="t">
            <a:spAutoFit/>
          </a:bodyPr>
          <a:lstStyle/>
          <a:p>
            <a:pPr algn="l"/>
            <a:r>
              <a:rPr sz="1050" b="0" i="0">
                <a:solidFill>
                  <a:srgbClr val="FCE500"/>
                </a:solidFill>
                <a:latin typeface="Arial"/>
              </a:rPr>
              <a:t>El láser mide; la IA reconoce lo que no se puede medir con una cota</a:t>
            </a:r>
          </a:p>
        </p:txBody>
      </p:sp>
      <p:sp>
        <p:nvSpPr>
          <p:cNvPr id="5" name="Oval 4"/>
          <p:cNvSpPr/>
          <p:nvPr/>
        </p:nvSpPr>
        <p:spPr>
          <a:xfrm>
            <a:off x="5074920"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9FB3D6"/>
                </a:solidFill>
                <a:latin typeface="Michelin"/>
              </a:rPr>
              <a:t>VER</a:t>
            </a:r>
          </a:p>
        </p:txBody>
      </p:sp>
      <p:sp>
        <p:nvSpPr>
          <p:cNvPr id="7" name="Oval 6"/>
          <p:cNvSpPr/>
          <p:nvPr/>
        </p:nvSpPr>
        <p:spPr>
          <a:xfrm>
            <a:off x="582472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ENTENDER</a:t>
            </a:r>
          </a:p>
        </p:txBody>
      </p:sp>
      <p:sp>
        <p:nvSpPr>
          <p:cNvPr id="9" name="Oval 8"/>
          <p:cNvSpPr/>
          <p:nvPr/>
        </p:nvSpPr>
        <p:spPr>
          <a:xfrm>
            <a:off x="6876288" y="681228"/>
            <a:ext cx="82296" cy="82296"/>
          </a:xfrm>
          <a:prstGeom prst="ellipse">
            <a:avLst/>
          </a:prstGeom>
          <a:solidFill>
            <a:srgbClr val="9FB3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9FB3D6"/>
                </a:solidFill>
                <a:latin typeface="Michelin"/>
              </a:rPr>
              <a:t>DECIDIR</a:t>
            </a:r>
          </a:p>
        </p:txBody>
      </p:sp>
      <p:sp>
        <p:nvSpPr>
          <p:cNvPr id="11" name="Oval 10"/>
          <p:cNvSpPr/>
          <p:nvPr/>
        </p:nvSpPr>
        <p:spPr>
          <a:xfrm>
            <a:off x="7927848" y="681228"/>
            <a:ext cx="82296" cy="8229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FCE500"/>
                </a:solidFill>
                <a:latin typeface="Michelin"/>
              </a:rPr>
              <a:t>ANTICIPAR</a:t>
            </a:r>
          </a:p>
        </p:txBody>
      </p:sp>
      <p:sp>
        <p:nvSpPr>
          <p:cNvPr id="13" name="Rectangle 12"/>
          <p:cNvSpPr/>
          <p:nvPr/>
        </p:nvSpPr>
        <p:spPr>
          <a:xfrm>
            <a:off x="457200" y="1005840"/>
            <a:ext cx="3291840" cy="3063240"/>
          </a:xfrm>
          <a:prstGeom prst="rect">
            <a:avLst/>
          </a:prstGeom>
          <a:solidFill>
            <a:srgbClr val="0020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 y="1097280"/>
            <a:ext cx="3017520" cy="274320"/>
          </a:xfrm>
          <a:prstGeom prst="rect">
            <a:avLst/>
          </a:prstGeom>
          <a:noFill/>
        </p:spPr>
        <p:txBody>
          <a:bodyPr wrap="square" lIns="0" rIns="0" tIns="0" bIns="0" anchor="t">
            <a:spAutoFit/>
          </a:bodyPr>
          <a:lstStyle/>
          <a:p>
            <a:pPr algn="l"/>
            <a:r>
              <a:rPr sz="1100" b="1" i="0">
                <a:solidFill>
                  <a:srgbClr val="FCE500"/>
                </a:solidFill>
                <a:latin typeface="Michelin"/>
              </a:rPr>
              <a:t>MEDIR · LÁSER Y COTAS</a:t>
            </a:r>
          </a:p>
        </p:txBody>
      </p:sp>
      <p:sp>
        <p:nvSpPr>
          <p:cNvPr id="15" name="Rectangle 14"/>
          <p:cNvSpPr/>
          <p:nvPr/>
        </p:nvSpPr>
        <p:spPr>
          <a:xfrm>
            <a:off x="621792" y="1417320"/>
            <a:ext cx="2962656" cy="1737360"/>
          </a:xfrm>
          <a:prstGeom prst="rect">
            <a:avLst/>
          </a:prstGeom>
          <a:solidFill>
            <a:srgbClr val="0D0D0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i_rule.jpg"/>
          <p:cNvPicPr>
            <a:picLocks noChangeAspect="1"/>
          </p:cNvPicPr>
          <p:nvPr/>
        </p:nvPicPr>
        <p:blipFill>
          <a:blip r:embed="rId3"/>
          <a:stretch>
            <a:fillRect/>
          </a:stretch>
        </p:blipFill>
        <p:spPr>
          <a:xfrm>
            <a:off x="775817" y="1444752"/>
            <a:ext cx="2654604" cy="1682496"/>
          </a:xfrm>
          <a:prstGeom prst="rect">
            <a:avLst/>
          </a:prstGeom>
        </p:spPr>
      </p:pic>
      <p:sp>
        <p:nvSpPr>
          <p:cNvPr id="17" name="TextBox 16"/>
          <p:cNvSpPr txBox="1"/>
          <p:nvPr/>
        </p:nvSpPr>
        <p:spPr>
          <a:xfrm>
            <a:off x="621792" y="3246120"/>
            <a:ext cx="2962656" cy="777240"/>
          </a:xfrm>
          <a:prstGeom prst="rect">
            <a:avLst/>
          </a:prstGeom>
          <a:noFill/>
        </p:spPr>
        <p:txBody>
          <a:bodyPr wrap="square" lIns="0" rIns="0" tIns="0" bIns="0" anchor="t">
            <a:spAutoFit/>
          </a:bodyPr>
          <a:lstStyle/>
          <a:p>
            <a:pPr algn="l"/>
            <a:r>
              <a:rPr sz="1000" b="1" i="0">
                <a:solidFill>
                  <a:srgbClr val="FFFFFF"/>
                </a:solidFill>
                <a:latin typeface="Arial"/>
              </a:rPr>
              <a:t>Hoy y siempre. </a:t>
            </a:r>
          </a:p>
          <a:p>
            <a:pPr algn="l"/>
            <a:r>
              <a:rPr sz="1000" b="0" i="0">
                <a:solidFill>
                  <a:srgbClr val="D6E0F0"/>
                </a:solidFill>
                <a:latin typeface="Arial"/>
              </a:rPr>
              <a:t>Anchura, trusquín, centrado y soldadura, con sus tolerancias.</a:t>
            </a:r>
          </a:p>
        </p:txBody>
      </p:sp>
      <p:sp>
        <p:nvSpPr>
          <p:cNvPr id="18" name="TextBox 17"/>
          <p:cNvSpPr txBox="1"/>
          <p:nvPr/>
        </p:nvSpPr>
        <p:spPr>
          <a:xfrm>
            <a:off x="3794759" y="2240280"/>
            <a:ext cx="365760" cy="457200"/>
          </a:xfrm>
          <a:prstGeom prst="rect">
            <a:avLst/>
          </a:prstGeom>
          <a:noFill/>
        </p:spPr>
        <p:txBody>
          <a:bodyPr wrap="square" lIns="0" rIns="0" tIns="0" bIns="0" anchor="ctr">
            <a:spAutoFit/>
          </a:bodyPr>
          <a:lstStyle/>
          <a:p>
            <a:pPr algn="ctr"/>
            <a:r>
              <a:rPr sz="3000" b="1" i="0">
                <a:solidFill>
                  <a:srgbClr val="FCE500"/>
                </a:solidFill>
                <a:latin typeface="Michelin"/>
              </a:rPr>
              <a:t>+</a:t>
            </a:r>
          </a:p>
        </p:txBody>
      </p:sp>
      <p:sp>
        <p:nvSpPr>
          <p:cNvPr id="19" name="Rectangle 18"/>
          <p:cNvSpPr/>
          <p:nvPr/>
        </p:nvSpPr>
        <p:spPr>
          <a:xfrm>
            <a:off x="4206240" y="1005840"/>
            <a:ext cx="3154680" cy="3063240"/>
          </a:xfrm>
          <a:prstGeom prst="rect">
            <a:avLst/>
          </a:prstGeom>
          <a:solidFill>
            <a:srgbClr val="00205B"/>
          </a:solidFill>
          <a:ln w="9525">
            <a:solidFill>
              <a:srgbClr val="FCE5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70831" y="1097280"/>
            <a:ext cx="2880360" cy="274320"/>
          </a:xfrm>
          <a:prstGeom prst="rect">
            <a:avLst/>
          </a:prstGeom>
          <a:noFill/>
        </p:spPr>
        <p:txBody>
          <a:bodyPr wrap="square" lIns="0" rIns="0" tIns="0" bIns="0" anchor="t">
            <a:spAutoFit/>
          </a:bodyPr>
          <a:lstStyle/>
          <a:p>
            <a:pPr algn="l"/>
            <a:r>
              <a:rPr sz="1100" b="1" i="0">
                <a:solidFill>
                  <a:srgbClr val="FCE500"/>
                </a:solidFill>
                <a:latin typeface="Michelin"/>
              </a:rPr>
              <a:t>RECONOCER · IA</a:t>
            </a:r>
          </a:p>
        </p:txBody>
      </p:sp>
      <p:pic>
        <p:nvPicPr>
          <p:cNvPr id="21" name="Picture 20" descr="ai_strip.jpg"/>
          <p:cNvPicPr>
            <a:picLocks noChangeAspect="1"/>
          </p:cNvPicPr>
          <p:nvPr/>
        </p:nvPicPr>
        <p:blipFill>
          <a:blip r:embed="rId4"/>
          <a:stretch>
            <a:fillRect/>
          </a:stretch>
        </p:blipFill>
        <p:spPr>
          <a:xfrm>
            <a:off x="4370831" y="1468744"/>
            <a:ext cx="2825496" cy="400070"/>
          </a:xfrm>
          <a:prstGeom prst="rect">
            <a:avLst/>
          </a:prstGeom>
        </p:spPr>
      </p:pic>
      <p:sp>
        <p:nvSpPr>
          <p:cNvPr id="22" name="TextBox 21"/>
          <p:cNvSpPr txBox="1"/>
          <p:nvPr/>
        </p:nvSpPr>
        <p:spPr>
          <a:xfrm>
            <a:off x="4370831" y="2011680"/>
            <a:ext cx="2825496" cy="274320"/>
          </a:xfrm>
          <a:prstGeom prst="rect">
            <a:avLst/>
          </a:prstGeom>
          <a:noFill/>
        </p:spPr>
        <p:txBody>
          <a:bodyPr wrap="square" lIns="0" rIns="0" tIns="0" bIns="0" anchor="t">
            <a:spAutoFit/>
          </a:bodyPr>
          <a:lstStyle/>
          <a:p>
            <a:pPr algn="l"/>
            <a:r>
              <a:rPr sz="1000" b="1" i="0">
                <a:solidFill>
                  <a:srgbClr val="FFFFFF"/>
                </a:solidFill>
                <a:latin typeface="Arial"/>
              </a:rPr>
              <a:t>Lo que no tiene cota:</a:t>
            </a:r>
          </a:p>
        </p:txBody>
      </p:sp>
      <p:sp>
        <p:nvSpPr>
          <p:cNvPr id="23" name="TextBox 22"/>
          <p:cNvSpPr txBox="1"/>
          <p:nvPr/>
        </p:nvSpPr>
        <p:spPr>
          <a:xfrm>
            <a:off x="4370831" y="2304288"/>
            <a:ext cx="2825496" cy="1371600"/>
          </a:xfrm>
          <a:prstGeom prst="rect">
            <a:avLst/>
          </a:prstGeom>
          <a:noFill/>
        </p:spPr>
        <p:txBody>
          <a:bodyPr wrap="square" lIns="0" rIns="0" tIns="0" bIns="0" anchor="t">
            <a:spAutoFit/>
          </a:bodyPr>
          <a:lstStyle/>
          <a:p>
            <a:pPr algn="l" marL="182880" indent="-182880">
              <a:spcAft>
                <a:spcPts val="400"/>
              </a:spcAft>
              <a:buClr>
                <a:srgbClr val="FCE500"/>
              </a:buClr>
              <a:buSzPct val="100000"/>
              <a:buFont typeface="Wingdings"/>
              <a:buChar char="§"/>
            </a:pPr>
            <a:r>
              <a:rPr sz="1050" b="0" i="0">
                <a:solidFill>
                  <a:srgbClr val="FFFFFF"/>
                </a:solidFill>
                <a:latin typeface="Arial"/>
              </a:rPr>
              <a:t>Rugosidades y textura de la superficie</a:t>
            </a:r>
          </a:p>
          <a:p>
            <a:pPr algn="l" marL="182880" indent="-182880">
              <a:spcAft>
                <a:spcPts val="400"/>
              </a:spcAft>
              <a:buClr>
                <a:srgbClr val="FCE500"/>
              </a:buClr>
              <a:buSzPct val="100000"/>
              <a:buFont typeface="Wingdings"/>
              <a:buChar char="§"/>
            </a:pPr>
            <a:r>
              <a:rPr sz="1050" b="0" i="0">
                <a:solidFill>
                  <a:srgbClr val="FFFFFF"/>
                </a:solidFill>
                <a:latin typeface="Arial"/>
              </a:rPr>
              <a:t>Posibles materias extrañas</a:t>
            </a:r>
          </a:p>
          <a:p>
            <a:pPr algn="l" marL="182880" indent="-182880">
              <a:spcAft>
                <a:spcPts val="400"/>
              </a:spcAft>
              <a:buClr>
                <a:srgbClr val="FCE500"/>
              </a:buClr>
              <a:buSzPct val="100000"/>
              <a:buFont typeface="Wingdings"/>
              <a:buChar char="§"/>
            </a:pPr>
            <a:r>
              <a:rPr sz="1050" b="0" i="0">
                <a:solidFill>
                  <a:srgbClr val="FFFFFF"/>
                </a:solidFill>
                <a:latin typeface="Arial"/>
              </a:rPr>
              <a:t>Goma mal dispersa</a:t>
            </a:r>
          </a:p>
          <a:p>
            <a:pPr algn="l" marL="182880" indent="-182880">
              <a:spcAft>
                <a:spcPts val="400"/>
              </a:spcAft>
              <a:buClr>
                <a:srgbClr val="FCE500"/>
              </a:buClr>
              <a:buSzPct val="100000"/>
              <a:buFont typeface="Wingdings"/>
              <a:buChar char="§"/>
            </a:pPr>
            <a:r>
              <a:rPr sz="1050" b="0" i="0">
                <a:solidFill>
                  <a:srgbClr val="FFFFFF"/>
                </a:solidFill>
                <a:latin typeface="Arial"/>
              </a:rPr>
              <a:t>Otras características del producto</a:t>
            </a:r>
          </a:p>
        </p:txBody>
      </p:sp>
      <p:sp>
        <p:nvSpPr>
          <p:cNvPr id="24" name="TextBox 23"/>
          <p:cNvSpPr txBox="1"/>
          <p:nvPr/>
        </p:nvSpPr>
        <p:spPr>
          <a:xfrm>
            <a:off x="4370831" y="3611880"/>
            <a:ext cx="2825496" cy="411480"/>
          </a:xfrm>
          <a:prstGeom prst="rect">
            <a:avLst/>
          </a:prstGeom>
          <a:noFill/>
        </p:spPr>
        <p:txBody>
          <a:bodyPr wrap="square" lIns="0" rIns="0" tIns="0" bIns="0" anchor="t">
            <a:spAutoFit/>
          </a:bodyPr>
          <a:lstStyle/>
          <a:p>
            <a:pPr algn="l"/>
            <a:r>
              <a:rPr sz="900" b="0" i="0">
                <a:solidFill>
                  <a:srgbClr val="D6E0F0"/>
                </a:solidFill>
                <a:latin typeface="Arial"/>
              </a:rPr>
              <a:t>Aprende cómo es un producto correcto y señala lo que se sale de lo normal.</a:t>
            </a:r>
          </a:p>
        </p:txBody>
      </p:sp>
      <p:sp>
        <p:nvSpPr>
          <p:cNvPr id="25" name="Rectangle 24"/>
          <p:cNvSpPr/>
          <p:nvPr/>
        </p:nvSpPr>
        <p:spPr>
          <a:xfrm>
            <a:off x="457200" y="4206240"/>
            <a:ext cx="6903720" cy="365760"/>
          </a:xfrm>
          <a:prstGeom prst="rect">
            <a:avLst/>
          </a:prstGeom>
          <a:solidFill>
            <a:srgbClr val="001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4206240"/>
            <a:ext cx="6675120" cy="365760"/>
          </a:xfrm>
          <a:prstGeom prst="rect">
            <a:avLst/>
          </a:prstGeom>
          <a:noFill/>
        </p:spPr>
        <p:txBody>
          <a:bodyPr wrap="square" lIns="0" rIns="0" tIns="0" bIns="0" anchor="ctr">
            <a:spAutoFit/>
          </a:bodyPr>
          <a:lstStyle/>
          <a:p>
            <a:pPr algn="l"/>
            <a:r>
              <a:rPr sz="1000" b="1" i="0">
                <a:solidFill>
                  <a:srgbClr val="FCE500"/>
                </a:solidFill>
                <a:latin typeface="Arial"/>
              </a:rPr>
              <a:t>La base ya existe: </a:t>
            </a:r>
            <a:r>
              <a:rPr sz="1000" b="0" i="0">
                <a:solidFill>
                  <a:srgbClr val="FFFFFF"/>
                </a:solidFill>
                <a:latin typeface="Arial"/>
              </a:rPr>
              <a:t>miles de imágenes reales archivadas en PI, asociadas a sus medidas y alertas.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Dominio del proceso y mejora continua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Cada vuelta del ciclo nos hace un poco mejores</a:t>
            </a:r>
          </a:p>
        </p:txBody>
      </p:sp>
      <p:sp>
        <p:nvSpPr>
          <p:cNvPr id="5" name="Oval 4"/>
          <p:cNvSpPr/>
          <p:nvPr/>
        </p:nvSpPr>
        <p:spPr>
          <a:xfrm>
            <a:off x="5074920"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02936" y="621792"/>
            <a:ext cx="566928" cy="201168"/>
          </a:xfrm>
          <a:prstGeom prst="rect">
            <a:avLst/>
          </a:prstGeom>
          <a:noFill/>
        </p:spPr>
        <p:txBody>
          <a:bodyPr wrap="square" lIns="0" rIns="0" tIns="0" bIns="0" anchor="t">
            <a:spAutoFit/>
          </a:bodyPr>
          <a:lstStyle/>
          <a:p>
            <a:pPr algn="l"/>
            <a:r>
              <a:rPr sz="750" b="0" i="0">
                <a:solidFill>
                  <a:srgbClr val="A6A6A6"/>
                </a:solidFill>
                <a:latin typeface="Michelin"/>
              </a:rPr>
              <a:t>VER</a:t>
            </a:r>
          </a:p>
        </p:txBody>
      </p:sp>
      <p:sp>
        <p:nvSpPr>
          <p:cNvPr id="7" name="Oval 6"/>
          <p:cNvSpPr/>
          <p:nvPr/>
        </p:nvSpPr>
        <p:spPr>
          <a:xfrm>
            <a:off x="582472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52744"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ENTENDER</a:t>
            </a:r>
          </a:p>
        </p:txBody>
      </p:sp>
      <p:sp>
        <p:nvSpPr>
          <p:cNvPr id="9" name="Oval 8"/>
          <p:cNvSpPr/>
          <p:nvPr/>
        </p:nvSpPr>
        <p:spPr>
          <a:xfrm>
            <a:off x="6876288" y="681228"/>
            <a:ext cx="82296" cy="82296"/>
          </a:xfrm>
          <a:prstGeom prst="ellipse">
            <a:avLst/>
          </a:prstGeom>
          <a:solidFill>
            <a:srgbClr val="A6A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04303" y="621792"/>
            <a:ext cx="868680" cy="201168"/>
          </a:xfrm>
          <a:prstGeom prst="rect">
            <a:avLst/>
          </a:prstGeom>
          <a:noFill/>
        </p:spPr>
        <p:txBody>
          <a:bodyPr wrap="square" lIns="0" rIns="0" tIns="0" bIns="0" anchor="t">
            <a:spAutoFit/>
          </a:bodyPr>
          <a:lstStyle/>
          <a:p>
            <a:pPr algn="l"/>
            <a:r>
              <a:rPr sz="750" b="0" i="0">
                <a:solidFill>
                  <a:srgbClr val="A6A6A6"/>
                </a:solidFill>
                <a:latin typeface="Michelin"/>
              </a:rPr>
              <a:t>DECIDIR</a:t>
            </a:r>
          </a:p>
        </p:txBody>
      </p:sp>
      <p:sp>
        <p:nvSpPr>
          <p:cNvPr id="11" name="Oval 10"/>
          <p:cNvSpPr/>
          <p:nvPr/>
        </p:nvSpPr>
        <p:spPr>
          <a:xfrm>
            <a:off x="7927848" y="681228"/>
            <a:ext cx="82296" cy="82296"/>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55864" y="621792"/>
            <a:ext cx="868680" cy="201168"/>
          </a:xfrm>
          <a:prstGeom prst="rect">
            <a:avLst/>
          </a:prstGeom>
          <a:noFill/>
        </p:spPr>
        <p:txBody>
          <a:bodyPr wrap="square" lIns="0" rIns="0" tIns="0" bIns="0" anchor="t">
            <a:spAutoFit/>
          </a:bodyPr>
          <a:lstStyle/>
          <a:p>
            <a:pPr algn="l"/>
            <a:r>
              <a:rPr sz="750" b="1" i="0">
                <a:solidFill>
                  <a:srgbClr val="27509B"/>
                </a:solidFill>
                <a:latin typeface="Michelin"/>
              </a:rPr>
              <a:t>ANTICIPAR</a:t>
            </a:r>
          </a:p>
        </p:txBody>
      </p:sp>
      <p:sp>
        <p:nvSpPr>
          <p:cNvPr id="13" name="Oval 12"/>
          <p:cNvSpPr/>
          <p:nvPr/>
        </p:nvSpPr>
        <p:spPr>
          <a:xfrm>
            <a:off x="1325880" y="1371600"/>
            <a:ext cx="2651760" cy="2651760"/>
          </a:xfrm>
          <a:prstGeom prst="ellipse">
            <a:avLst/>
          </a:prstGeom>
          <a:noFill/>
          <a:ln w="28575">
            <a:solidFill>
              <a:srgbClr val="C9D6EC"/>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2187529" y="2130552"/>
            <a:ext cx="1116218" cy="1133856"/>
          </a:xfrm>
          <a:prstGeom prst="ellipse">
            <a:avLst/>
          </a:prstGeom>
          <a:solidFill>
            <a:srgbClr val="FCE5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187529" y="2130552"/>
            <a:ext cx="1116218" cy="1133856"/>
          </a:xfrm>
          <a:prstGeom prst="rect">
            <a:avLst/>
          </a:prstGeom>
          <a:noFill/>
        </p:spPr>
        <p:txBody>
          <a:bodyPr wrap="square" lIns="0" rIns="0" tIns="0" bIns="0" anchor="ctr">
            <a:spAutoFit/>
          </a:bodyPr>
          <a:lstStyle/>
          <a:p>
            <a:pPr algn="ctr"/>
            <a:r>
              <a:rPr sz="1100" b="1" i="0">
                <a:solidFill>
                  <a:srgbClr val="00205B"/>
                </a:solidFill>
                <a:latin typeface="Michelin"/>
              </a:rPr>
              <a:t>IQF</a:t>
            </a:r>
          </a:p>
        </p:txBody>
      </p:sp>
      <p:sp>
        <p:nvSpPr>
          <p:cNvPr id="16" name="Oval 15"/>
          <p:cNvSpPr/>
          <p:nvPr/>
        </p:nvSpPr>
        <p:spPr>
          <a:xfrm>
            <a:off x="2295550" y="91440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295550" y="1060704"/>
            <a:ext cx="900175" cy="365760"/>
          </a:xfrm>
          <a:prstGeom prst="rect">
            <a:avLst/>
          </a:prstGeom>
          <a:noFill/>
        </p:spPr>
        <p:txBody>
          <a:bodyPr wrap="square" lIns="0" rIns="0" tIns="0" bIns="0" anchor="t">
            <a:spAutoFit/>
          </a:bodyPr>
          <a:lstStyle/>
          <a:p>
            <a:pPr algn="ctr"/>
            <a:r>
              <a:rPr sz="1300" b="1" i="0">
                <a:solidFill>
                  <a:srgbClr val="FFFFFF"/>
                </a:solidFill>
                <a:latin typeface="Michelin"/>
              </a:rPr>
              <a:t>01</a:t>
            </a:r>
          </a:p>
        </p:txBody>
      </p:sp>
      <p:sp>
        <p:nvSpPr>
          <p:cNvPr id="18" name="TextBox 17"/>
          <p:cNvSpPr txBox="1"/>
          <p:nvPr/>
        </p:nvSpPr>
        <p:spPr>
          <a:xfrm>
            <a:off x="2295550" y="1325880"/>
            <a:ext cx="900175" cy="274320"/>
          </a:xfrm>
          <a:prstGeom prst="rect">
            <a:avLst/>
          </a:prstGeom>
          <a:noFill/>
        </p:spPr>
        <p:txBody>
          <a:bodyPr wrap="square" lIns="0" rIns="0" tIns="0" bIns="0" anchor="t">
            <a:spAutoFit/>
          </a:bodyPr>
          <a:lstStyle/>
          <a:p>
            <a:pPr algn="ctr"/>
            <a:r>
              <a:rPr sz="850" b="1" i="0">
                <a:solidFill>
                  <a:srgbClr val="FFFFFF"/>
                </a:solidFill>
                <a:latin typeface="Michelin"/>
              </a:rPr>
              <a:t>VER</a:t>
            </a:r>
          </a:p>
        </p:txBody>
      </p:sp>
      <p:sp>
        <p:nvSpPr>
          <p:cNvPr id="19" name="Oval 18"/>
          <p:cNvSpPr/>
          <p:nvPr/>
        </p:nvSpPr>
        <p:spPr>
          <a:xfrm>
            <a:off x="360080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0805" y="2386584"/>
            <a:ext cx="900175" cy="365760"/>
          </a:xfrm>
          <a:prstGeom prst="rect">
            <a:avLst/>
          </a:prstGeom>
          <a:noFill/>
        </p:spPr>
        <p:txBody>
          <a:bodyPr wrap="square" lIns="0" rIns="0" tIns="0" bIns="0" anchor="t">
            <a:spAutoFit/>
          </a:bodyPr>
          <a:lstStyle/>
          <a:p>
            <a:pPr algn="ctr"/>
            <a:r>
              <a:rPr sz="1300" b="1" i="0">
                <a:solidFill>
                  <a:srgbClr val="FFFFFF"/>
                </a:solidFill>
                <a:latin typeface="Michelin"/>
              </a:rPr>
              <a:t>02</a:t>
            </a:r>
          </a:p>
        </p:txBody>
      </p:sp>
      <p:sp>
        <p:nvSpPr>
          <p:cNvPr id="21" name="TextBox 20"/>
          <p:cNvSpPr txBox="1"/>
          <p:nvPr/>
        </p:nvSpPr>
        <p:spPr>
          <a:xfrm>
            <a:off x="3600805" y="2651760"/>
            <a:ext cx="900175" cy="274320"/>
          </a:xfrm>
          <a:prstGeom prst="rect">
            <a:avLst/>
          </a:prstGeom>
          <a:noFill/>
        </p:spPr>
        <p:txBody>
          <a:bodyPr wrap="square" lIns="0" rIns="0" tIns="0" bIns="0" anchor="t">
            <a:spAutoFit/>
          </a:bodyPr>
          <a:lstStyle/>
          <a:p>
            <a:pPr algn="ctr"/>
            <a:r>
              <a:rPr sz="850" b="1" i="0">
                <a:solidFill>
                  <a:srgbClr val="FFFFFF"/>
                </a:solidFill>
                <a:latin typeface="Michelin"/>
              </a:rPr>
              <a:t>ENTENDER</a:t>
            </a:r>
          </a:p>
        </p:txBody>
      </p:sp>
      <p:sp>
        <p:nvSpPr>
          <p:cNvPr id="22" name="Oval 21"/>
          <p:cNvSpPr/>
          <p:nvPr/>
        </p:nvSpPr>
        <p:spPr>
          <a:xfrm>
            <a:off x="2295550" y="356616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95550" y="3712464"/>
            <a:ext cx="900175" cy="365760"/>
          </a:xfrm>
          <a:prstGeom prst="rect">
            <a:avLst/>
          </a:prstGeom>
          <a:noFill/>
        </p:spPr>
        <p:txBody>
          <a:bodyPr wrap="square" lIns="0" rIns="0" tIns="0" bIns="0" anchor="t">
            <a:spAutoFit/>
          </a:bodyPr>
          <a:lstStyle/>
          <a:p>
            <a:pPr algn="ctr"/>
            <a:r>
              <a:rPr sz="1300" b="1" i="0">
                <a:solidFill>
                  <a:srgbClr val="FFFFFF"/>
                </a:solidFill>
                <a:latin typeface="Michelin"/>
              </a:rPr>
              <a:t>03</a:t>
            </a:r>
          </a:p>
        </p:txBody>
      </p:sp>
      <p:sp>
        <p:nvSpPr>
          <p:cNvPr id="24" name="TextBox 23"/>
          <p:cNvSpPr txBox="1"/>
          <p:nvPr/>
        </p:nvSpPr>
        <p:spPr>
          <a:xfrm>
            <a:off x="2295550" y="3977640"/>
            <a:ext cx="900175" cy="274320"/>
          </a:xfrm>
          <a:prstGeom prst="rect">
            <a:avLst/>
          </a:prstGeom>
          <a:noFill/>
        </p:spPr>
        <p:txBody>
          <a:bodyPr wrap="square" lIns="0" rIns="0" tIns="0" bIns="0" anchor="t">
            <a:spAutoFit/>
          </a:bodyPr>
          <a:lstStyle/>
          <a:p>
            <a:pPr algn="ctr"/>
            <a:r>
              <a:rPr sz="850" b="1" i="0">
                <a:solidFill>
                  <a:srgbClr val="FFFFFF"/>
                </a:solidFill>
                <a:latin typeface="Michelin"/>
              </a:rPr>
              <a:t>DECIDIR</a:t>
            </a:r>
          </a:p>
        </p:txBody>
      </p:sp>
      <p:sp>
        <p:nvSpPr>
          <p:cNvPr id="25" name="Oval 24"/>
          <p:cNvSpPr/>
          <p:nvPr/>
        </p:nvSpPr>
        <p:spPr>
          <a:xfrm>
            <a:off x="990295" y="2240280"/>
            <a:ext cx="900175" cy="914400"/>
          </a:xfrm>
          <a:prstGeom prst="ellipse">
            <a:avLst/>
          </a:prstGeom>
          <a:solidFill>
            <a:srgbClr val="2750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0295" y="2386584"/>
            <a:ext cx="900175" cy="365760"/>
          </a:xfrm>
          <a:prstGeom prst="rect">
            <a:avLst/>
          </a:prstGeom>
          <a:noFill/>
        </p:spPr>
        <p:txBody>
          <a:bodyPr wrap="square" lIns="0" rIns="0" tIns="0" bIns="0" anchor="t">
            <a:spAutoFit/>
          </a:bodyPr>
          <a:lstStyle/>
          <a:p>
            <a:pPr algn="ctr"/>
            <a:r>
              <a:rPr sz="1300" b="1" i="0">
                <a:solidFill>
                  <a:srgbClr val="FFFFFF"/>
                </a:solidFill>
                <a:latin typeface="Michelin"/>
              </a:rPr>
              <a:t>04</a:t>
            </a:r>
          </a:p>
        </p:txBody>
      </p:sp>
      <p:sp>
        <p:nvSpPr>
          <p:cNvPr id="27" name="TextBox 26"/>
          <p:cNvSpPr txBox="1"/>
          <p:nvPr/>
        </p:nvSpPr>
        <p:spPr>
          <a:xfrm>
            <a:off x="990295" y="2651760"/>
            <a:ext cx="900175" cy="274320"/>
          </a:xfrm>
          <a:prstGeom prst="rect">
            <a:avLst/>
          </a:prstGeom>
          <a:noFill/>
        </p:spPr>
        <p:txBody>
          <a:bodyPr wrap="square" lIns="0" rIns="0" tIns="0" bIns="0" anchor="t">
            <a:spAutoFit/>
          </a:bodyPr>
          <a:lstStyle/>
          <a:p>
            <a:pPr algn="ctr"/>
            <a:r>
              <a:rPr sz="850" b="1" i="0">
                <a:solidFill>
                  <a:srgbClr val="FFFFFF"/>
                </a:solidFill>
                <a:latin typeface="Michelin"/>
              </a:rPr>
              <a:t>ANTICIPAR</a:t>
            </a:r>
          </a:p>
        </p:txBody>
      </p:sp>
      <p:sp>
        <p:nvSpPr>
          <p:cNvPr id="28" name="TextBox 27"/>
          <p:cNvSpPr txBox="1"/>
          <p:nvPr/>
        </p:nvSpPr>
        <p:spPr>
          <a:xfrm>
            <a:off x="4906060" y="960120"/>
            <a:ext cx="3780739" cy="777240"/>
          </a:xfrm>
          <a:prstGeom prst="rect">
            <a:avLst/>
          </a:prstGeom>
          <a:noFill/>
        </p:spPr>
        <p:txBody>
          <a:bodyPr wrap="square" lIns="0" rIns="0" tIns="0" bIns="0" anchor="t">
            <a:spAutoFit/>
          </a:bodyPr>
          <a:lstStyle/>
          <a:p>
            <a:pPr algn="l"/>
            <a:r>
              <a:rPr sz="1400" b="1" i="0">
                <a:solidFill>
                  <a:srgbClr val="00205B"/>
                </a:solidFill>
                <a:latin typeface="Michelin"/>
              </a:rPr>
              <a:t>Medimos</a:t>
            </a:r>
          </a:p>
          <a:p>
            <a:pPr algn="l"/>
            <a:r>
              <a:rPr sz="1100" b="0" i="0">
                <a:solidFill>
                  <a:srgbClr val="262626"/>
                </a:solidFill>
                <a:latin typeface="Arial"/>
              </a:rPr>
              <a:t>cada neumático con láser 3D</a:t>
            </a:r>
          </a:p>
        </p:txBody>
      </p:sp>
      <p:sp>
        <p:nvSpPr>
          <p:cNvPr id="29" name="TextBox 28"/>
          <p:cNvSpPr txBox="1"/>
          <p:nvPr/>
        </p:nvSpPr>
        <p:spPr>
          <a:xfrm>
            <a:off x="4906060" y="1828800"/>
            <a:ext cx="3780739" cy="777240"/>
          </a:xfrm>
          <a:prstGeom prst="rect">
            <a:avLst/>
          </a:prstGeom>
          <a:noFill/>
        </p:spPr>
        <p:txBody>
          <a:bodyPr wrap="square" lIns="0" rIns="0" tIns="0" bIns="0" anchor="t">
            <a:spAutoFit/>
          </a:bodyPr>
          <a:lstStyle/>
          <a:p>
            <a:pPr algn="l"/>
            <a:r>
              <a:rPr sz="1400" b="1" i="0">
                <a:solidFill>
                  <a:srgbClr val="00205B"/>
                </a:solidFill>
                <a:latin typeface="Michelin"/>
              </a:rPr>
              <a:t>Comprendemos</a:t>
            </a:r>
          </a:p>
          <a:p>
            <a:pPr algn="l"/>
            <a:r>
              <a:rPr sz="1100" b="0" i="0">
                <a:solidFill>
                  <a:srgbClr val="262626"/>
                </a:solidFill>
                <a:latin typeface="Arial"/>
              </a:rPr>
              <a:t>tendencias y alertas en tiempo real</a:t>
            </a:r>
          </a:p>
        </p:txBody>
      </p:sp>
      <p:sp>
        <p:nvSpPr>
          <p:cNvPr id="30" name="TextBox 29"/>
          <p:cNvSpPr txBox="1"/>
          <p:nvPr/>
        </p:nvSpPr>
        <p:spPr>
          <a:xfrm>
            <a:off x="4906060" y="2697480"/>
            <a:ext cx="3780739" cy="777240"/>
          </a:xfrm>
          <a:prstGeom prst="rect">
            <a:avLst/>
          </a:prstGeom>
          <a:noFill/>
        </p:spPr>
        <p:txBody>
          <a:bodyPr wrap="square" lIns="0" rIns="0" tIns="0" bIns="0" anchor="t">
            <a:spAutoFit/>
          </a:bodyPr>
          <a:lstStyle/>
          <a:p>
            <a:pPr algn="l"/>
            <a:r>
              <a:rPr sz="1400" b="1" i="0">
                <a:solidFill>
                  <a:srgbClr val="00205B"/>
                </a:solidFill>
                <a:latin typeface="Michelin"/>
              </a:rPr>
              <a:t>Corregimos</a:t>
            </a:r>
          </a:p>
          <a:p>
            <a:pPr algn="l"/>
            <a:r>
              <a:rPr sz="1100" b="0" i="0">
                <a:solidFill>
                  <a:srgbClr val="262626"/>
                </a:solidFill>
                <a:latin typeface="Arial"/>
              </a:rPr>
              <a:t>automáticamente con R4P</a:t>
            </a:r>
          </a:p>
        </p:txBody>
      </p:sp>
      <p:sp>
        <p:nvSpPr>
          <p:cNvPr id="31" name="TextBox 30"/>
          <p:cNvSpPr txBox="1"/>
          <p:nvPr/>
        </p:nvSpPr>
        <p:spPr>
          <a:xfrm>
            <a:off x="4906060" y="3566159"/>
            <a:ext cx="3780739" cy="777240"/>
          </a:xfrm>
          <a:prstGeom prst="rect">
            <a:avLst/>
          </a:prstGeom>
          <a:noFill/>
        </p:spPr>
        <p:txBody>
          <a:bodyPr wrap="square" lIns="0" rIns="0" tIns="0" bIns="0" anchor="t">
            <a:spAutoFit/>
          </a:bodyPr>
          <a:lstStyle/>
          <a:p>
            <a:pPr algn="l"/>
            <a:r>
              <a:rPr sz="1400" b="1" i="0">
                <a:solidFill>
                  <a:srgbClr val="00205B"/>
                </a:solidFill>
                <a:latin typeface="Michelin"/>
              </a:rPr>
              <a:t>Aprendemos</a:t>
            </a:r>
          </a:p>
          <a:p>
            <a:pPr algn="l"/>
            <a:r>
              <a:rPr sz="1100" b="0" i="0">
                <a:solidFill>
                  <a:srgbClr val="262626"/>
                </a:solidFill>
                <a:latin typeface="Arial"/>
              </a:rPr>
              <a:t>patrones con Dataiku e IA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La información adecuada para cada persona</a:t>
            </a:r>
          </a:p>
        </p:txBody>
      </p:sp>
      <p:sp>
        <p:nvSpPr>
          <p:cNvPr id="4" name="TextBox 3"/>
          <p:cNvSpPr txBox="1"/>
          <p:nvPr/>
        </p:nvSpPr>
        <p:spPr>
          <a:xfrm>
            <a:off x="585216" y="585216"/>
            <a:ext cx="4500879" cy="274320"/>
          </a:xfrm>
          <a:prstGeom prst="rect">
            <a:avLst/>
          </a:prstGeom>
          <a:noFill/>
        </p:spPr>
        <p:txBody>
          <a:bodyPr wrap="square" lIns="0" rIns="0" tIns="0" bIns="0" anchor="t">
            <a:spAutoFit/>
          </a:bodyPr>
          <a:lstStyle/>
          <a:p>
            <a:pPr algn="l"/>
            <a:r>
              <a:rPr sz="1050" b="0" i="0">
                <a:solidFill>
                  <a:srgbClr val="27509B"/>
                </a:solidFill>
                <a:latin typeface="Arial"/>
              </a:rPr>
              <a:t>El mismo dato, convertido en acción en cada nivel</a:t>
            </a:r>
          </a:p>
        </p:txBody>
      </p:sp>
      <p:sp>
        <p:nvSpPr>
          <p:cNvPr id="5" name="Rectangle 4"/>
          <p:cNvSpPr/>
          <p:nvPr/>
        </p:nvSpPr>
        <p:spPr>
          <a:xfrm>
            <a:off x="585216"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hmi.jpg"/>
          <p:cNvPicPr>
            <a:picLocks noChangeAspect="1"/>
          </p:cNvPicPr>
          <p:nvPr/>
        </p:nvPicPr>
        <p:blipFill>
          <a:blip r:embed="rId3"/>
          <a:stretch>
            <a:fillRect/>
          </a:stretch>
        </p:blipFill>
        <p:spPr>
          <a:xfrm>
            <a:off x="675233" y="1598753"/>
            <a:ext cx="2385466" cy="1228189"/>
          </a:xfrm>
          <a:prstGeom prst="rect">
            <a:avLst/>
          </a:prstGeom>
        </p:spPr>
      </p:pic>
      <p:sp>
        <p:nvSpPr>
          <p:cNvPr id="7" name="TextBox 6"/>
          <p:cNvSpPr txBox="1"/>
          <p:nvPr/>
        </p:nvSpPr>
        <p:spPr>
          <a:xfrm>
            <a:off x="585216" y="3611880"/>
            <a:ext cx="2565501" cy="457200"/>
          </a:xfrm>
          <a:prstGeom prst="rect">
            <a:avLst/>
          </a:prstGeom>
          <a:noFill/>
        </p:spPr>
        <p:txBody>
          <a:bodyPr wrap="square" lIns="0" rIns="0" tIns="0" bIns="0" anchor="t">
            <a:spAutoFit/>
          </a:bodyPr>
          <a:lstStyle/>
          <a:p>
            <a:pPr algn="l"/>
            <a:r>
              <a:rPr sz="1200" b="1" i="0" cap="all">
                <a:solidFill>
                  <a:srgbClr val="00205B"/>
                </a:solidFill>
                <a:latin typeface="Michelin"/>
              </a:rPr>
              <a:t>Operario</a:t>
            </a:r>
          </a:p>
        </p:txBody>
      </p:sp>
      <p:sp>
        <p:nvSpPr>
          <p:cNvPr id="8" name="TextBox 7"/>
          <p:cNvSpPr txBox="1"/>
          <p:nvPr/>
        </p:nvSpPr>
        <p:spPr>
          <a:xfrm>
            <a:off x="585216" y="4069080"/>
            <a:ext cx="2565501" cy="502920"/>
          </a:xfrm>
          <a:prstGeom prst="rect">
            <a:avLst/>
          </a:prstGeom>
          <a:noFill/>
        </p:spPr>
        <p:txBody>
          <a:bodyPr wrap="square" lIns="0" rIns="0" tIns="0" bIns="0" anchor="t">
            <a:spAutoFit/>
          </a:bodyPr>
          <a:lstStyle/>
          <a:p>
            <a:pPr algn="l"/>
            <a:r>
              <a:rPr sz="1050" b="0" i="0">
                <a:solidFill>
                  <a:srgbClr val="262626"/>
                </a:solidFill>
                <a:latin typeface="Arial"/>
              </a:rPr>
              <a:t>Ve el estado de su puesto en tiempo real.</a:t>
            </a:r>
          </a:p>
        </p:txBody>
      </p:sp>
      <p:sp>
        <p:nvSpPr>
          <p:cNvPr id="9" name="Rectangle 8"/>
          <p:cNvSpPr/>
          <p:nvPr/>
        </p:nvSpPr>
        <p:spPr>
          <a:xfrm>
            <a:off x="3353257"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alertmob.png"/>
          <p:cNvPicPr>
            <a:picLocks noChangeAspect="1"/>
          </p:cNvPicPr>
          <p:nvPr/>
        </p:nvPicPr>
        <p:blipFill>
          <a:blip r:embed="rId4"/>
          <a:stretch>
            <a:fillRect/>
          </a:stretch>
        </p:blipFill>
        <p:spPr>
          <a:xfrm>
            <a:off x="3443274" y="1325990"/>
            <a:ext cx="2385466" cy="1773715"/>
          </a:xfrm>
          <a:prstGeom prst="rect">
            <a:avLst/>
          </a:prstGeom>
        </p:spPr>
      </p:pic>
      <p:sp>
        <p:nvSpPr>
          <p:cNvPr id="11" name="TextBox 10"/>
          <p:cNvSpPr txBox="1"/>
          <p:nvPr/>
        </p:nvSpPr>
        <p:spPr>
          <a:xfrm>
            <a:off x="3353257" y="3611880"/>
            <a:ext cx="2565501" cy="457200"/>
          </a:xfrm>
          <a:prstGeom prst="rect">
            <a:avLst/>
          </a:prstGeom>
          <a:noFill/>
        </p:spPr>
        <p:txBody>
          <a:bodyPr wrap="square" lIns="0" rIns="0" tIns="0" bIns="0" anchor="t">
            <a:spAutoFit/>
          </a:bodyPr>
          <a:lstStyle/>
          <a:p>
            <a:pPr algn="l"/>
            <a:r>
              <a:rPr sz="1200" b="1" i="0" cap="all">
                <a:solidFill>
                  <a:srgbClr val="00205B"/>
                </a:solidFill>
                <a:latin typeface="Michelin"/>
              </a:rPr>
              <a:t>Proceso y mantenimiento</a:t>
            </a:r>
          </a:p>
        </p:txBody>
      </p:sp>
      <p:sp>
        <p:nvSpPr>
          <p:cNvPr id="12" name="TextBox 11"/>
          <p:cNvSpPr txBox="1"/>
          <p:nvPr/>
        </p:nvSpPr>
        <p:spPr>
          <a:xfrm>
            <a:off x="3353257" y="4069080"/>
            <a:ext cx="2565501" cy="502920"/>
          </a:xfrm>
          <a:prstGeom prst="rect">
            <a:avLst/>
          </a:prstGeom>
          <a:noFill/>
        </p:spPr>
        <p:txBody>
          <a:bodyPr wrap="square" lIns="0" rIns="0" tIns="0" bIns="0" anchor="t">
            <a:spAutoFit/>
          </a:bodyPr>
          <a:lstStyle/>
          <a:p>
            <a:pPr algn="l"/>
            <a:r>
              <a:rPr sz="1050" b="0" i="0">
                <a:solidFill>
                  <a:srgbClr val="262626"/>
                </a:solidFill>
                <a:latin typeface="Arial"/>
              </a:rPr>
              <a:t>Reciben la alerta y actúan sobre la máquina.</a:t>
            </a:r>
          </a:p>
        </p:txBody>
      </p:sp>
      <p:sp>
        <p:nvSpPr>
          <p:cNvPr id="13" name="Rectangle 12"/>
          <p:cNvSpPr/>
          <p:nvPr/>
        </p:nvSpPr>
        <p:spPr>
          <a:xfrm>
            <a:off x="6121298" y="960120"/>
            <a:ext cx="2565501" cy="2514600"/>
          </a:xfrm>
          <a:prstGeom prst="rect">
            <a:avLst/>
          </a:prstGeom>
          <a:solidFill>
            <a:srgbClr val="EEF1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expl.jpg"/>
          <p:cNvPicPr>
            <a:picLocks noChangeAspect="1"/>
          </p:cNvPicPr>
          <p:nvPr/>
        </p:nvPicPr>
        <p:blipFill>
          <a:blip r:embed="rId5"/>
          <a:stretch>
            <a:fillRect/>
          </a:stretch>
        </p:blipFill>
        <p:spPr>
          <a:xfrm>
            <a:off x="6211315" y="1628385"/>
            <a:ext cx="2385466" cy="1168924"/>
          </a:xfrm>
          <a:prstGeom prst="rect">
            <a:avLst/>
          </a:prstGeom>
        </p:spPr>
      </p:pic>
      <p:sp>
        <p:nvSpPr>
          <p:cNvPr id="15" name="TextBox 14"/>
          <p:cNvSpPr txBox="1"/>
          <p:nvPr/>
        </p:nvSpPr>
        <p:spPr>
          <a:xfrm>
            <a:off x="6121298" y="3611880"/>
            <a:ext cx="2565501" cy="457200"/>
          </a:xfrm>
          <a:prstGeom prst="rect">
            <a:avLst/>
          </a:prstGeom>
          <a:noFill/>
        </p:spPr>
        <p:txBody>
          <a:bodyPr wrap="square" lIns="0" rIns="0" tIns="0" bIns="0" anchor="t">
            <a:spAutoFit/>
          </a:bodyPr>
          <a:lstStyle/>
          <a:p>
            <a:pPr algn="l"/>
            <a:r>
              <a:rPr sz="1200" b="1" i="0" cap="all">
                <a:solidFill>
                  <a:srgbClr val="00205B"/>
                </a:solidFill>
                <a:latin typeface="Michelin"/>
              </a:rPr>
              <a:t>Ingeniería y calidad</a:t>
            </a:r>
          </a:p>
        </p:txBody>
      </p:sp>
      <p:sp>
        <p:nvSpPr>
          <p:cNvPr id="16" name="TextBox 15"/>
          <p:cNvSpPr txBox="1"/>
          <p:nvPr/>
        </p:nvSpPr>
        <p:spPr>
          <a:xfrm>
            <a:off x="6121298" y="4069080"/>
            <a:ext cx="2565501" cy="502920"/>
          </a:xfrm>
          <a:prstGeom prst="rect">
            <a:avLst/>
          </a:prstGeom>
          <a:noFill/>
        </p:spPr>
        <p:txBody>
          <a:bodyPr wrap="square" lIns="0" rIns="0" tIns="0" bIns="0" anchor="t">
            <a:spAutoFit/>
          </a:bodyPr>
          <a:lstStyle/>
          <a:p>
            <a:pPr algn="l"/>
            <a:r>
              <a:rPr sz="1050" b="0" i="0">
                <a:solidFill>
                  <a:srgbClr val="262626"/>
                </a:solidFill>
                <a:latin typeface="Arial"/>
              </a:rPr>
              <a:t>Analizan tendencias y mejoran reglas e IQF.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000"/>
              <a:t>Cada neumático: visto, entendido, decidido y cada día mejor</a:t>
            </a:r>
          </a:p>
        </p:txBody>
      </p:sp>
      <p:sp>
        <p:nvSpPr>
          <p:cNvPr id="3" name="TextBox 2"/>
          <p:cNvSpPr txBox="1"/>
          <p:nvPr/>
        </p:nvSpPr>
        <p:spPr>
          <a:xfrm>
            <a:off x="530352" y="3840480"/>
            <a:ext cx="6400800" cy="365760"/>
          </a:xfrm>
          <a:prstGeom prst="rect">
            <a:avLst/>
          </a:prstGeom>
          <a:noFill/>
        </p:spPr>
        <p:txBody>
          <a:bodyPr wrap="square" lIns="0" rIns="0" tIns="0" bIns="0" anchor="t">
            <a:spAutoFit/>
          </a:bodyPr>
          <a:lstStyle/>
          <a:p>
            <a:pPr algn="l"/>
            <a:r>
              <a:rPr sz="1600" b="1" i="0">
                <a:solidFill>
                  <a:srgbClr val="FCE500"/>
                </a:solidFill>
                <a:latin typeface="Michelin"/>
              </a:rPr>
              <a:t>Ver  ·  Entender  ·  Decidir  ·  Anticipar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theme/theme1.xml><?xml version="1.0" encoding="utf-8"?>
<a:theme xmlns:a="http://schemas.openxmlformats.org/drawingml/2006/main" name="2_Thème Office">
  <a:themeElements>
    <a:clrScheme name="MICHELIN 2017">
      <a:dk1>
        <a:sysClr val="windowText" lastClr="000000"/>
      </a:dk1>
      <a:lt1>
        <a:sysClr val="window" lastClr="FFFFFF"/>
      </a:lt1>
      <a:dk2>
        <a:srgbClr val="44546A"/>
      </a:dk2>
      <a:lt2>
        <a:srgbClr val="E7E6E6"/>
      </a:lt2>
      <a:accent1>
        <a:srgbClr val="00205B"/>
      </a:accent1>
      <a:accent2>
        <a:srgbClr val="27509B"/>
      </a:accent2>
      <a:accent3>
        <a:srgbClr val="FCE500"/>
      </a:accent3>
      <a:accent4>
        <a:srgbClr val="FFFFFF"/>
      </a:accent4>
      <a:accent5>
        <a:srgbClr val="000000"/>
      </a:accent5>
      <a:accent6>
        <a:srgbClr val="70AD47"/>
      </a:accent6>
      <a:hlink>
        <a:srgbClr val="0563C1"/>
      </a:hlink>
      <a:folHlink>
        <a:srgbClr val="954F72"/>
      </a:folHlink>
    </a:clrScheme>
    <a:fontScheme name="Thème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Thème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3_Thèm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91066b9f-1ae1-4daf-812e-a93b4cdbd378">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C7ADC7F99D42724899C9CB331C8C455E" ma:contentTypeVersion="8" ma:contentTypeDescription="Crear nuevo documento." ma:contentTypeScope="" ma:versionID="e2e3a7fee48f7dcfb2a6486720dab61e">
  <xsd:schema xmlns:xsd="http://www.w3.org/2001/XMLSchema" xmlns:xs="http://www.w3.org/2001/XMLSchema" xmlns:p="http://schemas.microsoft.com/office/2006/metadata/properties" xmlns:ns2="91066b9f-1ae1-4daf-812e-a93b4cdbd378" targetNamespace="http://schemas.microsoft.com/office/2006/metadata/properties" ma:root="true" ma:fieldsID="be9ed0b7e1fef527f924c0e414a0025b" ns2:_="">
    <xsd:import namespace="91066b9f-1ae1-4daf-812e-a93b4cdbd378"/>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2:lcf76f155ced4ddcb4097134ff3c332f"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066b9f-1ae1-4daf-812e-a93b4cdbd37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baec4aeb-d159-410d-8e29-7b8081bc29fc" ma:termSetId="09814cd3-568e-fe90-9814-8d621ff8fb84" ma:anchorId="fba54fb3-c3e1-fe81-a776-ca4b69148c4d" ma:open="true" ma:isKeyword="false">
      <xsd:complexType>
        <xsd:sequence>
          <xsd:element ref="pc:Terms" minOccurs="0" maxOccurs="1"/>
        </xsd:sequence>
      </xsd:complex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6844D33-97FA-4CA1-9F2B-EE692D7A49B5}">
  <ds:schemaRefs>
    <ds:schemaRef ds:uri="91066b9f-1ae1-4daf-812e-a93b4cdbd378"/>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3094B55E-88C1-4C38-974C-5A1CAEEDB192}">
  <ds:schemaRefs>
    <ds:schemaRef ds:uri="http://schemas.microsoft.com/sharepoint/v3/contenttype/forms"/>
  </ds:schemaRefs>
</ds:datastoreItem>
</file>

<file path=customXml/itemProps3.xml><?xml version="1.0" encoding="utf-8"?>
<ds:datastoreItem xmlns:ds="http://schemas.openxmlformats.org/officeDocument/2006/customXml" ds:itemID="{FFCFC560-8A98-40BC-A366-A8873A2D12F7}">
  <ds:schemaRefs>
    <ds:schemaRef ds:uri="91066b9f-1ae1-4daf-812e-a93b4cdbd378"/>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otalTime>0</TotalTime>
  <Words>178</Words>
  <Application>Microsoft Office PowerPoint</Application>
  <PresentationFormat>Personalizado</PresentationFormat>
  <Paragraphs>70</Paragraphs>
  <Slides>29</Slides>
  <Notes>16</Notes>
  <HiddenSlides>2</HiddenSlides>
  <MMClips>0</MMClips>
  <ScaleCrop>false</ScaleCrop>
  <HeadingPairs>
    <vt:vector size="6" baseType="variant">
      <vt:variant>
        <vt:lpstr>Fuentes usadas</vt:lpstr>
      </vt:variant>
      <vt:variant>
        <vt:i4>11</vt:i4>
      </vt:variant>
      <vt:variant>
        <vt:lpstr>Tema</vt:lpstr>
      </vt:variant>
      <vt:variant>
        <vt:i4>3</vt:i4>
      </vt:variant>
      <vt:variant>
        <vt:lpstr>Títulos de diapositiva</vt:lpstr>
      </vt:variant>
      <vt:variant>
        <vt:i4>29</vt:i4>
      </vt:variant>
    </vt:vector>
  </HeadingPairs>
  <TitlesOfParts>
    <vt:vector size="43" baseType="lpstr">
      <vt:lpstr>Aptos</vt:lpstr>
      <vt:lpstr>Arial</vt:lpstr>
      <vt:lpstr>Arial Black</vt:lpstr>
      <vt:lpstr>Calibri</vt:lpstr>
      <vt:lpstr>Lucida Grande</vt:lpstr>
      <vt:lpstr>Michelin</vt:lpstr>
      <vt:lpstr>Michelin Black</vt:lpstr>
      <vt:lpstr>Michelin Light</vt:lpstr>
      <vt:lpstr>Michelin SemiBold</vt:lpstr>
      <vt:lpstr>Wingdings</vt:lpstr>
      <vt:lpstr>Wingdings 3</vt:lpstr>
      <vt:lpstr>2_Thème Office</vt:lpstr>
      <vt:lpstr>1_Thème Office</vt:lpstr>
      <vt:lpstr>3_Thème Office</vt:lpstr>
      <vt:lpstr>OLM MAC &amp; BNS Visite Reseau Unif + MTP</vt:lpstr>
      <vt:lpstr>OLM</vt:lpstr>
      <vt:lpstr>Gocator technical information</vt:lpstr>
      <vt:lpstr>Mac5 : architecture</vt:lpstr>
      <vt:lpstr>MAC  RFI &amp; GI</vt:lpstr>
      <vt:lpstr>MAC  BT</vt:lpstr>
      <vt:lpstr>P15 BJ</vt:lpstr>
      <vt:lpstr>Mac : measurments</vt:lpstr>
      <vt:lpstr>Ihm interface</vt:lpstr>
      <vt:lpstr>OLM screens</vt:lpstr>
      <vt:lpstr>Panel general OsiSoft: Detalle medidas</vt:lpstr>
      <vt:lpstr>Panel general OsiSoft: Detalle medidas</vt:lpstr>
      <vt:lpstr>Pi visión.</vt:lpstr>
      <vt:lpstr>Pi visión.</vt:lpstr>
      <vt:lpstr>Alert.</vt:lpstr>
      <vt:lpstr>MAC : explotation</vt:lpstr>
      <vt:lpstr>R4p – Moteur de règles</vt:lpstr>
      <vt:lpstr>r4p</vt:lpstr>
      <vt:lpstr>Explication</vt:lpstr>
      <vt:lpstr>bns</vt:lpstr>
      <vt:lpstr>Acquisitions nst</vt:lpstr>
      <vt:lpstr>Acquisitions nst</vt:lpstr>
      <vt:lpstr>Presentación de PowerPoint</vt:lpstr>
      <vt:lpstr>ihm</vt:lpstr>
      <vt:lpstr>Sold.</vt:lpstr>
      <vt:lpstr>BNS : explotation </vt:lpstr>
      <vt:lpstr>BNS : explotation </vt:lpstr>
      <vt:lpstr>BNS : explotation</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Christelle Garot</dc:creator>
  <cp:lastModifiedBy>Asier Del Pozo Perez</cp:lastModifiedBy>
  <cp:revision>35</cp:revision>
  <dcterms:modified xsi:type="dcterms:W3CDTF">2026-10-20T20:32:06Z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0x010100F9DAA8DF8E9A9D49B91E4B58ACE65DF7</vt:lpwstr>
  </property>
  <property fmtid="{D5CDD505-2E9C-101B-9397-08002B2CF9AE}" pid="3" name="MSIP_Label_09e9a456-2778-4ca9-be06-1190b1e1118a_Enabled">
    <vt:lpwstr>true</vt:lpwstr>
  </property>
  <property fmtid="{D5CDD505-2E9C-101B-9397-08002B2CF9AE}" pid="4" name="MSIP_Label_09e9a456-2778-4ca9-be06-1190b1e1118a_SetDate">
    <vt:lpwstr>2021-10-14T09:36:28Z</vt:lpwstr>
  </property>
  <property fmtid="{D5CDD505-2E9C-101B-9397-08002B2CF9AE}" pid="5" name="MSIP_Label_09e9a456-2778-4ca9-be06-1190b1e1118a_Method">
    <vt:lpwstr>Standard</vt:lpwstr>
  </property>
  <property fmtid="{D5CDD505-2E9C-101B-9397-08002B2CF9AE}" pid="6" name="MSIP_Label_09e9a456-2778-4ca9-be06-1190b1e1118a_Name">
    <vt:lpwstr>D3</vt:lpwstr>
  </property>
  <property fmtid="{D5CDD505-2E9C-101B-9397-08002B2CF9AE}" pid="7" name="MSIP_Label_09e9a456-2778-4ca9-be06-1190b1e1118a_SiteId">
    <vt:lpwstr>658ba197-6c73-4fea-91bd-1c7d8de6bf2c</vt:lpwstr>
  </property>
  <property fmtid="{D5CDD505-2E9C-101B-9397-08002B2CF9AE}" pid="8" name="MSIP_Label_09e9a456-2778-4ca9-be06-1190b1e1118a_ActionId">
    <vt:lpwstr>91fc227d-695e-433b-a37f-b199f7393e55</vt:lpwstr>
  </property>
  <property fmtid="{D5CDD505-2E9C-101B-9397-08002B2CF9AE}" pid="9" name="MSIP_Label_09e9a456-2778-4ca9-be06-1190b1e1118a_ContentBits">
    <vt:lpwstr>0</vt:lpwstr>
  </property>
</Properties>
</file>