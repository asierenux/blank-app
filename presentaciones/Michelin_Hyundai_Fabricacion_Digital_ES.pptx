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4" r:id="rId4"/>
    <p:sldMasterId id="2147483696" r:id="rId5"/>
    <p:sldMasterId id="2147483707" r:id="rId6"/>
  </p:sldMasterIdLst>
  <p:notesMasterIdLst>
    <p:notesMasterId r:id="rId36"/>
  </p:notesMasterIdLst>
  <p:handoutMasterIdLst>
    <p:handoutMasterId r:id="rId37"/>
  </p:handoutMasterIdLst>
  <p:sldIdLst>
    <p:sldId id="256" r:id="rId15"/>
    <p:sldId id="257" r:id="rId16"/>
    <p:sldId id="258" r:id="rId17"/>
    <p:sldId id="259" r:id="rId18"/>
    <p:sldId id="260" r:id="rId19"/>
    <p:sldId id="261" r:id="rId20"/>
    <p:sldId id="262" r:id="rId21"/>
    <p:sldId id="263" r:id="rId22"/>
    <p:sldId id="264" r:id="rId23"/>
    <p:sldId id="265" r:id="rId24"/>
    <p:sldId id="266" r:id="rId25"/>
    <p:sldId id="267" r:id="rId26"/>
    <p:sldId id="268" r:id="rId27"/>
    <p:sldId id="269" r:id="rId28"/>
    <p:sldId id="270" r:id="rId29"/>
    <p:sldId id="271" r:id="rId30"/>
    <p:sldId id="272" r:id="rId31"/>
    <p:sldId id="273" r:id="rId32"/>
    <p:sldId id="274" r:id="rId33"/>
    <p:sldId id="275" r:id="rId34"/>
  </p:sldIdLst>
  <p:sldSz cx="9144000" cy="5145088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0F43E76A-4FDE-4D0C-8C0F-FC2B21F07745}">
          <p14:sldIdLst>
            <p14:sldId id="309"/>
            <p14:sldId id="310"/>
            <p14:sldId id="972"/>
            <p14:sldId id="1076"/>
            <p14:sldId id="315"/>
            <p14:sldId id="317"/>
            <p14:sldId id="1066"/>
            <p14:sldId id="975"/>
            <p14:sldId id="1077"/>
            <p14:sldId id="1006"/>
            <p14:sldId id="1014"/>
            <p14:sldId id="1088"/>
            <p14:sldId id="1082"/>
            <p14:sldId id="1083"/>
            <p14:sldId id="1086"/>
            <p14:sldId id="1072"/>
            <p14:sldId id="2147475815"/>
            <p14:sldId id="2147475827"/>
            <p14:sldId id="2147475831"/>
            <p14:sldId id="967"/>
            <p14:sldId id="961"/>
            <p14:sldId id="1017"/>
            <p14:sldId id="1087"/>
            <p14:sldId id="1079"/>
            <p14:sldId id="1015"/>
            <p14:sldId id="1074"/>
            <p14:sldId id="1084"/>
            <p14:sldId id="1071"/>
            <p14:sldId id="261"/>
          </p14:sldIdLst>
        </p14:section>
        <p14:section name="Brouillons" id="{5CDCE1B3-97A7-4AD6-A073-C51C88B5F8D8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162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ierre Dubosclard" initials="PD" lastIdx="2" clrIdx="0">
    <p:extLst>
      <p:ext uri="{19B8F6BF-5375-455C-9EA6-DF929625EA0E}">
        <p15:presenceInfo xmlns:p15="http://schemas.microsoft.com/office/powerpoint/2012/main" userId="S::pierre.dubosclard@michelin.com::f119f74d-b155-4fd7-a55e-7076dc47751f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2A0EE"/>
    <a:srgbClr val="70AD47"/>
    <a:srgbClr val="FF0000"/>
    <a:srgbClr val="FFFF00"/>
    <a:srgbClr val="27509B"/>
    <a:srgbClr val="92D050"/>
    <a:srgbClr val="660000"/>
    <a:srgbClr val="C6D9F1"/>
    <a:srgbClr val="2351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83BFEA-6D7C-4E90-B1FD-E1817A3C93CE}" v="13" dt="2026-05-18T14:01:56.905"/>
    <p1510:client id="{DBFB60F5-E03A-47D8-BC9F-E58386004629}" v="46" dt="2026-05-19T08:46:14.1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034E78-7F5D-4C2E-B375-FC64B27BC917}" styleName="Style foncé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B4B98B0-60AC-42C2-AFA5-B58CD77FA1E5}" styleName="Style léger 1 - Accentuation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1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1.xml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slide" Target="slides/slide8.xml"/><Relationship Id="rId23" Type="http://schemas.openxmlformats.org/officeDocument/2006/relationships/slide" Target="slides/slide9.xml"/><Relationship Id="rId24" Type="http://schemas.openxmlformats.org/officeDocument/2006/relationships/slide" Target="slides/slide10.xml"/><Relationship Id="rId25" Type="http://schemas.openxmlformats.org/officeDocument/2006/relationships/slide" Target="slides/slide11.xml"/><Relationship Id="rId26" Type="http://schemas.openxmlformats.org/officeDocument/2006/relationships/slide" Target="slides/slide12.xml"/><Relationship Id="rId27" Type="http://schemas.openxmlformats.org/officeDocument/2006/relationships/slide" Target="slides/slide13.xml"/><Relationship Id="rId28" Type="http://schemas.openxmlformats.org/officeDocument/2006/relationships/slide" Target="slides/slide14.xml"/><Relationship Id="rId29" Type="http://schemas.openxmlformats.org/officeDocument/2006/relationships/slide" Target="slides/slide15.xml"/><Relationship Id="rId30" Type="http://schemas.openxmlformats.org/officeDocument/2006/relationships/slide" Target="slides/slide16.xml"/><Relationship Id="rId31" Type="http://schemas.openxmlformats.org/officeDocument/2006/relationships/slide" Target="slides/slide17.xml"/><Relationship Id="rId32" Type="http://schemas.openxmlformats.org/officeDocument/2006/relationships/slide" Target="slides/slide18.xml"/><Relationship Id="rId33" Type="http://schemas.openxmlformats.org/officeDocument/2006/relationships/slide" Target="slides/slide19.xml"/><Relationship Id="rId34" Type="http://schemas.openxmlformats.org/officeDocument/2006/relationships/slide" Target="slides/slide20.xml"/><Relationship Id="rId36" Type="http://schemas.openxmlformats.org/officeDocument/2006/relationships/notesMaster" Target="notesMasters/notesMaster1.xml"/><Relationship Id="rId37" Type="http://schemas.openxmlformats.org/officeDocument/2006/relationships/handoutMaster" Target="handoutMasters/handoutMaster1.xml"/><Relationship Id="rId38" Type="http://schemas.openxmlformats.org/officeDocument/2006/relationships/commentAuthors" Target="commentAuthors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Relationship Id="rId43" Type="http://schemas.microsoft.com/office/2015/10/relationships/revisionInfo" Target="revisionInfo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82C4E4DA-D5EF-DF0F-E8DB-213158743F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C81B4E8-F426-93A5-B290-7E86EEBA86F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441573-705E-42D7-A873-C1B9581C6AE6}" type="datetimeFigureOut">
              <a:rPr lang="es-ES" smtClean="0"/>
              <a:t>20/10/2026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D34F614-8A3B-7993-ED12-3779ECB4527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5F21FAE-512B-3C72-9C34-0EB393F6230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974EC-1219-436B-A280-E4977D813A2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8575732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E5AE22-ADFC-4555-9759-8728DB685593}" type="datetimeFigureOut">
              <a:rPr lang="fr-FR" smtClean="0"/>
              <a:t>20/10/2026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CF86CB-D3AD-40BD-8754-0A6DBAFC51E5}" type="slidenum">
              <a:rPr lang="fr-FR" smtClean="0"/>
              <a:t>‹Nº›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3359234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Mensaje de apertura: Hyundai no compra solo un neumático, compra un proceso de fabricación controlado digitalmente. Hoy mostramos cómo los datos, la analítica y la automatización hacen que cada neumático salga medido, vigilado y corregido en tiempo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 el cliente recuerda una sola diapositiva, que sea esta. Las tres ideas vertebran toda la presentación: digitalizar, analizar y actuar.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Fuentes públicas: acuerdo de 2017 (IONIQ 5), MoU de junio de 2022 (eléctricos premium y monitorización en tiempo real) y un tercer acuerdo de tres años anunciado por Hyundai Motor Group y Kia. Confirmar la fecha del tercer acuerdo antes de la reunión. Idea clave: la monitorización en tiempo real que co-desarrollamos para sus vehículos es la misma filosofía que aplicamos en nuestras plantas.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sistema OLM que mostramos hoy está en los escalones 3 y 4: analítica en tiempo real y control en bucle cerrado. El programa Digital Manufacturing de Michelin usa PI System desde 2017 y entra ahora en una segunda fase basada en analítica avanzada. El siguiente paso es la calidad predictiva con 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Contexto: OLM no es un proyecto aislado sino parte de la transformación digital del grupo. Las cifras de 60 M€ y de robots son datos publicados por Michelin en 2023; citarlas como tales o sustituirlas por cifras internas actualizadas.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Recorrido de izquierda a derecha: captura, edge, plataforma PI, analítica, decisión y acción. El esquema es la red de MAC5: 8 puestos, 16 sensores, 1 PLC y 4 PCs.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Especificaciones de la serie Gocator 2400: hasta 5.000 perfiles por segundo y repetibilidad de micras según modelo. Imágenes de los puestos MAC: P5 (RFI, GI), P10 (BT) y P15 (BJ). Explicar el mapa de color: cada color es una altura.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mediana de las 20 últimas unidades filtra el ruido y muestra la tendencia: actuamos sobre una deriva antes de que ningún neumático salga de tolerancia. Es control estadístico del proceso en vivo, no en un informe semanal.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Ciclo completo: la mediana entra en alerta, se avisa al responsable, se actúa y sale de alerta. Todo queda en el histórico. Las alertas llegan al móvil (Android, iPhone) y se dirigen al equipo adecuado: proceso (CARE) o mantenimiento (TECH).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diapositiva más potente para un fabricante: el sistema no solo avisa, actúa. Ejemplo de la pantalla de regulación BJ: el trusquín llega al límite inferior, se activa la corrección ODM y la medida vuelve al valor teórico. Si no es posible corregir, la regla bloquea la máquina o segrega el producto.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Resultado real del demostrador en BNS: el escaneo 3D de la soldadura muestra un escalón en el corte cuando el producto está mal plaqué. El sistema levanta la alerta; tras la corrección el perfil es liso. Es la prueba concreta de que el dato detecta lo que el ojo no 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Mensaje de escalabilidad: sensores, plataforma, paneles y reglas son bloques estándar, así que cada nueva línea se digitaliza más rápido. BNS usa un perfilómetro Gocator 2650 clase 3R, instalado a 1.244 mm del producto, por encima de la distancia nominal de riesgo ocular (NOHD) de 1.180 mm: seguro para los operarios.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un fabricante de coches la trazabilidad es crítica: si un día surge una pregunta sobre un lote, tenemos los datos de medida de su fabricación.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Volver al producto: Hyundai homologa un neumático; nuestro proceso digital garantiza que los miles que recibe sean idénticos a él.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Traducir la tecnología en beneficios para compras y calidad de Hyundai. Insistir en la conexión con la I+D conjunta: la monitorización en tiempo real es justo lo que desarrollamos juntos para sus vehículos.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Cerrar con una petición concreta. Ajustar los próximos pasos al objetivo real de la reunión.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6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e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jpe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6.png"/><Relationship Id="rId5" Type="http://schemas.openxmlformats.org/officeDocument/2006/relationships/image" Target="../media/image18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6.png"/><Relationship Id="rId5" Type="http://schemas.openxmlformats.org/officeDocument/2006/relationships/image" Target="../media/image18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6.png"/><Relationship Id="rId5" Type="http://schemas.openxmlformats.org/officeDocument/2006/relationships/image" Target="../media/image18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6.png"/><Relationship Id="rId5" Type="http://schemas.openxmlformats.org/officeDocument/2006/relationships/image" Target="../media/image18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9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jpeg"/><Relationship Id="rId3" Type="http://schemas.openxmlformats.org/officeDocument/2006/relationships/image" Target="../media/image25.png"/><Relationship Id="rId4" Type="http://schemas.openxmlformats.org/officeDocument/2006/relationships/image" Target="../media/image26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3.jpeg"/><Relationship Id="rId4" Type="http://schemas.openxmlformats.org/officeDocument/2006/relationships/image" Target="../media/image4.jpe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jpeg"/><Relationship Id="rId3" Type="http://schemas.openxmlformats.org/officeDocument/2006/relationships/image" Target="../media/image29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0.jpeg"/><Relationship Id="rId3" Type="http://schemas.openxmlformats.org/officeDocument/2006/relationships/image" Target="../media/image23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1.jpeg"/><Relationship Id="rId3" Type="http://schemas.openxmlformats.org/officeDocument/2006/relationships/image" Target="../media/image23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jpeg"/><Relationship Id="rId3" Type="http://schemas.openxmlformats.org/officeDocument/2006/relationships/image" Target="../media/image23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23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jpeg"/><Relationship Id="rId3" Type="http://schemas.openxmlformats.org/officeDocument/2006/relationships/image" Target="../media/image23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jpeg"/><Relationship Id="rId3" Type="http://schemas.openxmlformats.org/officeDocument/2006/relationships/image" Target="../media/image23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jpeg"/><Relationship Id="rId3" Type="http://schemas.openxmlformats.org/officeDocument/2006/relationships/image" Target="../media/image23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jpeg"/><Relationship Id="rId3" Type="http://schemas.openxmlformats.org/officeDocument/2006/relationships/image" Target="../media/image23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3.png"/><Relationship Id="rId3" Type="http://schemas.openxmlformats.org/officeDocument/2006/relationships/image" Target="../media/image29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 userDrawn="1"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27509B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796680"/>
            <a:ext cx="3148881" cy="118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Picture 1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326589"/>
            <a:ext cx="1905368" cy="911771"/>
          </a:xfrm>
          <a:prstGeom prst="rect">
            <a:avLst/>
          </a:prstGeom>
        </p:spPr>
      </p:pic>
      <p:sp>
        <p:nvSpPr>
          <p:cNvPr id="17" name="Titre 1"/>
          <p:cNvSpPr>
            <a:spLocks noGrp="1"/>
          </p:cNvSpPr>
          <p:nvPr>
            <p:ph type="title" hasCustomPrompt="1"/>
          </p:nvPr>
        </p:nvSpPr>
        <p:spPr>
          <a:xfrm>
            <a:off x="584200" y="1846807"/>
            <a:ext cx="8229600" cy="857250"/>
          </a:xfrm>
          <a:prstGeom prst="rect">
            <a:avLst/>
          </a:prstGeom>
        </p:spPr>
        <p:txBody>
          <a:bodyPr anchor="ctr"/>
          <a:lstStyle>
            <a:lvl1pPr algn="ctr">
              <a:defRPr lang="fr-FR" sz="2400" b="1" i="0" kern="1200" cap="all" baseline="0" smtClean="0">
                <a:solidFill>
                  <a:srgbClr val="27509B"/>
                </a:solidFill>
                <a:latin typeface="Michelin" pitchFamily="50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fr-FR"/>
              <a:t>Titre</a:t>
            </a:r>
          </a:p>
        </p:txBody>
      </p:sp>
      <p:sp>
        <p:nvSpPr>
          <p:cNvPr id="18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5385917" y="2708903"/>
            <a:ext cx="3427884" cy="34579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fr-FR" sz="1800" kern="1200" cap="none" baseline="0" smtClean="0">
                <a:solidFill>
                  <a:srgbClr val="27509B"/>
                </a:solidFill>
                <a:latin typeface="+mj-lt"/>
                <a:ea typeface="+mn-ea"/>
                <a:cs typeface="Arial"/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Sous titre</a:t>
            </a:r>
          </a:p>
        </p:txBody>
      </p:sp>
    </p:spTree>
    <p:extLst>
      <p:ext uri="{BB962C8B-B14F-4D97-AF65-F5344CB8AC3E}">
        <p14:creationId xmlns:p14="http://schemas.microsoft.com/office/powerpoint/2010/main" val="27371124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2750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800"/>
          </a:p>
        </p:txBody>
      </p:sp>
      <p:sp>
        <p:nvSpPr>
          <p:cNvPr id="8" name="Titre 3"/>
          <p:cNvSpPr>
            <a:spLocks noGrp="1"/>
          </p:cNvSpPr>
          <p:nvPr>
            <p:ph type="title" hasCustomPrompt="1"/>
          </p:nvPr>
        </p:nvSpPr>
        <p:spPr>
          <a:xfrm>
            <a:off x="457202" y="109471"/>
            <a:ext cx="8225621" cy="483051"/>
          </a:xfrm>
          <a:prstGeom prst="rect">
            <a:avLst/>
          </a:prstGeom>
        </p:spPr>
        <p:txBody>
          <a:bodyPr anchor="ctr"/>
          <a:lstStyle>
            <a:lvl1pPr algn="l" defTabSz="457189" rtl="0" eaLnBrk="1" latinLnBrk="0" hangingPunct="1">
              <a:spcBef>
                <a:spcPct val="0"/>
              </a:spcBef>
              <a:buNone/>
              <a:defRPr lang="en-GB" sz="1600" b="1" i="0" kern="1200" cap="all" baseline="0" dirty="0">
                <a:solidFill>
                  <a:srgbClr val="27509B"/>
                </a:solidFill>
                <a:latin typeface="Michelin" pitchFamily="50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9" name="Espace réservé du contenu 4"/>
          <p:cNvSpPr>
            <a:spLocks noGrp="1"/>
          </p:cNvSpPr>
          <p:nvPr>
            <p:ph sz="quarter" idx="10"/>
          </p:nvPr>
        </p:nvSpPr>
        <p:spPr>
          <a:xfrm>
            <a:off x="457203" y="656982"/>
            <a:ext cx="8229598" cy="4169459"/>
          </a:xfrm>
          <a:prstGeom prst="rect">
            <a:avLst/>
          </a:prstGeom>
        </p:spPr>
        <p:txBody>
          <a:bodyPr/>
          <a:lstStyle>
            <a:lvl1pPr>
              <a:defRPr lang="fr-FR" sz="1600" kern="1200" noProof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/>
              </a:defRPr>
            </a:lvl1pPr>
            <a:lvl2pPr marL="742932" indent="-285744">
              <a:buFontTx/>
              <a:buBlip>
                <a:blip r:embed="rId2"/>
              </a:buBlip>
              <a:defRPr lang="fr-FR" sz="1400" kern="1200" noProof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/>
              </a:defRPr>
            </a:lvl2pPr>
            <a:lvl3pPr marL="1142971" indent="-228594">
              <a:buFontTx/>
              <a:buBlip>
                <a:blip r:embed="rId3"/>
              </a:buBlip>
              <a:defRPr lang="fr-FR" sz="12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3pPr>
            <a:lvl4pPr marL="1600160" indent="-228594">
              <a:buFont typeface="Wingdings" panose="05000000000000000000" pitchFamily="2" charset="2"/>
              <a:buChar char="§"/>
              <a:defRPr lang="fr-FR" sz="12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4pPr>
            <a:lvl5pPr marL="2057349" indent="-228594">
              <a:buFont typeface="Arial" panose="020B0604020202020204" pitchFamily="34" charset="0"/>
              <a:buChar char="•"/>
              <a:defRPr lang="en-GB" sz="12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5pPr>
          </a:lstStyle>
          <a:p>
            <a:pPr marL="0" lvl="0" indent="0" algn="l" defTabSz="457189" rtl="0" eaLnBrk="1" latinLnBrk="0" hangingPunct="1">
              <a:spcBef>
                <a:spcPct val="20000"/>
              </a:spcBef>
              <a:buFont typeface="Arial"/>
              <a:buNone/>
            </a:pPr>
            <a:r>
              <a:rPr lang="fr-FR"/>
              <a:t>Modifier les styles du texte du masque</a:t>
            </a:r>
          </a:p>
          <a:p>
            <a:pPr marL="742932" lvl="1" indent="-285744" algn="l" defTabSz="457189" rtl="0" eaLnBrk="1" latinLnBrk="0" hangingPunct="1">
              <a:spcBef>
                <a:spcPct val="20000"/>
              </a:spcBef>
              <a:buFontTx/>
              <a:buBlip>
                <a:blip r:embed="rId2"/>
              </a:buBlip>
            </a:pPr>
            <a:r>
              <a:rPr lang="fr-FR"/>
              <a:t>Deuxième niveau</a:t>
            </a:r>
          </a:p>
          <a:p>
            <a:pPr marL="1142971" lvl="2" indent="-228594" algn="l" defTabSz="457189" rtl="0" eaLnBrk="1" latinLnBrk="0" hangingPunct="1">
              <a:spcBef>
                <a:spcPct val="20000"/>
              </a:spcBef>
              <a:buFontTx/>
              <a:buBlip>
                <a:blip r:embed="rId3"/>
              </a:buBlip>
            </a:pPr>
            <a:r>
              <a:rPr lang="fr-FR"/>
              <a:t>Troisième niveau</a:t>
            </a:r>
          </a:p>
          <a:p>
            <a:pPr marL="1600160" lvl="3" indent="-228594" algn="l" defTabSz="457189" rtl="0" eaLnBrk="1" latinLnBrk="0" hangingPunct="1">
              <a:spcBef>
                <a:spcPct val="20000"/>
              </a:spcBef>
              <a:buFont typeface="Wingdings" panose="05000000000000000000" pitchFamily="2" charset="2"/>
              <a:buChar char="§"/>
            </a:pPr>
            <a:r>
              <a:rPr lang="fr-FR"/>
              <a:t>Quatrième niveau</a:t>
            </a:r>
          </a:p>
          <a:p>
            <a:pPr marL="2057349" lvl="4" indent="-228594" algn="l" defTabSz="457189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fr-FR"/>
              <a:t>Cinquième niveau</a:t>
            </a:r>
            <a:endParaRPr lang="en-GB"/>
          </a:p>
        </p:txBody>
      </p:sp>
      <p:pic>
        <p:nvPicPr>
          <p:cNvPr id="10" name="Picture 2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549361" y="362174"/>
            <a:ext cx="1555921" cy="6480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30BAD991-AE32-44B0-94BC-7C4D2163A3A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000" y="80214"/>
            <a:ext cx="1944000" cy="51941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800"/>
          </a:p>
        </p:txBody>
      </p:sp>
      <p:sp>
        <p:nvSpPr>
          <p:cNvPr id="8" name="Titre 3"/>
          <p:cNvSpPr>
            <a:spLocks noGrp="1"/>
          </p:cNvSpPr>
          <p:nvPr>
            <p:ph type="title" hasCustomPrompt="1"/>
          </p:nvPr>
        </p:nvSpPr>
        <p:spPr>
          <a:xfrm>
            <a:off x="457202" y="109471"/>
            <a:ext cx="8225621" cy="483051"/>
          </a:xfrm>
          <a:prstGeom prst="rect">
            <a:avLst/>
          </a:prstGeom>
        </p:spPr>
        <p:txBody>
          <a:bodyPr anchor="ctr"/>
          <a:lstStyle>
            <a:lvl1pPr algn="l" defTabSz="457189" rtl="0" eaLnBrk="1" latinLnBrk="0" hangingPunct="1">
              <a:spcBef>
                <a:spcPct val="0"/>
              </a:spcBef>
              <a:buNone/>
              <a:defRPr lang="en-GB" sz="1600" b="1" i="0" kern="1200" cap="all" baseline="0" dirty="0">
                <a:solidFill>
                  <a:srgbClr val="27509B"/>
                </a:solidFill>
                <a:latin typeface="Michelin" pitchFamily="50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9" name="Espace réservé du contenu 4"/>
          <p:cNvSpPr>
            <a:spLocks noGrp="1"/>
          </p:cNvSpPr>
          <p:nvPr>
            <p:ph sz="quarter" idx="10"/>
          </p:nvPr>
        </p:nvSpPr>
        <p:spPr>
          <a:xfrm>
            <a:off x="457203" y="656982"/>
            <a:ext cx="8229598" cy="4169459"/>
          </a:xfrm>
          <a:prstGeom prst="rect">
            <a:avLst/>
          </a:prstGeom>
        </p:spPr>
        <p:txBody>
          <a:bodyPr/>
          <a:lstStyle>
            <a:lvl1pPr>
              <a:defRPr lang="fr-FR" sz="1600" kern="1200" noProof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/>
              </a:defRPr>
            </a:lvl1pPr>
            <a:lvl2pPr marL="742932" indent="-285744">
              <a:buFontTx/>
              <a:buBlip>
                <a:blip r:embed="rId2"/>
              </a:buBlip>
              <a:defRPr lang="fr-FR" sz="1400" kern="1200" noProof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/>
              </a:defRPr>
            </a:lvl2pPr>
            <a:lvl3pPr marL="1142971" indent="-228594">
              <a:buFontTx/>
              <a:buBlip>
                <a:blip r:embed="rId3"/>
              </a:buBlip>
              <a:defRPr lang="fr-FR" sz="12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3pPr>
            <a:lvl4pPr marL="1600160" indent="-228594">
              <a:buFont typeface="Wingdings" panose="05000000000000000000" pitchFamily="2" charset="2"/>
              <a:buChar char="§"/>
              <a:defRPr lang="fr-FR" sz="12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4pPr>
            <a:lvl5pPr marL="2057349" indent="-228594">
              <a:buFont typeface="Arial" panose="020B0604020202020204" pitchFamily="34" charset="0"/>
              <a:buChar char="•"/>
              <a:defRPr lang="en-GB" sz="12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5pPr>
          </a:lstStyle>
          <a:p>
            <a:pPr marL="0" lvl="0" indent="0" algn="l" defTabSz="457189" rtl="0" eaLnBrk="1" latinLnBrk="0" hangingPunct="1">
              <a:spcBef>
                <a:spcPct val="20000"/>
              </a:spcBef>
              <a:buFont typeface="Arial"/>
              <a:buNone/>
            </a:pPr>
            <a:r>
              <a:rPr lang="fr-FR"/>
              <a:t>Modifier les styles du texte du masque</a:t>
            </a:r>
          </a:p>
          <a:p>
            <a:pPr marL="742932" lvl="1" indent="-285744" algn="l" defTabSz="457189" rtl="0" eaLnBrk="1" latinLnBrk="0" hangingPunct="1">
              <a:spcBef>
                <a:spcPct val="20000"/>
              </a:spcBef>
              <a:buFontTx/>
              <a:buBlip>
                <a:blip r:embed="rId2"/>
              </a:buBlip>
            </a:pPr>
            <a:r>
              <a:rPr lang="fr-FR"/>
              <a:t>Deuxième niveau</a:t>
            </a:r>
          </a:p>
          <a:p>
            <a:pPr marL="1142971" lvl="2" indent="-228594" algn="l" defTabSz="457189" rtl="0" eaLnBrk="1" latinLnBrk="0" hangingPunct="1">
              <a:spcBef>
                <a:spcPct val="20000"/>
              </a:spcBef>
              <a:buFontTx/>
              <a:buBlip>
                <a:blip r:embed="rId3"/>
              </a:buBlip>
            </a:pPr>
            <a:r>
              <a:rPr lang="fr-FR"/>
              <a:t>Troisième niveau</a:t>
            </a:r>
          </a:p>
          <a:p>
            <a:pPr marL="1600160" lvl="3" indent="-228594" algn="l" defTabSz="457189" rtl="0" eaLnBrk="1" latinLnBrk="0" hangingPunct="1">
              <a:spcBef>
                <a:spcPct val="20000"/>
              </a:spcBef>
              <a:buFont typeface="Wingdings" panose="05000000000000000000" pitchFamily="2" charset="2"/>
              <a:buChar char="§"/>
            </a:pPr>
            <a:r>
              <a:rPr lang="fr-FR"/>
              <a:t>Quatrième niveau</a:t>
            </a:r>
          </a:p>
          <a:p>
            <a:pPr marL="2057349" lvl="4" indent="-228594" algn="l" defTabSz="457189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fr-FR"/>
              <a:t>Cinquième niveau</a:t>
            </a:r>
            <a:endParaRPr lang="en-GB"/>
          </a:p>
        </p:txBody>
      </p:sp>
      <p:pic>
        <p:nvPicPr>
          <p:cNvPr id="10" name="Picture 2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549361" y="362174"/>
            <a:ext cx="1555921" cy="6480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25F2C39A-F2AE-4E4D-8C04-1EC2E580CBE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000" y="80214"/>
            <a:ext cx="1944000" cy="519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471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800"/>
          </a:p>
        </p:txBody>
      </p:sp>
      <p:sp>
        <p:nvSpPr>
          <p:cNvPr id="8" name="Titre 3"/>
          <p:cNvSpPr>
            <a:spLocks noGrp="1"/>
          </p:cNvSpPr>
          <p:nvPr>
            <p:ph type="title" hasCustomPrompt="1"/>
          </p:nvPr>
        </p:nvSpPr>
        <p:spPr>
          <a:xfrm>
            <a:off x="457202" y="109471"/>
            <a:ext cx="8225621" cy="483051"/>
          </a:xfrm>
          <a:prstGeom prst="rect">
            <a:avLst/>
          </a:prstGeom>
        </p:spPr>
        <p:txBody>
          <a:bodyPr anchor="ctr"/>
          <a:lstStyle>
            <a:lvl1pPr algn="l" defTabSz="457189" rtl="0" eaLnBrk="1" latinLnBrk="0" hangingPunct="1">
              <a:spcBef>
                <a:spcPct val="0"/>
              </a:spcBef>
              <a:buNone/>
              <a:defRPr lang="en-GB" sz="1600" b="1" i="0" kern="1200" cap="all" baseline="0" dirty="0">
                <a:solidFill>
                  <a:srgbClr val="27509B"/>
                </a:solidFill>
                <a:latin typeface="Michelin" pitchFamily="50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9" name="Espace réservé du contenu 4"/>
          <p:cNvSpPr>
            <a:spLocks noGrp="1"/>
          </p:cNvSpPr>
          <p:nvPr>
            <p:ph sz="quarter" idx="10"/>
          </p:nvPr>
        </p:nvSpPr>
        <p:spPr>
          <a:xfrm>
            <a:off x="457203" y="656982"/>
            <a:ext cx="8229598" cy="4169459"/>
          </a:xfrm>
          <a:prstGeom prst="rect">
            <a:avLst/>
          </a:prstGeom>
        </p:spPr>
        <p:txBody>
          <a:bodyPr/>
          <a:lstStyle>
            <a:lvl1pPr>
              <a:defRPr lang="fr-FR" sz="1600" kern="1200" noProof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/>
              </a:defRPr>
            </a:lvl1pPr>
            <a:lvl2pPr marL="742932" indent="-285744">
              <a:buFontTx/>
              <a:buBlip>
                <a:blip r:embed="rId2"/>
              </a:buBlip>
              <a:defRPr lang="fr-FR" sz="1400" kern="1200" noProof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/>
              </a:defRPr>
            </a:lvl2pPr>
            <a:lvl3pPr marL="1142971" indent="-228594">
              <a:buFontTx/>
              <a:buBlip>
                <a:blip r:embed="rId3"/>
              </a:buBlip>
              <a:defRPr lang="fr-FR" sz="12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3pPr>
            <a:lvl4pPr marL="1600160" indent="-228594">
              <a:buFont typeface="Wingdings" panose="05000000000000000000" pitchFamily="2" charset="2"/>
              <a:buChar char="§"/>
              <a:defRPr lang="fr-FR" sz="12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4pPr>
            <a:lvl5pPr marL="2057349" indent="-228594">
              <a:buFont typeface="Arial" panose="020B0604020202020204" pitchFamily="34" charset="0"/>
              <a:buChar char="•"/>
              <a:defRPr lang="en-GB" sz="12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5pPr>
          </a:lstStyle>
          <a:p>
            <a:pPr marL="0" lvl="0" indent="0" algn="l" defTabSz="457189" rtl="0" eaLnBrk="1" latinLnBrk="0" hangingPunct="1">
              <a:spcBef>
                <a:spcPct val="20000"/>
              </a:spcBef>
              <a:buFont typeface="Arial"/>
              <a:buNone/>
            </a:pPr>
            <a:r>
              <a:rPr lang="fr-FR"/>
              <a:t>Modifier les styles du texte du masque</a:t>
            </a:r>
          </a:p>
          <a:p>
            <a:pPr marL="742932" lvl="1" indent="-285744" algn="l" defTabSz="457189" rtl="0" eaLnBrk="1" latinLnBrk="0" hangingPunct="1">
              <a:spcBef>
                <a:spcPct val="20000"/>
              </a:spcBef>
              <a:buFontTx/>
              <a:buBlip>
                <a:blip r:embed="rId2"/>
              </a:buBlip>
            </a:pPr>
            <a:r>
              <a:rPr lang="fr-FR"/>
              <a:t>Deuxième niveau</a:t>
            </a:r>
          </a:p>
          <a:p>
            <a:pPr marL="1142971" lvl="2" indent="-228594" algn="l" defTabSz="457189" rtl="0" eaLnBrk="1" latinLnBrk="0" hangingPunct="1">
              <a:spcBef>
                <a:spcPct val="20000"/>
              </a:spcBef>
              <a:buFontTx/>
              <a:buBlip>
                <a:blip r:embed="rId3"/>
              </a:buBlip>
            </a:pPr>
            <a:r>
              <a:rPr lang="fr-FR"/>
              <a:t>Troisième niveau</a:t>
            </a:r>
          </a:p>
          <a:p>
            <a:pPr marL="1600160" lvl="3" indent="-228594" algn="l" defTabSz="457189" rtl="0" eaLnBrk="1" latinLnBrk="0" hangingPunct="1">
              <a:spcBef>
                <a:spcPct val="20000"/>
              </a:spcBef>
              <a:buFont typeface="Wingdings" panose="05000000000000000000" pitchFamily="2" charset="2"/>
              <a:buChar char="§"/>
            </a:pPr>
            <a:r>
              <a:rPr lang="fr-FR"/>
              <a:t>Quatrième niveau</a:t>
            </a:r>
          </a:p>
          <a:p>
            <a:pPr marL="2057349" lvl="4" indent="-228594" algn="l" defTabSz="457189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fr-FR"/>
              <a:t>Cinquième niveau</a:t>
            </a:r>
            <a:endParaRPr lang="en-GB"/>
          </a:p>
        </p:txBody>
      </p:sp>
      <p:pic>
        <p:nvPicPr>
          <p:cNvPr id="10" name="Picture 2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549361" y="362174"/>
            <a:ext cx="1555921" cy="6480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36891FA0-8558-4D8B-B90D-6FA71DC5D80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000" y="80214"/>
            <a:ext cx="1944000" cy="519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5391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800"/>
          </a:p>
        </p:txBody>
      </p:sp>
      <p:sp>
        <p:nvSpPr>
          <p:cNvPr id="8" name="Titre 3"/>
          <p:cNvSpPr>
            <a:spLocks noGrp="1"/>
          </p:cNvSpPr>
          <p:nvPr>
            <p:ph type="title" hasCustomPrompt="1"/>
          </p:nvPr>
        </p:nvSpPr>
        <p:spPr>
          <a:xfrm>
            <a:off x="457202" y="109471"/>
            <a:ext cx="8225621" cy="483051"/>
          </a:xfrm>
          <a:prstGeom prst="rect">
            <a:avLst/>
          </a:prstGeom>
        </p:spPr>
        <p:txBody>
          <a:bodyPr anchor="ctr"/>
          <a:lstStyle>
            <a:lvl1pPr algn="l" defTabSz="457189" rtl="0" eaLnBrk="1" latinLnBrk="0" hangingPunct="1">
              <a:spcBef>
                <a:spcPct val="0"/>
              </a:spcBef>
              <a:buNone/>
              <a:defRPr lang="en-GB" sz="1600" b="1" i="0" kern="1200" cap="all" baseline="0" dirty="0">
                <a:solidFill>
                  <a:srgbClr val="27509B"/>
                </a:solidFill>
                <a:latin typeface="Michelin" pitchFamily="50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9" name="Espace réservé du contenu 4"/>
          <p:cNvSpPr>
            <a:spLocks noGrp="1"/>
          </p:cNvSpPr>
          <p:nvPr>
            <p:ph sz="quarter" idx="10"/>
          </p:nvPr>
        </p:nvSpPr>
        <p:spPr>
          <a:xfrm>
            <a:off x="457203" y="656982"/>
            <a:ext cx="4146602" cy="4169459"/>
          </a:xfrm>
          <a:prstGeom prst="rect">
            <a:avLst/>
          </a:prstGeom>
        </p:spPr>
        <p:txBody>
          <a:bodyPr/>
          <a:lstStyle>
            <a:lvl1pPr>
              <a:defRPr lang="fr-FR" sz="1600" kern="1200" noProof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/>
              </a:defRPr>
            </a:lvl1pPr>
            <a:lvl2pPr marL="742932" indent="-285744">
              <a:buFontTx/>
              <a:buBlip>
                <a:blip r:embed="rId2"/>
              </a:buBlip>
              <a:defRPr lang="fr-FR" sz="1400" kern="1200" noProof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/>
              </a:defRPr>
            </a:lvl2pPr>
            <a:lvl3pPr marL="1142971" indent="-228594">
              <a:buFontTx/>
              <a:buBlip>
                <a:blip r:embed="rId3"/>
              </a:buBlip>
              <a:defRPr lang="fr-FR" sz="12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3pPr>
            <a:lvl4pPr marL="1600160" indent="-228594">
              <a:buFont typeface="Wingdings" panose="05000000000000000000" pitchFamily="2" charset="2"/>
              <a:buChar char="§"/>
              <a:defRPr lang="fr-FR" sz="12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4pPr>
            <a:lvl5pPr marL="2057349" indent="-228594">
              <a:buFont typeface="Arial" panose="020B0604020202020204" pitchFamily="34" charset="0"/>
              <a:buChar char="•"/>
              <a:defRPr lang="en-GB" sz="12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5pPr>
          </a:lstStyle>
          <a:p>
            <a:pPr marL="0" lvl="0" indent="0" algn="l" defTabSz="457189" rtl="0" eaLnBrk="1" latinLnBrk="0" hangingPunct="1">
              <a:spcBef>
                <a:spcPct val="20000"/>
              </a:spcBef>
              <a:buFont typeface="Arial"/>
              <a:buNone/>
            </a:pPr>
            <a:r>
              <a:rPr lang="fr-FR"/>
              <a:t>Modifier les styles du texte du masque</a:t>
            </a:r>
          </a:p>
          <a:p>
            <a:pPr marL="742932" lvl="1" indent="-285744" algn="l" defTabSz="457189" rtl="0" eaLnBrk="1" latinLnBrk="0" hangingPunct="1">
              <a:spcBef>
                <a:spcPct val="20000"/>
              </a:spcBef>
              <a:buFontTx/>
              <a:buBlip>
                <a:blip r:embed="rId2"/>
              </a:buBlip>
            </a:pPr>
            <a:r>
              <a:rPr lang="fr-FR"/>
              <a:t>Deuxième niveau</a:t>
            </a:r>
          </a:p>
          <a:p>
            <a:pPr marL="1142971" lvl="2" indent="-228594" algn="l" defTabSz="457189" rtl="0" eaLnBrk="1" latinLnBrk="0" hangingPunct="1">
              <a:spcBef>
                <a:spcPct val="20000"/>
              </a:spcBef>
              <a:buFontTx/>
              <a:buBlip>
                <a:blip r:embed="rId3"/>
              </a:buBlip>
            </a:pPr>
            <a:r>
              <a:rPr lang="fr-FR"/>
              <a:t>Troisième niveau</a:t>
            </a:r>
          </a:p>
          <a:p>
            <a:pPr marL="1600160" lvl="3" indent="-228594" algn="l" defTabSz="457189" rtl="0" eaLnBrk="1" latinLnBrk="0" hangingPunct="1">
              <a:spcBef>
                <a:spcPct val="20000"/>
              </a:spcBef>
              <a:buFont typeface="Wingdings" panose="05000000000000000000" pitchFamily="2" charset="2"/>
              <a:buChar char="§"/>
            </a:pPr>
            <a:r>
              <a:rPr lang="fr-FR"/>
              <a:t>Quatrième niveau</a:t>
            </a:r>
          </a:p>
          <a:p>
            <a:pPr marL="2057349" lvl="4" indent="-228594" algn="l" defTabSz="457189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fr-FR"/>
              <a:t>Cinquième niveau</a:t>
            </a:r>
            <a:endParaRPr lang="en-GB"/>
          </a:p>
        </p:txBody>
      </p:sp>
      <p:pic>
        <p:nvPicPr>
          <p:cNvPr id="10" name="Picture 2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549361" y="362174"/>
            <a:ext cx="1555921" cy="6480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Espace réservé pour une image  2"/>
          <p:cNvSpPr>
            <a:spLocks noGrp="1"/>
          </p:cNvSpPr>
          <p:nvPr>
            <p:ph type="pic" sz="quarter" idx="11"/>
          </p:nvPr>
        </p:nvSpPr>
        <p:spPr>
          <a:xfrm>
            <a:off x="4762500" y="661948"/>
            <a:ext cx="3903663" cy="20414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fr-FR"/>
          </a:p>
        </p:txBody>
      </p:sp>
      <p:sp>
        <p:nvSpPr>
          <p:cNvPr id="11" name="Espace réservé pour une image  2"/>
          <p:cNvSpPr>
            <a:spLocks noGrp="1"/>
          </p:cNvSpPr>
          <p:nvPr>
            <p:ph type="pic" sz="quarter" idx="12"/>
          </p:nvPr>
        </p:nvSpPr>
        <p:spPr>
          <a:xfrm>
            <a:off x="4763826" y="2767054"/>
            <a:ext cx="3903663" cy="20527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fr-FR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E97869F9-F421-4F81-A85B-6F1CA44A745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000" y="80214"/>
            <a:ext cx="1944000" cy="519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440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800"/>
          </a:p>
        </p:txBody>
      </p:sp>
      <p:sp>
        <p:nvSpPr>
          <p:cNvPr id="8" name="Titre 3"/>
          <p:cNvSpPr>
            <a:spLocks noGrp="1"/>
          </p:cNvSpPr>
          <p:nvPr>
            <p:ph type="title" hasCustomPrompt="1"/>
          </p:nvPr>
        </p:nvSpPr>
        <p:spPr>
          <a:xfrm>
            <a:off x="457202" y="109471"/>
            <a:ext cx="8225621" cy="483051"/>
          </a:xfrm>
          <a:prstGeom prst="rect">
            <a:avLst/>
          </a:prstGeom>
        </p:spPr>
        <p:txBody>
          <a:bodyPr anchor="ctr"/>
          <a:lstStyle>
            <a:lvl1pPr algn="l" defTabSz="457189" rtl="0" eaLnBrk="1" latinLnBrk="0" hangingPunct="1">
              <a:spcBef>
                <a:spcPct val="0"/>
              </a:spcBef>
              <a:buNone/>
              <a:defRPr lang="en-GB" sz="1600" b="1" i="0" kern="1200" cap="all" baseline="0" dirty="0">
                <a:solidFill>
                  <a:srgbClr val="27509B"/>
                </a:solidFill>
                <a:latin typeface="Michelin" pitchFamily="50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9" name="Espace réservé du contenu 4"/>
          <p:cNvSpPr>
            <a:spLocks noGrp="1"/>
          </p:cNvSpPr>
          <p:nvPr>
            <p:ph sz="quarter" idx="10"/>
          </p:nvPr>
        </p:nvSpPr>
        <p:spPr>
          <a:xfrm>
            <a:off x="457203" y="656982"/>
            <a:ext cx="8229598" cy="4169459"/>
          </a:xfrm>
          <a:prstGeom prst="rect">
            <a:avLst/>
          </a:prstGeom>
        </p:spPr>
        <p:txBody>
          <a:bodyPr/>
          <a:lstStyle>
            <a:lvl1pPr>
              <a:defRPr lang="fr-FR" sz="1600" kern="1200" noProof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/>
              </a:defRPr>
            </a:lvl1pPr>
            <a:lvl2pPr marL="742932" indent="-285744">
              <a:buFontTx/>
              <a:buBlip>
                <a:blip r:embed="rId2"/>
              </a:buBlip>
              <a:defRPr lang="fr-FR" sz="1400" kern="1200" noProof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/>
              </a:defRPr>
            </a:lvl2pPr>
            <a:lvl3pPr marL="1142971" indent="-228594">
              <a:buFontTx/>
              <a:buBlip>
                <a:blip r:embed="rId3"/>
              </a:buBlip>
              <a:defRPr lang="fr-FR" sz="12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3pPr>
            <a:lvl4pPr marL="1600160" indent="-228594">
              <a:buFont typeface="Wingdings" panose="05000000000000000000" pitchFamily="2" charset="2"/>
              <a:buChar char="§"/>
              <a:defRPr lang="fr-FR" sz="12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4pPr>
            <a:lvl5pPr marL="2057349" indent="-228594">
              <a:buFont typeface="Arial" panose="020B0604020202020204" pitchFamily="34" charset="0"/>
              <a:buChar char="•"/>
              <a:defRPr lang="en-GB" sz="12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5pPr>
          </a:lstStyle>
          <a:p>
            <a:pPr marL="0" lvl="0" indent="0" algn="l" defTabSz="457189" rtl="0" eaLnBrk="1" latinLnBrk="0" hangingPunct="1">
              <a:spcBef>
                <a:spcPct val="20000"/>
              </a:spcBef>
              <a:buFont typeface="Arial"/>
              <a:buNone/>
            </a:pPr>
            <a:r>
              <a:rPr lang="fr-FR"/>
              <a:t>Modifier les styles du texte du masque</a:t>
            </a:r>
          </a:p>
          <a:p>
            <a:pPr marL="742932" lvl="1" indent="-285744" algn="l" defTabSz="457189" rtl="0" eaLnBrk="1" latinLnBrk="0" hangingPunct="1">
              <a:spcBef>
                <a:spcPct val="20000"/>
              </a:spcBef>
              <a:buFontTx/>
              <a:buBlip>
                <a:blip r:embed="rId2"/>
              </a:buBlip>
            </a:pPr>
            <a:r>
              <a:rPr lang="fr-FR"/>
              <a:t>Deuxième niveau</a:t>
            </a:r>
          </a:p>
          <a:p>
            <a:pPr marL="1142971" lvl="2" indent="-228594" algn="l" defTabSz="457189" rtl="0" eaLnBrk="1" latinLnBrk="0" hangingPunct="1">
              <a:spcBef>
                <a:spcPct val="20000"/>
              </a:spcBef>
              <a:buFontTx/>
              <a:buBlip>
                <a:blip r:embed="rId3"/>
              </a:buBlip>
            </a:pPr>
            <a:r>
              <a:rPr lang="fr-FR"/>
              <a:t>Troisième niveau</a:t>
            </a:r>
          </a:p>
          <a:p>
            <a:pPr marL="1600160" lvl="3" indent="-228594" algn="l" defTabSz="457189" rtl="0" eaLnBrk="1" latinLnBrk="0" hangingPunct="1">
              <a:spcBef>
                <a:spcPct val="20000"/>
              </a:spcBef>
              <a:buFont typeface="Wingdings" panose="05000000000000000000" pitchFamily="2" charset="2"/>
              <a:buChar char="§"/>
            </a:pPr>
            <a:r>
              <a:rPr lang="fr-FR"/>
              <a:t>Quatrième niveau</a:t>
            </a:r>
          </a:p>
          <a:p>
            <a:pPr marL="2057349" lvl="4" indent="-228594" algn="l" defTabSz="457189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fr-FR"/>
              <a:t>Cinquième niveau</a:t>
            </a:r>
            <a:endParaRPr lang="en-GB"/>
          </a:p>
        </p:txBody>
      </p:sp>
      <p:pic>
        <p:nvPicPr>
          <p:cNvPr id="10" name="Picture 2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549361" y="362174"/>
            <a:ext cx="1555921" cy="6480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F5DE6D41-9065-4856-9F5A-F649BD41BE58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000" y="80214"/>
            <a:ext cx="1944000" cy="519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5859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800"/>
          </a:p>
        </p:txBody>
      </p:sp>
      <p:sp>
        <p:nvSpPr>
          <p:cNvPr id="8" name="Titre 3"/>
          <p:cNvSpPr>
            <a:spLocks noGrp="1"/>
          </p:cNvSpPr>
          <p:nvPr>
            <p:ph type="title" hasCustomPrompt="1"/>
          </p:nvPr>
        </p:nvSpPr>
        <p:spPr>
          <a:xfrm>
            <a:off x="457202" y="109471"/>
            <a:ext cx="8225621" cy="483051"/>
          </a:xfrm>
          <a:prstGeom prst="rect">
            <a:avLst/>
          </a:prstGeom>
        </p:spPr>
        <p:txBody>
          <a:bodyPr anchor="ctr"/>
          <a:lstStyle>
            <a:lvl1pPr algn="l" defTabSz="457189" rtl="0" eaLnBrk="1" latinLnBrk="0" hangingPunct="1">
              <a:spcBef>
                <a:spcPct val="0"/>
              </a:spcBef>
              <a:buNone/>
              <a:defRPr lang="en-GB" sz="1600" b="1" i="0" kern="1200" cap="all" baseline="0" dirty="0">
                <a:solidFill>
                  <a:srgbClr val="27509B"/>
                </a:solidFill>
                <a:latin typeface="Michelin" pitchFamily="50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9" name="Espace réservé du contenu 4"/>
          <p:cNvSpPr>
            <a:spLocks noGrp="1"/>
          </p:cNvSpPr>
          <p:nvPr>
            <p:ph sz="quarter" idx="10"/>
          </p:nvPr>
        </p:nvSpPr>
        <p:spPr>
          <a:xfrm>
            <a:off x="457203" y="656982"/>
            <a:ext cx="8229598" cy="4169459"/>
          </a:xfrm>
          <a:prstGeom prst="rect">
            <a:avLst/>
          </a:prstGeom>
        </p:spPr>
        <p:txBody>
          <a:bodyPr/>
          <a:lstStyle>
            <a:lvl1pPr>
              <a:defRPr lang="fr-FR" sz="1600" kern="1200" noProof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/>
              </a:defRPr>
            </a:lvl1pPr>
            <a:lvl2pPr marL="742932" indent="-285744">
              <a:buFontTx/>
              <a:buBlip>
                <a:blip r:embed="rId2"/>
              </a:buBlip>
              <a:defRPr lang="fr-FR" sz="1400" kern="1200" noProof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/>
              </a:defRPr>
            </a:lvl2pPr>
            <a:lvl3pPr marL="1142971" indent="-228594">
              <a:buFontTx/>
              <a:buBlip>
                <a:blip r:embed="rId3"/>
              </a:buBlip>
              <a:defRPr lang="fr-FR" sz="12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3pPr>
            <a:lvl4pPr marL="1600160" indent="-228594">
              <a:buFont typeface="Wingdings" panose="05000000000000000000" pitchFamily="2" charset="2"/>
              <a:buChar char="§"/>
              <a:defRPr lang="fr-FR" sz="12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4pPr>
            <a:lvl5pPr marL="2057349" indent="-228594">
              <a:buFont typeface="Arial" panose="020B0604020202020204" pitchFamily="34" charset="0"/>
              <a:buChar char="•"/>
              <a:defRPr lang="en-GB" sz="12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5pPr>
          </a:lstStyle>
          <a:p>
            <a:pPr marL="0" lvl="0" indent="0" algn="l" defTabSz="457189" rtl="0" eaLnBrk="1" latinLnBrk="0" hangingPunct="1">
              <a:spcBef>
                <a:spcPct val="20000"/>
              </a:spcBef>
              <a:buFont typeface="Arial"/>
              <a:buNone/>
            </a:pPr>
            <a:r>
              <a:rPr lang="fr-FR"/>
              <a:t>Modifier les styles du texte du masque</a:t>
            </a:r>
          </a:p>
          <a:p>
            <a:pPr marL="742932" lvl="1" indent="-285744" algn="l" defTabSz="457189" rtl="0" eaLnBrk="1" latinLnBrk="0" hangingPunct="1">
              <a:spcBef>
                <a:spcPct val="20000"/>
              </a:spcBef>
              <a:buFontTx/>
              <a:buBlip>
                <a:blip r:embed="rId2"/>
              </a:buBlip>
            </a:pPr>
            <a:r>
              <a:rPr lang="fr-FR"/>
              <a:t>Deuxième niveau</a:t>
            </a:r>
          </a:p>
          <a:p>
            <a:pPr marL="1142971" lvl="2" indent="-228594" algn="l" defTabSz="457189" rtl="0" eaLnBrk="1" latinLnBrk="0" hangingPunct="1">
              <a:spcBef>
                <a:spcPct val="20000"/>
              </a:spcBef>
              <a:buFontTx/>
              <a:buBlip>
                <a:blip r:embed="rId3"/>
              </a:buBlip>
            </a:pPr>
            <a:r>
              <a:rPr lang="fr-FR"/>
              <a:t>Troisième niveau</a:t>
            </a:r>
          </a:p>
          <a:p>
            <a:pPr marL="1600160" lvl="3" indent="-228594" algn="l" defTabSz="457189" rtl="0" eaLnBrk="1" latinLnBrk="0" hangingPunct="1">
              <a:spcBef>
                <a:spcPct val="20000"/>
              </a:spcBef>
              <a:buFont typeface="Wingdings" panose="05000000000000000000" pitchFamily="2" charset="2"/>
              <a:buChar char="§"/>
            </a:pPr>
            <a:r>
              <a:rPr lang="fr-FR"/>
              <a:t>Quatrième niveau</a:t>
            </a:r>
          </a:p>
          <a:p>
            <a:pPr marL="2057349" lvl="4" indent="-228594" algn="l" defTabSz="457189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fr-FR"/>
              <a:t>Cinquième niveau</a:t>
            </a:r>
            <a:endParaRPr lang="en-GB"/>
          </a:p>
        </p:txBody>
      </p:sp>
      <p:pic>
        <p:nvPicPr>
          <p:cNvPr id="10" name="Picture 2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549361" y="362174"/>
            <a:ext cx="1555921" cy="6480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2FEAE6E7-840D-4467-8A1D-6B3208F2586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000" y="80214"/>
            <a:ext cx="1944000" cy="519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184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800"/>
          </a:p>
        </p:txBody>
      </p:sp>
      <p:sp>
        <p:nvSpPr>
          <p:cNvPr id="8" name="Titre 3"/>
          <p:cNvSpPr>
            <a:spLocks noGrp="1"/>
          </p:cNvSpPr>
          <p:nvPr>
            <p:ph type="title" hasCustomPrompt="1"/>
          </p:nvPr>
        </p:nvSpPr>
        <p:spPr>
          <a:xfrm>
            <a:off x="457202" y="109471"/>
            <a:ext cx="8225621" cy="483051"/>
          </a:xfrm>
          <a:prstGeom prst="rect">
            <a:avLst/>
          </a:prstGeom>
        </p:spPr>
        <p:txBody>
          <a:bodyPr anchor="ctr"/>
          <a:lstStyle>
            <a:lvl1pPr algn="l" defTabSz="457189" rtl="0" eaLnBrk="1" latinLnBrk="0" hangingPunct="1">
              <a:spcBef>
                <a:spcPct val="0"/>
              </a:spcBef>
              <a:buNone/>
              <a:defRPr lang="en-GB" sz="1600" b="1" i="0" kern="1200" cap="all" baseline="0" dirty="0">
                <a:solidFill>
                  <a:srgbClr val="27509B"/>
                </a:solidFill>
                <a:latin typeface="Michelin" pitchFamily="50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9" name="Espace réservé du contenu 4"/>
          <p:cNvSpPr>
            <a:spLocks noGrp="1"/>
          </p:cNvSpPr>
          <p:nvPr>
            <p:ph sz="quarter" idx="10"/>
          </p:nvPr>
        </p:nvSpPr>
        <p:spPr>
          <a:xfrm>
            <a:off x="457203" y="656982"/>
            <a:ext cx="8229598" cy="4169459"/>
          </a:xfrm>
          <a:prstGeom prst="rect">
            <a:avLst/>
          </a:prstGeom>
        </p:spPr>
        <p:txBody>
          <a:bodyPr/>
          <a:lstStyle>
            <a:lvl1pPr>
              <a:defRPr lang="fr-FR" sz="1600" kern="1200" noProof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/>
              </a:defRPr>
            </a:lvl1pPr>
            <a:lvl2pPr marL="742932" indent="-285744">
              <a:buFontTx/>
              <a:buBlip>
                <a:blip r:embed="rId2"/>
              </a:buBlip>
              <a:defRPr lang="fr-FR" sz="1400" kern="1200" noProof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/>
              </a:defRPr>
            </a:lvl2pPr>
            <a:lvl3pPr marL="1142971" indent="-228594">
              <a:buFontTx/>
              <a:buBlip>
                <a:blip r:embed="rId3"/>
              </a:buBlip>
              <a:defRPr lang="fr-FR" sz="12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3pPr>
            <a:lvl4pPr marL="1600160" indent="-228594">
              <a:buFont typeface="Wingdings" panose="05000000000000000000" pitchFamily="2" charset="2"/>
              <a:buChar char="§"/>
              <a:defRPr lang="fr-FR" sz="12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4pPr>
            <a:lvl5pPr marL="2057349" indent="-228594">
              <a:buFont typeface="Arial" panose="020B0604020202020204" pitchFamily="34" charset="0"/>
              <a:buChar char="•"/>
              <a:defRPr lang="en-GB" sz="12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5pPr>
          </a:lstStyle>
          <a:p>
            <a:pPr marL="0" lvl="0" indent="0" algn="l" defTabSz="457189" rtl="0" eaLnBrk="1" latinLnBrk="0" hangingPunct="1">
              <a:spcBef>
                <a:spcPct val="20000"/>
              </a:spcBef>
              <a:buFont typeface="Arial"/>
              <a:buNone/>
            </a:pPr>
            <a:r>
              <a:rPr lang="fr-FR"/>
              <a:t>Modifier les styles du texte du masque</a:t>
            </a:r>
          </a:p>
          <a:p>
            <a:pPr marL="742932" lvl="1" indent="-285744" algn="l" defTabSz="457189" rtl="0" eaLnBrk="1" latinLnBrk="0" hangingPunct="1">
              <a:spcBef>
                <a:spcPct val="20000"/>
              </a:spcBef>
              <a:buFontTx/>
              <a:buBlip>
                <a:blip r:embed="rId2"/>
              </a:buBlip>
            </a:pPr>
            <a:r>
              <a:rPr lang="fr-FR"/>
              <a:t>Deuxième niveau</a:t>
            </a:r>
          </a:p>
          <a:p>
            <a:pPr marL="1142971" lvl="2" indent="-228594" algn="l" defTabSz="457189" rtl="0" eaLnBrk="1" latinLnBrk="0" hangingPunct="1">
              <a:spcBef>
                <a:spcPct val="20000"/>
              </a:spcBef>
              <a:buFontTx/>
              <a:buBlip>
                <a:blip r:embed="rId3"/>
              </a:buBlip>
            </a:pPr>
            <a:r>
              <a:rPr lang="fr-FR"/>
              <a:t>Troisième niveau</a:t>
            </a:r>
          </a:p>
          <a:p>
            <a:pPr marL="1600160" lvl="3" indent="-228594" algn="l" defTabSz="457189" rtl="0" eaLnBrk="1" latinLnBrk="0" hangingPunct="1">
              <a:spcBef>
                <a:spcPct val="20000"/>
              </a:spcBef>
              <a:buFont typeface="Wingdings" panose="05000000000000000000" pitchFamily="2" charset="2"/>
              <a:buChar char="§"/>
            </a:pPr>
            <a:r>
              <a:rPr lang="fr-FR"/>
              <a:t>Quatrième niveau</a:t>
            </a:r>
          </a:p>
          <a:p>
            <a:pPr marL="2057349" lvl="4" indent="-228594" algn="l" defTabSz="457189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fr-FR"/>
              <a:t>Cinquième niveau</a:t>
            </a:r>
            <a:endParaRPr lang="en-GB"/>
          </a:p>
        </p:txBody>
      </p:sp>
      <p:pic>
        <p:nvPicPr>
          <p:cNvPr id="10" name="Picture 2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549361" y="362174"/>
            <a:ext cx="1555921" cy="6480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11B19846-93BA-468B-9EC8-D57BE2FC13C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000" y="80214"/>
            <a:ext cx="1944000" cy="519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308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800"/>
          </a:p>
        </p:txBody>
      </p:sp>
      <p:sp>
        <p:nvSpPr>
          <p:cNvPr id="8" name="Titre 3"/>
          <p:cNvSpPr>
            <a:spLocks noGrp="1"/>
          </p:cNvSpPr>
          <p:nvPr>
            <p:ph type="title" hasCustomPrompt="1"/>
          </p:nvPr>
        </p:nvSpPr>
        <p:spPr>
          <a:xfrm>
            <a:off x="457202" y="109471"/>
            <a:ext cx="8225621" cy="483051"/>
          </a:xfrm>
          <a:prstGeom prst="rect">
            <a:avLst/>
          </a:prstGeom>
        </p:spPr>
        <p:txBody>
          <a:bodyPr anchor="ctr"/>
          <a:lstStyle>
            <a:lvl1pPr algn="l" defTabSz="457189" rtl="0" eaLnBrk="1" latinLnBrk="0" hangingPunct="1">
              <a:spcBef>
                <a:spcPct val="0"/>
              </a:spcBef>
              <a:buNone/>
              <a:defRPr lang="en-GB" sz="1600" b="1" i="0" kern="1200" cap="all" baseline="0" dirty="0">
                <a:solidFill>
                  <a:srgbClr val="27509B"/>
                </a:solidFill>
                <a:latin typeface="Michelin" pitchFamily="50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9" name="Espace réservé du contenu 4"/>
          <p:cNvSpPr>
            <a:spLocks noGrp="1"/>
          </p:cNvSpPr>
          <p:nvPr>
            <p:ph sz="quarter" idx="10"/>
          </p:nvPr>
        </p:nvSpPr>
        <p:spPr>
          <a:xfrm>
            <a:off x="457203" y="656982"/>
            <a:ext cx="8229598" cy="4169459"/>
          </a:xfrm>
          <a:prstGeom prst="rect">
            <a:avLst/>
          </a:prstGeom>
        </p:spPr>
        <p:txBody>
          <a:bodyPr/>
          <a:lstStyle>
            <a:lvl1pPr>
              <a:defRPr lang="fr-FR" sz="1600" kern="1200" noProof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/>
              </a:defRPr>
            </a:lvl1pPr>
            <a:lvl2pPr marL="742932" indent="-285744">
              <a:buFontTx/>
              <a:buBlip>
                <a:blip r:embed="rId2"/>
              </a:buBlip>
              <a:defRPr lang="fr-FR" sz="1400" kern="1200" noProof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/>
              </a:defRPr>
            </a:lvl2pPr>
            <a:lvl3pPr marL="1142971" indent="-228594">
              <a:buFontTx/>
              <a:buBlip>
                <a:blip r:embed="rId3"/>
              </a:buBlip>
              <a:defRPr lang="fr-FR" sz="12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3pPr>
            <a:lvl4pPr marL="1600160" indent="-228594">
              <a:buFont typeface="Wingdings" panose="05000000000000000000" pitchFamily="2" charset="2"/>
              <a:buChar char="§"/>
              <a:defRPr lang="fr-FR" sz="12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4pPr>
            <a:lvl5pPr marL="2057349" indent="-228594">
              <a:buFont typeface="Arial" panose="020B0604020202020204" pitchFamily="34" charset="0"/>
              <a:buChar char="•"/>
              <a:defRPr lang="en-GB" sz="12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5pPr>
          </a:lstStyle>
          <a:p>
            <a:pPr marL="0" lvl="0" indent="0" algn="l" defTabSz="457189" rtl="0" eaLnBrk="1" latinLnBrk="0" hangingPunct="1">
              <a:spcBef>
                <a:spcPct val="20000"/>
              </a:spcBef>
              <a:buFont typeface="Arial"/>
              <a:buNone/>
            </a:pPr>
            <a:r>
              <a:rPr lang="fr-FR"/>
              <a:t>Modifier les styles du texte du masque</a:t>
            </a:r>
          </a:p>
          <a:p>
            <a:pPr marL="742932" lvl="1" indent="-285744" algn="l" defTabSz="457189" rtl="0" eaLnBrk="1" latinLnBrk="0" hangingPunct="1">
              <a:spcBef>
                <a:spcPct val="20000"/>
              </a:spcBef>
              <a:buFontTx/>
              <a:buBlip>
                <a:blip r:embed="rId2"/>
              </a:buBlip>
            </a:pPr>
            <a:r>
              <a:rPr lang="fr-FR"/>
              <a:t>Deuxième niveau</a:t>
            </a:r>
          </a:p>
          <a:p>
            <a:pPr marL="1142971" lvl="2" indent="-228594" algn="l" defTabSz="457189" rtl="0" eaLnBrk="1" latinLnBrk="0" hangingPunct="1">
              <a:spcBef>
                <a:spcPct val="20000"/>
              </a:spcBef>
              <a:buFontTx/>
              <a:buBlip>
                <a:blip r:embed="rId3"/>
              </a:buBlip>
            </a:pPr>
            <a:r>
              <a:rPr lang="fr-FR"/>
              <a:t>Troisième niveau</a:t>
            </a:r>
          </a:p>
          <a:p>
            <a:pPr marL="1600160" lvl="3" indent="-228594" algn="l" defTabSz="457189" rtl="0" eaLnBrk="1" latinLnBrk="0" hangingPunct="1">
              <a:spcBef>
                <a:spcPct val="20000"/>
              </a:spcBef>
              <a:buFont typeface="Wingdings" panose="05000000000000000000" pitchFamily="2" charset="2"/>
              <a:buChar char="§"/>
            </a:pPr>
            <a:r>
              <a:rPr lang="fr-FR"/>
              <a:t>Quatrième niveau</a:t>
            </a:r>
          </a:p>
          <a:p>
            <a:pPr marL="2057349" lvl="4" indent="-228594" algn="l" defTabSz="457189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fr-FR"/>
              <a:t>Cinquième niveau</a:t>
            </a:r>
            <a:endParaRPr lang="en-GB"/>
          </a:p>
        </p:txBody>
      </p:sp>
      <p:pic>
        <p:nvPicPr>
          <p:cNvPr id="10" name="Picture 2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549361" y="362174"/>
            <a:ext cx="1555921" cy="6480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80261407-3D4C-4C90-9F7B-0B8A003AFD1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000" y="80214"/>
            <a:ext cx="1944000" cy="519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559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800"/>
          </a:p>
        </p:txBody>
      </p:sp>
      <p:sp>
        <p:nvSpPr>
          <p:cNvPr id="8" name="Titre 3"/>
          <p:cNvSpPr>
            <a:spLocks noGrp="1"/>
          </p:cNvSpPr>
          <p:nvPr>
            <p:ph type="title" hasCustomPrompt="1"/>
          </p:nvPr>
        </p:nvSpPr>
        <p:spPr>
          <a:xfrm>
            <a:off x="457202" y="109471"/>
            <a:ext cx="8225621" cy="483051"/>
          </a:xfrm>
          <a:prstGeom prst="rect">
            <a:avLst/>
          </a:prstGeom>
        </p:spPr>
        <p:txBody>
          <a:bodyPr anchor="ctr"/>
          <a:lstStyle>
            <a:lvl1pPr algn="l" defTabSz="457189" rtl="0" eaLnBrk="1" latinLnBrk="0" hangingPunct="1">
              <a:spcBef>
                <a:spcPct val="0"/>
              </a:spcBef>
              <a:buNone/>
              <a:defRPr lang="en-GB" sz="1600" b="1" i="0" kern="1200" cap="all" baseline="0" dirty="0">
                <a:solidFill>
                  <a:srgbClr val="27509B"/>
                </a:solidFill>
                <a:latin typeface="Michelin" pitchFamily="50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9" name="Espace réservé du contenu 4"/>
          <p:cNvSpPr>
            <a:spLocks noGrp="1"/>
          </p:cNvSpPr>
          <p:nvPr>
            <p:ph sz="quarter" idx="10"/>
          </p:nvPr>
        </p:nvSpPr>
        <p:spPr>
          <a:xfrm>
            <a:off x="457203" y="656982"/>
            <a:ext cx="8229598" cy="4169459"/>
          </a:xfrm>
          <a:prstGeom prst="rect">
            <a:avLst/>
          </a:prstGeom>
        </p:spPr>
        <p:txBody>
          <a:bodyPr/>
          <a:lstStyle>
            <a:lvl1pPr>
              <a:defRPr lang="fr-FR" sz="1600" kern="1200" noProof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/>
              </a:defRPr>
            </a:lvl1pPr>
            <a:lvl2pPr marL="742932" indent="-285744">
              <a:buFontTx/>
              <a:buBlip>
                <a:blip r:embed="rId2"/>
              </a:buBlip>
              <a:defRPr lang="fr-FR" sz="1400" kern="1200" noProof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/>
              </a:defRPr>
            </a:lvl2pPr>
            <a:lvl3pPr marL="1142971" indent="-228594">
              <a:buFontTx/>
              <a:buBlip>
                <a:blip r:embed="rId3"/>
              </a:buBlip>
              <a:defRPr lang="fr-FR" sz="12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3pPr>
            <a:lvl4pPr marL="1600160" indent="-228594">
              <a:buFont typeface="Wingdings" panose="05000000000000000000" pitchFamily="2" charset="2"/>
              <a:buChar char="§"/>
              <a:defRPr lang="fr-FR" sz="12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4pPr>
            <a:lvl5pPr marL="2057349" indent="-228594">
              <a:buFont typeface="Arial" panose="020B0604020202020204" pitchFamily="34" charset="0"/>
              <a:buChar char="•"/>
              <a:defRPr lang="en-GB" sz="12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5pPr>
          </a:lstStyle>
          <a:p>
            <a:pPr marL="0" lvl="0" indent="0" algn="l" defTabSz="457189" rtl="0" eaLnBrk="1" latinLnBrk="0" hangingPunct="1">
              <a:spcBef>
                <a:spcPct val="20000"/>
              </a:spcBef>
              <a:buFont typeface="Arial"/>
              <a:buNone/>
            </a:pPr>
            <a:r>
              <a:rPr lang="fr-FR"/>
              <a:t>Modifier les styles du texte du masque</a:t>
            </a:r>
          </a:p>
          <a:p>
            <a:pPr marL="742932" lvl="1" indent="-285744" algn="l" defTabSz="457189" rtl="0" eaLnBrk="1" latinLnBrk="0" hangingPunct="1">
              <a:spcBef>
                <a:spcPct val="20000"/>
              </a:spcBef>
              <a:buFontTx/>
              <a:buBlip>
                <a:blip r:embed="rId2"/>
              </a:buBlip>
            </a:pPr>
            <a:r>
              <a:rPr lang="fr-FR"/>
              <a:t>Deuxième niveau</a:t>
            </a:r>
          </a:p>
          <a:p>
            <a:pPr marL="1142971" lvl="2" indent="-228594" algn="l" defTabSz="457189" rtl="0" eaLnBrk="1" latinLnBrk="0" hangingPunct="1">
              <a:spcBef>
                <a:spcPct val="20000"/>
              </a:spcBef>
              <a:buFontTx/>
              <a:buBlip>
                <a:blip r:embed="rId3"/>
              </a:buBlip>
            </a:pPr>
            <a:r>
              <a:rPr lang="fr-FR"/>
              <a:t>Troisième niveau</a:t>
            </a:r>
          </a:p>
          <a:p>
            <a:pPr marL="1600160" lvl="3" indent="-228594" algn="l" defTabSz="457189" rtl="0" eaLnBrk="1" latinLnBrk="0" hangingPunct="1">
              <a:spcBef>
                <a:spcPct val="20000"/>
              </a:spcBef>
              <a:buFont typeface="Wingdings" panose="05000000000000000000" pitchFamily="2" charset="2"/>
              <a:buChar char="§"/>
            </a:pPr>
            <a:r>
              <a:rPr lang="fr-FR"/>
              <a:t>Quatrième niveau</a:t>
            </a:r>
          </a:p>
          <a:p>
            <a:pPr marL="2057349" lvl="4" indent="-228594" algn="l" defTabSz="457189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fr-FR"/>
              <a:t>Cinquième niveau</a:t>
            </a:r>
            <a:endParaRPr lang="en-GB"/>
          </a:p>
        </p:txBody>
      </p:sp>
      <p:pic>
        <p:nvPicPr>
          <p:cNvPr id="10" name="Picture 2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549361" y="362174"/>
            <a:ext cx="1555921" cy="6480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32CD6791-8A35-4A86-B1B9-C9B061402DB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000" y="80214"/>
            <a:ext cx="1944000" cy="519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5592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itre et contenu sans logo sans sous titr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re 1"/>
          <p:cNvSpPr>
            <a:spLocks noGrp="1"/>
          </p:cNvSpPr>
          <p:nvPr>
            <p:ph type="title" hasCustomPrompt="1"/>
          </p:nvPr>
        </p:nvSpPr>
        <p:spPr>
          <a:xfrm>
            <a:off x="828000" y="72022"/>
            <a:ext cx="8108039" cy="568555"/>
          </a:xfrm>
        </p:spPr>
        <p:txBody>
          <a:bodyPr>
            <a:noAutofit/>
          </a:bodyPr>
          <a:lstStyle>
            <a:lvl1pPr algn="l">
              <a:defRPr sz="2400" i="1" baseline="0">
                <a:solidFill>
                  <a:schemeClr val="tx2"/>
                </a:solidFill>
                <a:latin typeface="Arial Black" panose="020B0A04020102090204" pitchFamily="34" charset="0"/>
              </a:defRPr>
            </a:lvl1pPr>
          </a:lstStyle>
          <a:p>
            <a:r>
              <a:rPr lang="fr-FR"/>
              <a:t>TITRE DE LA PAGE</a:t>
            </a:r>
          </a:p>
        </p:txBody>
      </p:sp>
      <p:sp>
        <p:nvSpPr>
          <p:cNvPr id="12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380076" y="947209"/>
            <a:ext cx="8507845" cy="3735587"/>
          </a:xfrm>
        </p:spPr>
        <p:txBody>
          <a:bodyPr>
            <a:normAutofit/>
          </a:bodyPr>
          <a:lstStyle>
            <a:lvl1pPr marL="252413" indent="-252413">
              <a:buClr>
                <a:schemeClr val="bg2"/>
              </a:buClr>
              <a:buFontTx/>
              <a:buBlip>
                <a:blip r:embed="rId2"/>
              </a:buBlip>
              <a:defRPr sz="18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25475" indent="-266700">
              <a:buClr>
                <a:schemeClr val="tx2"/>
              </a:buClr>
              <a:buSzPct val="80000"/>
              <a:buFont typeface="Wingdings 3" panose="05040102010807070707" pitchFamily="18" charset="2"/>
              <a:buChar char=""/>
              <a:defRPr sz="18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98525" indent="-273050">
              <a:buClr>
                <a:schemeClr val="tx2"/>
              </a:buClr>
              <a:buFont typeface="Arial" panose="020B0604020202020204" pitchFamily="34" charset="0"/>
              <a:buChar char="•"/>
              <a:defRPr sz="1600" i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Michelin" pitchFamily="50" charset="0"/>
              </a:defRPr>
            </a:lvl4pPr>
            <a:lvl5pPr>
              <a:defRPr>
                <a:latin typeface="Michelin" pitchFamily="50" charset="0"/>
              </a:defRPr>
            </a:lvl5pPr>
          </a:lstStyle>
          <a:p>
            <a:pPr lvl="0"/>
            <a:r>
              <a:rPr lang="en-US" noProof="0"/>
              <a:t>Cliquer pour modifier les styles du </a:t>
            </a:r>
            <a:r>
              <a:rPr lang="en-US" noProof="0" err="1"/>
              <a:t>texte</a:t>
            </a:r>
            <a:r>
              <a:rPr lang="en-US" noProof="0"/>
              <a:t> du masque</a:t>
            </a:r>
          </a:p>
          <a:p>
            <a:pPr lvl="1"/>
            <a:r>
              <a:rPr lang="en-US" noProof="0" err="1"/>
              <a:t>Deuxième</a:t>
            </a:r>
            <a:r>
              <a:rPr lang="en-US" noProof="0"/>
              <a:t> </a:t>
            </a:r>
            <a:r>
              <a:rPr lang="en-US" noProof="0" err="1"/>
              <a:t>niveau</a:t>
            </a:r>
            <a:endParaRPr lang="en-US" noProof="0"/>
          </a:p>
          <a:p>
            <a:pPr lvl="2"/>
            <a:r>
              <a:rPr lang="en-US" noProof="0" err="1"/>
              <a:t>Troisième</a:t>
            </a:r>
            <a:r>
              <a:rPr lang="en-US" noProof="0"/>
              <a:t> </a:t>
            </a:r>
            <a:r>
              <a:rPr lang="en-US" noProof="0" err="1"/>
              <a:t>niveau</a:t>
            </a:r>
            <a:endParaRPr lang="en-US" noProof="0"/>
          </a:p>
        </p:txBody>
      </p:sp>
      <p:sp>
        <p:nvSpPr>
          <p:cNvPr id="14" name="Rectangle 4"/>
          <p:cNvSpPr/>
          <p:nvPr userDrawn="1"/>
        </p:nvSpPr>
        <p:spPr>
          <a:xfrm>
            <a:off x="1" y="-892"/>
            <a:ext cx="760151" cy="2147654"/>
          </a:xfrm>
          <a:custGeom>
            <a:avLst/>
            <a:gdLst>
              <a:gd name="connsiteX0" fmla="*/ 0 w 1330960"/>
              <a:gd name="connsiteY0" fmla="*/ 0 h 3759199"/>
              <a:gd name="connsiteX1" fmla="*/ 1330960 w 1330960"/>
              <a:gd name="connsiteY1" fmla="*/ 0 h 3759199"/>
              <a:gd name="connsiteX2" fmla="*/ 1330960 w 1330960"/>
              <a:gd name="connsiteY2" fmla="*/ 3759199 h 3759199"/>
              <a:gd name="connsiteX3" fmla="*/ 0 w 1330960"/>
              <a:gd name="connsiteY3" fmla="*/ 3759199 h 3759199"/>
              <a:gd name="connsiteX4" fmla="*/ 0 w 1330960"/>
              <a:gd name="connsiteY4" fmla="*/ 0 h 3759199"/>
              <a:gd name="connsiteX0" fmla="*/ 0 w 1330960"/>
              <a:gd name="connsiteY0" fmla="*/ 0 h 3759199"/>
              <a:gd name="connsiteX1" fmla="*/ 1330960 w 1330960"/>
              <a:gd name="connsiteY1" fmla="*/ 0 h 3759199"/>
              <a:gd name="connsiteX2" fmla="*/ 0 w 1330960"/>
              <a:gd name="connsiteY2" fmla="*/ 3759199 h 3759199"/>
              <a:gd name="connsiteX3" fmla="*/ 0 w 1330960"/>
              <a:gd name="connsiteY3" fmla="*/ 0 h 37591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30960" h="3759199">
                <a:moveTo>
                  <a:pt x="0" y="0"/>
                </a:moveTo>
                <a:lnTo>
                  <a:pt x="1330960" y="0"/>
                </a:lnTo>
                <a:lnTo>
                  <a:pt x="0" y="3759199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tx2">
                  <a:shade val="30000"/>
                  <a:satMod val="115000"/>
                </a:schemeClr>
              </a:gs>
              <a:gs pos="50000">
                <a:schemeClr val="tx2">
                  <a:shade val="67500"/>
                  <a:satMod val="115000"/>
                </a:schemeClr>
              </a:gs>
              <a:gs pos="100000">
                <a:schemeClr val="tx2"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fr-FR" sz="1800"/>
          </a:p>
        </p:txBody>
      </p:sp>
      <p:sp>
        <p:nvSpPr>
          <p:cNvPr id="16" name="Rectangle 6"/>
          <p:cNvSpPr/>
          <p:nvPr userDrawn="1"/>
        </p:nvSpPr>
        <p:spPr>
          <a:xfrm>
            <a:off x="8710449" y="4112894"/>
            <a:ext cx="565429" cy="1146156"/>
          </a:xfrm>
          <a:custGeom>
            <a:avLst/>
            <a:gdLst>
              <a:gd name="connsiteX0" fmla="*/ 0 w 2753360"/>
              <a:gd name="connsiteY0" fmla="*/ 0 h 4968240"/>
              <a:gd name="connsiteX1" fmla="*/ 2753360 w 2753360"/>
              <a:gd name="connsiteY1" fmla="*/ 0 h 4968240"/>
              <a:gd name="connsiteX2" fmla="*/ 2753360 w 2753360"/>
              <a:gd name="connsiteY2" fmla="*/ 4968240 h 4968240"/>
              <a:gd name="connsiteX3" fmla="*/ 0 w 2753360"/>
              <a:gd name="connsiteY3" fmla="*/ 4968240 h 4968240"/>
              <a:gd name="connsiteX4" fmla="*/ 0 w 2753360"/>
              <a:gd name="connsiteY4" fmla="*/ 0 h 4968240"/>
              <a:gd name="connsiteX0" fmla="*/ 1767840 w 2753360"/>
              <a:gd name="connsiteY0" fmla="*/ 0 h 4968240"/>
              <a:gd name="connsiteX1" fmla="*/ 2753360 w 2753360"/>
              <a:gd name="connsiteY1" fmla="*/ 0 h 4968240"/>
              <a:gd name="connsiteX2" fmla="*/ 2753360 w 2753360"/>
              <a:gd name="connsiteY2" fmla="*/ 4968240 h 4968240"/>
              <a:gd name="connsiteX3" fmla="*/ 0 w 2753360"/>
              <a:gd name="connsiteY3" fmla="*/ 4968240 h 4968240"/>
              <a:gd name="connsiteX4" fmla="*/ 1767840 w 2753360"/>
              <a:gd name="connsiteY4" fmla="*/ 0 h 4968240"/>
              <a:gd name="connsiteX0" fmla="*/ 1767840 w 2753360"/>
              <a:gd name="connsiteY0" fmla="*/ 0 h 4968240"/>
              <a:gd name="connsiteX1" fmla="*/ 2753360 w 2753360"/>
              <a:gd name="connsiteY1" fmla="*/ 0 h 4968240"/>
              <a:gd name="connsiteX2" fmla="*/ 2340097 w 2753360"/>
              <a:gd name="connsiteY2" fmla="*/ 4960990 h 4968240"/>
              <a:gd name="connsiteX3" fmla="*/ 0 w 2753360"/>
              <a:gd name="connsiteY3" fmla="*/ 4968240 h 4968240"/>
              <a:gd name="connsiteX4" fmla="*/ 1767840 w 2753360"/>
              <a:gd name="connsiteY4" fmla="*/ 0 h 4968240"/>
              <a:gd name="connsiteX0" fmla="*/ 1767840 w 2340097"/>
              <a:gd name="connsiteY0" fmla="*/ 0 h 4968240"/>
              <a:gd name="connsiteX1" fmla="*/ 2332847 w 2340097"/>
              <a:gd name="connsiteY1" fmla="*/ 7250 h 4968240"/>
              <a:gd name="connsiteX2" fmla="*/ 2340097 w 2340097"/>
              <a:gd name="connsiteY2" fmla="*/ 4960990 h 4968240"/>
              <a:gd name="connsiteX3" fmla="*/ 0 w 2340097"/>
              <a:gd name="connsiteY3" fmla="*/ 4968240 h 4968240"/>
              <a:gd name="connsiteX4" fmla="*/ 1767840 w 2340097"/>
              <a:gd name="connsiteY4" fmla="*/ 0 h 4968240"/>
              <a:gd name="connsiteX0" fmla="*/ 1767840 w 2333544"/>
              <a:gd name="connsiteY0" fmla="*/ 0 h 4968240"/>
              <a:gd name="connsiteX1" fmla="*/ 2332847 w 2333544"/>
              <a:gd name="connsiteY1" fmla="*/ 7250 h 4968240"/>
              <a:gd name="connsiteX2" fmla="*/ 2332847 w 2333544"/>
              <a:gd name="connsiteY2" fmla="*/ 4960990 h 4968240"/>
              <a:gd name="connsiteX3" fmla="*/ 0 w 2333544"/>
              <a:gd name="connsiteY3" fmla="*/ 4968240 h 4968240"/>
              <a:gd name="connsiteX4" fmla="*/ 1767840 w 2333544"/>
              <a:gd name="connsiteY4" fmla="*/ 0 h 4968240"/>
              <a:gd name="connsiteX0" fmla="*/ 1767840 w 2345548"/>
              <a:gd name="connsiteY0" fmla="*/ 0 h 5253116"/>
              <a:gd name="connsiteX1" fmla="*/ 2332847 w 2345548"/>
              <a:gd name="connsiteY1" fmla="*/ 7250 h 5253116"/>
              <a:gd name="connsiteX2" fmla="*/ 2345548 w 2345548"/>
              <a:gd name="connsiteY2" fmla="*/ 5253116 h 5253116"/>
              <a:gd name="connsiteX3" fmla="*/ 0 w 2345548"/>
              <a:gd name="connsiteY3" fmla="*/ 4968240 h 5253116"/>
              <a:gd name="connsiteX4" fmla="*/ 1767840 w 2345548"/>
              <a:gd name="connsiteY4" fmla="*/ 0 h 5253116"/>
              <a:gd name="connsiteX0" fmla="*/ 1888500 w 2466208"/>
              <a:gd name="connsiteY0" fmla="*/ 0 h 5317521"/>
              <a:gd name="connsiteX1" fmla="*/ 2453507 w 2466208"/>
              <a:gd name="connsiteY1" fmla="*/ 7250 h 5317521"/>
              <a:gd name="connsiteX2" fmla="*/ 2466208 w 2466208"/>
              <a:gd name="connsiteY2" fmla="*/ 5253116 h 5317521"/>
              <a:gd name="connsiteX3" fmla="*/ 0 w 2466208"/>
              <a:gd name="connsiteY3" fmla="*/ 5317521 h 5317521"/>
              <a:gd name="connsiteX4" fmla="*/ 1888500 w 2466208"/>
              <a:gd name="connsiteY4" fmla="*/ 0 h 5317521"/>
              <a:gd name="connsiteX0" fmla="*/ 1888500 w 2472559"/>
              <a:gd name="connsiteY0" fmla="*/ 0 h 5317521"/>
              <a:gd name="connsiteX1" fmla="*/ 2453507 w 2472559"/>
              <a:gd name="connsiteY1" fmla="*/ 7250 h 5317521"/>
              <a:gd name="connsiteX2" fmla="*/ 2472559 w 2472559"/>
              <a:gd name="connsiteY2" fmla="*/ 5316621 h 5317521"/>
              <a:gd name="connsiteX3" fmla="*/ 0 w 2472559"/>
              <a:gd name="connsiteY3" fmla="*/ 5317521 h 5317521"/>
              <a:gd name="connsiteX4" fmla="*/ 1888500 w 2472559"/>
              <a:gd name="connsiteY4" fmla="*/ 0 h 5317521"/>
              <a:gd name="connsiteX0" fmla="*/ 1888500 w 2472559"/>
              <a:gd name="connsiteY0" fmla="*/ 0 h 5316621"/>
              <a:gd name="connsiteX1" fmla="*/ 2453507 w 2472559"/>
              <a:gd name="connsiteY1" fmla="*/ 7250 h 5316621"/>
              <a:gd name="connsiteX2" fmla="*/ 2472559 w 2472559"/>
              <a:gd name="connsiteY2" fmla="*/ 5316621 h 5316621"/>
              <a:gd name="connsiteX3" fmla="*/ 0 w 2472559"/>
              <a:gd name="connsiteY3" fmla="*/ 5304820 h 5316621"/>
              <a:gd name="connsiteX4" fmla="*/ 1888500 w 2472559"/>
              <a:gd name="connsiteY4" fmla="*/ 0 h 5316621"/>
              <a:gd name="connsiteX0" fmla="*/ 1894851 w 2478910"/>
              <a:gd name="connsiteY0" fmla="*/ 0 h 5316621"/>
              <a:gd name="connsiteX1" fmla="*/ 2459858 w 2478910"/>
              <a:gd name="connsiteY1" fmla="*/ 7250 h 5316621"/>
              <a:gd name="connsiteX2" fmla="*/ 2478910 w 2478910"/>
              <a:gd name="connsiteY2" fmla="*/ 5316621 h 5316621"/>
              <a:gd name="connsiteX3" fmla="*/ 0 w 2478910"/>
              <a:gd name="connsiteY3" fmla="*/ 5304820 h 5316621"/>
              <a:gd name="connsiteX4" fmla="*/ 1894851 w 2478910"/>
              <a:gd name="connsiteY4" fmla="*/ 0 h 5316621"/>
              <a:gd name="connsiteX0" fmla="*/ 1894851 w 2478910"/>
              <a:gd name="connsiteY0" fmla="*/ 0 h 5316621"/>
              <a:gd name="connsiteX1" fmla="*/ 2459858 w 2478910"/>
              <a:gd name="connsiteY1" fmla="*/ 7250 h 5316621"/>
              <a:gd name="connsiteX2" fmla="*/ 2478910 w 2478910"/>
              <a:gd name="connsiteY2" fmla="*/ 5316621 h 5316621"/>
              <a:gd name="connsiteX3" fmla="*/ 32929 w 2478910"/>
              <a:gd name="connsiteY3" fmla="*/ 5296745 h 5316621"/>
              <a:gd name="connsiteX4" fmla="*/ 0 w 2478910"/>
              <a:gd name="connsiteY4" fmla="*/ 5304820 h 5316621"/>
              <a:gd name="connsiteX5" fmla="*/ 1894851 w 2478910"/>
              <a:gd name="connsiteY5" fmla="*/ 0 h 5316621"/>
              <a:gd name="connsiteX0" fmla="*/ 1894851 w 2478910"/>
              <a:gd name="connsiteY0" fmla="*/ 0 h 5316621"/>
              <a:gd name="connsiteX1" fmla="*/ 2459858 w 2478910"/>
              <a:gd name="connsiteY1" fmla="*/ 7250 h 5316621"/>
              <a:gd name="connsiteX2" fmla="*/ 2478910 w 2478910"/>
              <a:gd name="connsiteY2" fmla="*/ 5316621 h 5316621"/>
              <a:gd name="connsiteX3" fmla="*/ 139265 w 2478910"/>
              <a:gd name="connsiteY3" fmla="*/ 5296745 h 5316621"/>
              <a:gd name="connsiteX4" fmla="*/ 0 w 2478910"/>
              <a:gd name="connsiteY4" fmla="*/ 5304820 h 5316621"/>
              <a:gd name="connsiteX5" fmla="*/ 1894851 w 2478910"/>
              <a:gd name="connsiteY5" fmla="*/ 0 h 5316621"/>
              <a:gd name="connsiteX0" fmla="*/ 1894851 w 2478910"/>
              <a:gd name="connsiteY0" fmla="*/ 0 h 5316621"/>
              <a:gd name="connsiteX1" fmla="*/ 2459858 w 2478910"/>
              <a:gd name="connsiteY1" fmla="*/ 7250 h 5316621"/>
              <a:gd name="connsiteX2" fmla="*/ 2478910 w 2478910"/>
              <a:gd name="connsiteY2" fmla="*/ 5316621 h 5316621"/>
              <a:gd name="connsiteX3" fmla="*/ 0 w 2478910"/>
              <a:gd name="connsiteY3" fmla="*/ 5304820 h 5316621"/>
              <a:gd name="connsiteX4" fmla="*/ 1894851 w 2478910"/>
              <a:gd name="connsiteY4" fmla="*/ 0 h 5316621"/>
              <a:gd name="connsiteX0" fmla="*/ 1885184 w 2469243"/>
              <a:gd name="connsiteY0" fmla="*/ 0 h 5316621"/>
              <a:gd name="connsiteX1" fmla="*/ 2450191 w 2469243"/>
              <a:gd name="connsiteY1" fmla="*/ 7250 h 5316621"/>
              <a:gd name="connsiteX2" fmla="*/ 2469243 w 2469243"/>
              <a:gd name="connsiteY2" fmla="*/ 5316621 h 5316621"/>
              <a:gd name="connsiteX3" fmla="*/ 0 w 2469243"/>
              <a:gd name="connsiteY3" fmla="*/ 5304820 h 5316621"/>
              <a:gd name="connsiteX4" fmla="*/ 1885184 w 2469243"/>
              <a:gd name="connsiteY4" fmla="*/ 0 h 5316621"/>
              <a:gd name="connsiteX0" fmla="*/ 1899684 w 2483743"/>
              <a:gd name="connsiteY0" fmla="*/ 0 h 5316621"/>
              <a:gd name="connsiteX1" fmla="*/ 2464691 w 2483743"/>
              <a:gd name="connsiteY1" fmla="*/ 7250 h 5316621"/>
              <a:gd name="connsiteX2" fmla="*/ 2483743 w 2483743"/>
              <a:gd name="connsiteY2" fmla="*/ 5316621 h 5316621"/>
              <a:gd name="connsiteX3" fmla="*/ 0 w 2483743"/>
              <a:gd name="connsiteY3" fmla="*/ 5304820 h 5316621"/>
              <a:gd name="connsiteX4" fmla="*/ 1899684 w 2483743"/>
              <a:gd name="connsiteY4" fmla="*/ 0 h 5316621"/>
              <a:gd name="connsiteX0" fmla="*/ 1896059 w 2480118"/>
              <a:gd name="connsiteY0" fmla="*/ 0 h 5316621"/>
              <a:gd name="connsiteX1" fmla="*/ 2461066 w 2480118"/>
              <a:gd name="connsiteY1" fmla="*/ 7250 h 5316621"/>
              <a:gd name="connsiteX2" fmla="*/ 2480118 w 2480118"/>
              <a:gd name="connsiteY2" fmla="*/ 5316621 h 5316621"/>
              <a:gd name="connsiteX3" fmla="*/ 0 w 2480118"/>
              <a:gd name="connsiteY3" fmla="*/ 5304820 h 5316621"/>
              <a:gd name="connsiteX4" fmla="*/ 1896059 w 2480118"/>
              <a:gd name="connsiteY4" fmla="*/ 0 h 5316621"/>
              <a:gd name="connsiteX0" fmla="*/ 1921460 w 2505519"/>
              <a:gd name="connsiteY0" fmla="*/ 0 h 5330222"/>
              <a:gd name="connsiteX1" fmla="*/ 2486467 w 2505519"/>
              <a:gd name="connsiteY1" fmla="*/ 7250 h 5330222"/>
              <a:gd name="connsiteX2" fmla="*/ 2505519 w 2505519"/>
              <a:gd name="connsiteY2" fmla="*/ 5316621 h 5330222"/>
              <a:gd name="connsiteX3" fmla="*/ 0 w 2505519"/>
              <a:gd name="connsiteY3" fmla="*/ 5330222 h 5330222"/>
              <a:gd name="connsiteX4" fmla="*/ 1921460 w 2505519"/>
              <a:gd name="connsiteY4" fmla="*/ 0 h 5330222"/>
              <a:gd name="connsiteX0" fmla="*/ 2023070 w 2505519"/>
              <a:gd name="connsiteY0" fmla="*/ 0 h 5406429"/>
              <a:gd name="connsiteX1" fmla="*/ 2486467 w 2505519"/>
              <a:gd name="connsiteY1" fmla="*/ 83457 h 5406429"/>
              <a:gd name="connsiteX2" fmla="*/ 2505519 w 2505519"/>
              <a:gd name="connsiteY2" fmla="*/ 5392828 h 5406429"/>
              <a:gd name="connsiteX3" fmla="*/ 0 w 2505519"/>
              <a:gd name="connsiteY3" fmla="*/ 5406429 h 5406429"/>
              <a:gd name="connsiteX4" fmla="*/ 2023070 w 2505519"/>
              <a:gd name="connsiteY4" fmla="*/ 0 h 5406429"/>
              <a:gd name="connsiteX0" fmla="*/ 1991317 w 2505519"/>
              <a:gd name="connsiteY0" fmla="*/ 0 h 5393728"/>
              <a:gd name="connsiteX1" fmla="*/ 2486467 w 2505519"/>
              <a:gd name="connsiteY1" fmla="*/ 70756 h 5393728"/>
              <a:gd name="connsiteX2" fmla="*/ 2505519 w 2505519"/>
              <a:gd name="connsiteY2" fmla="*/ 5380127 h 5393728"/>
              <a:gd name="connsiteX3" fmla="*/ 0 w 2505519"/>
              <a:gd name="connsiteY3" fmla="*/ 5393728 h 5393728"/>
              <a:gd name="connsiteX4" fmla="*/ 1991317 w 2505519"/>
              <a:gd name="connsiteY4" fmla="*/ 0 h 5393728"/>
              <a:gd name="connsiteX0" fmla="*/ 1991317 w 2505519"/>
              <a:gd name="connsiteY0" fmla="*/ 0 h 5393728"/>
              <a:gd name="connsiteX1" fmla="*/ 2486467 w 2505519"/>
              <a:gd name="connsiteY1" fmla="*/ 70756 h 5393728"/>
              <a:gd name="connsiteX2" fmla="*/ 2505519 w 2505519"/>
              <a:gd name="connsiteY2" fmla="*/ 5380127 h 5393728"/>
              <a:gd name="connsiteX3" fmla="*/ 0 w 2505519"/>
              <a:gd name="connsiteY3" fmla="*/ 5393728 h 5393728"/>
              <a:gd name="connsiteX4" fmla="*/ 1869961 w 2505519"/>
              <a:gd name="connsiteY4" fmla="*/ 333426 h 5393728"/>
              <a:gd name="connsiteX5" fmla="*/ 1991317 w 2505519"/>
              <a:gd name="connsiteY5" fmla="*/ 0 h 5393728"/>
              <a:gd name="connsiteX0" fmla="*/ 1869961 w 2505519"/>
              <a:gd name="connsiteY0" fmla="*/ 262670 h 5322972"/>
              <a:gd name="connsiteX1" fmla="*/ 2486467 w 2505519"/>
              <a:gd name="connsiteY1" fmla="*/ 0 h 5322972"/>
              <a:gd name="connsiteX2" fmla="*/ 2505519 w 2505519"/>
              <a:gd name="connsiteY2" fmla="*/ 5309371 h 5322972"/>
              <a:gd name="connsiteX3" fmla="*/ 0 w 2505519"/>
              <a:gd name="connsiteY3" fmla="*/ 5322972 h 5322972"/>
              <a:gd name="connsiteX4" fmla="*/ 1869961 w 2505519"/>
              <a:gd name="connsiteY4" fmla="*/ 262670 h 5322972"/>
              <a:gd name="connsiteX0" fmla="*/ 1869961 w 2505519"/>
              <a:gd name="connsiteY0" fmla="*/ 0 h 5060302"/>
              <a:gd name="connsiteX1" fmla="*/ 2486468 w 2505519"/>
              <a:gd name="connsiteY1" fmla="*/ 5588 h 5060302"/>
              <a:gd name="connsiteX2" fmla="*/ 2505519 w 2505519"/>
              <a:gd name="connsiteY2" fmla="*/ 5046701 h 5060302"/>
              <a:gd name="connsiteX3" fmla="*/ 0 w 2505519"/>
              <a:gd name="connsiteY3" fmla="*/ 5060302 h 5060302"/>
              <a:gd name="connsiteX4" fmla="*/ 1869961 w 2505519"/>
              <a:gd name="connsiteY4" fmla="*/ 0 h 5060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05519" h="5060302">
                <a:moveTo>
                  <a:pt x="1869961" y="0"/>
                </a:moveTo>
                <a:lnTo>
                  <a:pt x="2486468" y="5588"/>
                </a:lnTo>
                <a:cubicBezTo>
                  <a:pt x="2488885" y="1656835"/>
                  <a:pt x="2503102" y="3395454"/>
                  <a:pt x="2505519" y="5046701"/>
                </a:cubicBezTo>
                <a:lnTo>
                  <a:pt x="0" y="5060302"/>
                </a:lnTo>
                <a:lnTo>
                  <a:pt x="1869961" y="0"/>
                </a:lnTo>
                <a:close/>
              </a:path>
            </a:pathLst>
          </a:custGeom>
          <a:gradFill flip="none" rotWithShape="1">
            <a:gsLst>
              <a:gs pos="66333">
                <a:schemeClr val="bg2">
                  <a:shade val="100000"/>
                  <a:satMod val="115000"/>
                </a:schemeClr>
              </a:gs>
              <a:gs pos="0">
                <a:schemeClr val="bg2">
                  <a:shade val="67500"/>
                  <a:satMod val="115000"/>
                </a:schemeClr>
              </a:gs>
            </a:gsLst>
            <a:lin ang="42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graphicFrame>
        <p:nvGraphicFramePr>
          <p:cNvPr id="6" name="Group 3"/>
          <p:cNvGraphicFramePr>
            <a:graphicFrameLocks noGrp="1"/>
          </p:cNvGraphicFramePr>
          <p:nvPr userDrawn="1"/>
        </p:nvGraphicFramePr>
        <p:xfrm>
          <a:off x="88901" y="4759207"/>
          <a:ext cx="8799019" cy="25884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793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2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24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08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61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7811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88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60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</a:rPr>
                        <a:t>MB² - INCREASE RANGE ATS &amp; FORM QUICK CHANGE                  </a:t>
                      </a:r>
                      <a:endParaRPr kumimoji="0" lang="fr-FR" sz="6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endParaRPr>
                    </a:p>
                  </a:txBody>
                  <a:tcPr marT="34301" marB="3430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60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</a:rPr>
                        <a:t> N.PERRICHOT – DOMF/ME/PG</a:t>
                      </a:r>
                      <a:endParaRPr kumimoji="0" lang="fr-FR" sz="6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endParaRPr>
                    </a:p>
                  </a:txBody>
                  <a:tcPr marT="34301" marB="3430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60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</a:rPr>
                        <a:t>19/12/2019</a:t>
                      </a:r>
                      <a:endParaRPr kumimoji="0" lang="fr-FR" sz="6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endParaRPr>
                    </a:p>
                  </a:txBody>
                  <a:tcPr marT="34301" marB="3430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60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</a:rPr>
                        <a:t>Classification : D3</a:t>
                      </a:r>
                      <a:endParaRPr kumimoji="0" lang="fr-FR" sz="6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endParaRPr>
                    </a:p>
                  </a:txBody>
                  <a:tcPr marT="34301" marB="3430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60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</a:rPr>
                        <a:t>Conservation :  YC+10</a:t>
                      </a:r>
                      <a:endParaRPr kumimoji="0" lang="fr-FR" sz="6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endParaRPr>
                    </a:p>
                  </a:txBody>
                  <a:tcPr marT="34301" marB="3430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60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</a:rPr>
                        <a:t>Page :</a:t>
                      </a:r>
                      <a:endParaRPr kumimoji="0" lang="fr-FR" sz="6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endParaRPr>
                    </a:p>
                  </a:txBody>
                  <a:tcPr marT="34301" marB="3430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ZoneTexte 1"/>
          <p:cNvSpPr txBox="1"/>
          <p:nvPr userDrawn="1"/>
        </p:nvSpPr>
        <p:spPr>
          <a:xfrm>
            <a:off x="8322491" y="4795731"/>
            <a:ext cx="321763" cy="1847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7EB78116-72B4-4DCB-8ED4-66AE46B4EB74}" type="slidenum">
              <a:rPr kumimoji="0" lang="fr-FR" sz="600" u="none" strike="noStrike" kern="1200" cap="none" normalizeH="0" baseline="0" smtClean="0">
                <a:ln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rPr>
              <a:t>‹Nº›</a:t>
            </a:fld>
            <a:endParaRPr kumimoji="0" lang="fr-FR" sz="600" u="none" strike="noStrike" kern="1200" cap="none" normalizeH="0" baseline="0">
              <a:ln>
                <a:noFill/>
              </a:ln>
              <a:solidFill>
                <a:schemeClr val="tx2"/>
              </a:solidFill>
              <a:effectLst/>
              <a:latin typeface="+mn-lt"/>
              <a:ea typeface="+mn-ea"/>
              <a:cs typeface="+mn-cs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DE06520A-D958-47A8-BB26-0C72B523D20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000" y="80214"/>
            <a:ext cx="1944000" cy="519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089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70"/>
          <a:stretch/>
        </p:blipFill>
        <p:spPr>
          <a:xfrm>
            <a:off x="0" y="0"/>
            <a:ext cx="9144000" cy="4920229"/>
          </a:xfrm>
          <a:prstGeom prst="rect">
            <a:avLst/>
          </a:prstGeom>
        </p:spPr>
      </p:pic>
      <p:pic>
        <p:nvPicPr>
          <p:cNvPr id="6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86365"/>
            <a:ext cx="1963103" cy="939689"/>
          </a:xfrm>
          <a:prstGeom prst="rect">
            <a:avLst/>
          </a:prstGeom>
        </p:spPr>
      </p:pic>
      <p:sp>
        <p:nvSpPr>
          <p:cNvPr id="16" name="Titre 1"/>
          <p:cNvSpPr>
            <a:spLocks noGrp="1"/>
          </p:cNvSpPr>
          <p:nvPr>
            <p:ph type="title" hasCustomPrompt="1"/>
          </p:nvPr>
        </p:nvSpPr>
        <p:spPr>
          <a:xfrm>
            <a:off x="584200" y="1847377"/>
            <a:ext cx="8229600" cy="85751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txBody>
          <a:bodyPr vert="horz" lIns="91430" tIns="45715" rIns="91430" bIns="45715" rtlCol="0" anchor="ctr">
            <a:noAutofit/>
          </a:bodyPr>
          <a:lstStyle>
            <a:lvl1pPr algn="ctr">
              <a:defRPr lang="fr-FR" sz="2800" b="1" i="1" kern="1200" cap="all" baseline="0" dirty="0">
                <a:solidFill>
                  <a:srgbClr val="27509B"/>
                </a:solidFill>
                <a:latin typeface="Arial Black" panose="020B0A040201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lvl="0" algn="r" defTabSz="457189" rtl="0" eaLnBrk="1" latinLnBrk="0" hangingPunct="1">
              <a:spcBef>
                <a:spcPct val="0"/>
              </a:spcBef>
              <a:buNone/>
            </a:pPr>
            <a:r>
              <a:rPr lang="fr-FR"/>
              <a:t>Titre</a:t>
            </a:r>
          </a:p>
        </p:txBody>
      </p:sp>
      <p:sp>
        <p:nvSpPr>
          <p:cNvPr id="17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5385917" y="2769139"/>
            <a:ext cx="3427884" cy="3459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txBody>
          <a:bodyPr/>
          <a:lstStyle>
            <a:lvl1pPr marL="0" indent="0" algn="ctr" defTabSz="457189" rtl="0" eaLnBrk="1" latinLnBrk="0" hangingPunct="1">
              <a:spcBef>
                <a:spcPct val="20000"/>
              </a:spcBef>
              <a:buFont typeface="Arial"/>
              <a:buNone/>
              <a:defRPr lang="fr-FR" sz="1800" kern="1200" baseline="0" noProof="0" dirty="0">
                <a:solidFill>
                  <a:srgbClr val="27509B"/>
                </a:solidFill>
                <a:latin typeface="Arial" panose="020B0604020202020204" pitchFamily="34" charset="0"/>
                <a:ea typeface="+mn-ea"/>
                <a:cs typeface="Arial"/>
              </a:defRPr>
            </a:lvl1pPr>
            <a:lvl2pPr marL="4571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2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5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6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8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9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Sous titre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24544" y="3796680"/>
            <a:ext cx="3581977" cy="1492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379354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04" t="-41" b="10989"/>
          <a:stretch/>
        </p:blipFill>
        <p:spPr>
          <a:xfrm>
            <a:off x="1" y="-2306"/>
            <a:ext cx="9144001" cy="4926983"/>
          </a:xfrm>
          <a:prstGeom prst="rect">
            <a:avLst/>
          </a:prstGeom>
        </p:spPr>
      </p:pic>
      <p:sp>
        <p:nvSpPr>
          <p:cNvPr id="6" name="Titre 1"/>
          <p:cNvSpPr>
            <a:spLocks noGrp="1"/>
          </p:cNvSpPr>
          <p:nvPr>
            <p:ph type="title" hasCustomPrompt="1"/>
          </p:nvPr>
        </p:nvSpPr>
        <p:spPr>
          <a:xfrm>
            <a:off x="421419" y="1847377"/>
            <a:ext cx="8392381" cy="85751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txBody>
          <a:bodyPr vert="horz" lIns="91430" tIns="45715" rIns="91430" bIns="45715" rtlCol="0" anchor="ctr">
            <a:noAutofit/>
          </a:bodyPr>
          <a:lstStyle>
            <a:lvl1pPr algn="ctr">
              <a:defRPr lang="fr-FR" sz="2800" b="0" i="0" kern="1200" cap="all" baseline="0" dirty="0">
                <a:solidFill>
                  <a:srgbClr val="27509B"/>
                </a:solidFill>
                <a:latin typeface="Michelin" pitchFamily="50" charset="0"/>
                <a:ea typeface="+mj-ea"/>
                <a:cs typeface="Arial" panose="020B0604020202020204" pitchFamily="34" charset="0"/>
              </a:defRPr>
            </a:lvl1pPr>
          </a:lstStyle>
          <a:p>
            <a:pPr lvl="0" algn="r" defTabSz="457189" rtl="0" eaLnBrk="1" latinLnBrk="0" hangingPunct="1">
              <a:spcBef>
                <a:spcPct val="0"/>
              </a:spcBef>
              <a:buNone/>
            </a:pPr>
            <a:r>
              <a:rPr lang="fr-FR"/>
              <a:t>Titre</a:t>
            </a:r>
          </a:p>
        </p:txBody>
      </p:sp>
      <p:sp>
        <p:nvSpPr>
          <p:cNvPr id="8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3983603" y="2769139"/>
            <a:ext cx="4830198" cy="3459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txBody>
          <a:bodyPr/>
          <a:lstStyle>
            <a:lvl1pPr marL="0" indent="0" algn="ctr" defTabSz="457189" rtl="0" eaLnBrk="1" latinLnBrk="0" hangingPunct="1">
              <a:spcBef>
                <a:spcPct val="20000"/>
              </a:spcBef>
              <a:buFont typeface="Arial"/>
              <a:buNone/>
              <a:defRPr lang="fr-FR" sz="1800" kern="1200" baseline="0" noProof="0" dirty="0">
                <a:solidFill>
                  <a:srgbClr val="27509B"/>
                </a:solidFill>
                <a:latin typeface="Arial" panose="020B0604020202020204" pitchFamily="34" charset="0"/>
                <a:ea typeface="+mn-ea"/>
                <a:cs typeface="Arial"/>
              </a:defRPr>
            </a:lvl1pPr>
            <a:lvl2pPr marL="4571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2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5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6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8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9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Sous titre</a:t>
            </a:r>
          </a:p>
        </p:txBody>
      </p:sp>
      <p:pic>
        <p:nvPicPr>
          <p:cNvPr id="10" name="Picture 1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172" y="351512"/>
            <a:ext cx="1905368" cy="912052"/>
          </a:xfrm>
          <a:prstGeom prst="rect">
            <a:avLst/>
          </a:prstGeom>
        </p:spPr>
      </p:pic>
      <p:pic>
        <p:nvPicPr>
          <p:cNvPr id="2050" name="Picture 2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1113" y="3302489"/>
            <a:ext cx="2547938" cy="2548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877352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re 1"/>
          <p:cNvSpPr>
            <a:spLocks noGrp="1"/>
          </p:cNvSpPr>
          <p:nvPr>
            <p:ph type="title" hasCustomPrompt="1"/>
          </p:nvPr>
        </p:nvSpPr>
        <p:spPr>
          <a:xfrm>
            <a:off x="584200" y="1847377"/>
            <a:ext cx="8229600" cy="857515"/>
          </a:xfrm>
          <a:prstGeom prst="rect">
            <a:avLst/>
          </a:prstGeom>
        </p:spPr>
        <p:txBody>
          <a:bodyPr anchor="ctr"/>
          <a:lstStyle>
            <a:lvl1pPr algn="ctr">
              <a:defRPr lang="fr-FR" sz="2800" b="0" i="0" kern="1200" cap="all" baseline="0" smtClean="0">
                <a:solidFill>
                  <a:srgbClr val="27509B"/>
                </a:solidFill>
                <a:latin typeface="Michelin" pitchFamily="50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fr-FR"/>
              <a:t>Titre</a:t>
            </a:r>
          </a:p>
        </p:txBody>
      </p:sp>
      <p:sp>
        <p:nvSpPr>
          <p:cNvPr id="11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5385917" y="2709739"/>
            <a:ext cx="3427884" cy="34590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fr-FR" sz="1800" kern="1200" cap="none" baseline="0" smtClean="0">
                <a:solidFill>
                  <a:srgbClr val="27509B"/>
                </a:solidFill>
                <a:latin typeface="Arial"/>
                <a:ea typeface="+mn-ea"/>
                <a:cs typeface="Arial"/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Sous titre</a:t>
            </a:r>
          </a:p>
        </p:txBody>
      </p:sp>
      <p:pic>
        <p:nvPicPr>
          <p:cNvPr id="14" name="Picture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1404" y="351512"/>
            <a:ext cx="1905368" cy="912052"/>
          </a:xfrm>
          <a:prstGeom prst="rect">
            <a:avLst/>
          </a:prstGeom>
        </p:spPr>
      </p:pic>
      <p:sp>
        <p:nvSpPr>
          <p:cNvPr id="15" name="Rectangle 14"/>
          <p:cNvSpPr/>
          <p:nvPr userDrawn="1"/>
        </p:nvSpPr>
        <p:spPr>
          <a:xfrm>
            <a:off x="0" y="0"/>
            <a:ext cx="457200" cy="5145088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457200"/>
            <a:endParaRPr lang="en-GB" sz="2400">
              <a:solidFill>
                <a:prstClr val="white"/>
              </a:solidFill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1" y="0"/>
            <a:ext cx="3148881" cy="11809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262084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re 1"/>
          <p:cNvSpPr>
            <a:spLocks noGrp="1"/>
          </p:cNvSpPr>
          <p:nvPr>
            <p:ph type="title" hasCustomPrompt="1"/>
          </p:nvPr>
        </p:nvSpPr>
        <p:spPr>
          <a:xfrm>
            <a:off x="584200" y="1847377"/>
            <a:ext cx="8229600" cy="857515"/>
          </a:xfrm>
          <a:prstGeom prst="rect">
            <a:avLst/>
          </a:prstGeom>
        </p:spPr>
        <p:txBody>
          <a:bodyPr anchor="ctr"/>
          <a:lstStyle>
            <a:lvl1pPr algn="ctr">
              <a:defRPr lang="fr-FR" sz="2800" b="0" i="0" kern="1200" cap="all" baseline="0" smtClean="0">
                <a:solidFill>
                  <a:srgbClr val="27509B"/>
                </a:solidFill>
                <a:latin typeface="Michelin" pitchFamily="50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fr-FR"/>
              <a:t>Titre</a:t>
            </a:r>
          </a:p>
        </p:txBody>
      </p:sp>
      <p:sp>
        <p:nvSpPr>
          <p:cNvPr id="11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5385917" y="2709739"/>
            <a:ext cx="3427884" cy="34590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fr-FR" sz="1800" kern="1200" cap="none" baseline="0" smtClean="0">
                <a:solidFill>
                  <a:srgbClr val="27509B"/>
                </a:solidFill>
                <a:latin typeface="Arial"/>
                <a:ea typeface="+mn-ea"/>
                <a:cs typeface="Arial"/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Sous titre</a:t>
            </a:r>
          </a:p>
        </p:txBody>
      </p:sp>
      <p:pic>
        <p:nvPicPr>
          <p:cNvPr id="14" name="Picture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1404" y="351512"/>
            <a:ext cx="1905368" cy="912052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-2541" y="0"/>
            <a:ext cx="457200" cy="5145088"/>
          </a:xfrm>
          <a:prstGeom prst="rect">
            <a:avLst/>
          </a:prstGeom>
          <a:solidFill>
            <a:srgbClr val="595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457200"/>
            <a:endParaRPr lang="en-GB" sz="2400">
              <a:solidFill>
                <a:prstClr val="white"/>
              </a:solidFill>
            </a:endParaRPr>
          </a:p>
        </p:txBody>
      </p:sp>
      <p:pic>
        <p:nvPicPr>
          <p:cNvPr id="6" name="Picture 3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1" y="0"/>
            <a:ext cx="3148881" cy="11809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233556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0"/>
            <a:ext cx="457200" cy="5145088"/>
          </a:xfrm>
          <a:prstGeom prst="rect">
            <a:avLst/>
          </a:prstGeom>
          <a:solidFill>
            <a:srgbClr val="84B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457200"/>
            <a:endParaRPr lang="en-GB" sz="2400">
              <a:solidFill>
                <a:prstClr val="white"/>
              </a:solidFill>
            </a:endParaRPr>
          </a:p>
        </p:txBody>
      </p:sp>
      <p:sp>
        <p:nvSpPr>
          <p:cNvPr id="10" name="Titre 1"/>
          <p:cNvSpPr>
            <a:spLocks noGrp="1"/>
          </p:cNvSpPr>
          <p:nvPr>
            <p:ph type="title" hasCustomPrompt="1"/>
          </p:nvPr>
        </p:nvSpPr>
        <p:spPr>
          <a:xfrm>
            <a:off x="584200" y="1847377"/>
            <a:ext cx="8229600" cy="857515"/>
          </a:xfrm>
          <a:prstGeom prst="rect">
            <a:avLst/>
          </a:prstGeom>
        </p:spPr>
        <p:txBody>
          <a:bodyPr anchor="ctr"/>
          <a:lstStyle>
            <a:lvl1pPr algn="ctr">
              <a:defRPr lang="fr-FR" sz="2800" b="0" i="0" kern="1200" cap="all" baseline="0" smtClean="0">
                <a:solidFill>
                  <a:srgbClr val="27509B"/>
                </a:solidFill>
                <a:latin typeface="Michelin" pitchFamily="50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fr-FR"/>
              <a:t>Titre</a:t>
            </a:r>
          </a:p>
        </p:txBody>
      </p:sp>
      <p:sp>
        <p:nvSpPr>
          <p:cNvPr id="11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5385917" y="2709739"/>
            <a:ext cx="3427884" cy="34590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fr-FR" sz="1800" kern="1200" cap="none" baseline="0" smtClean="0">
                <a:solidFill>
                  <a:srgbClr val="27509B"/>
                </a:solidFill>
                <a:latin typeface="Arial"/>
                <a:ea typeface="+mn-ea"/>
                <a:cs typeface="Arial"/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Sous titre</a:t>
            </a:r>
          </a:p>
        </p:txBody>
      </p:sp>
      <p:pic>
        <p:nvPicPr>
          <p:cNvPr id="14" name="Picture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1404" y="351512"/>
            <a:ext cx="1905368" cy="912052"/>
          </a:xfrm>
          <a:prstGeom prst="rect">
            <a:avLst/>
          </a:prstGeom>
        </p:spPr>
      </p:pic>
      <p:pic>
        <p:nvPicPr>
          <p:cNvPr id="6" name="Picture 3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1" y="0"/>
            <a:ext cx="3148881" cy="11809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238592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0"/>
            <a:ext cx="457200" cy="5145088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457200"/>
            <a:endParaRPr lang="en-GB" sz="2400">
              <a:solidFill>
                <a:prstClr val="white"/>
              </a:solidFill>
            </a:endParaRPr>
          </a:p>
        </p:txBody>
      </p:sp>
      <p:sp>
        <p:nvSpPr>
          <p:cNvPr id="10" name="Titre 1"/>
          <p:cNvSpPr>
            <a:spLocks noGrp="1"/>
          </p:cNvSpPr>
          <p:nvPr>
            <p:ph type="title" hasCustomPrompt="1"/>
          </p:nvPr>
        </p:nvSpPr>
        <p:spPr>
          <a:xfrm>
            <a:off x="584200" y="1847377"/>
            <a:ext cx="8229600" cy="857515"/>
          </a:xfrm>
          <a:prstGeom prst="rect">
            <a:avLst/>
          </a:prstGeom>
        </p:spPr>
        <p:txBody>
          <a:bodyPr anchor="ctr"/>
          <a:lstStyle>
            <a:lvl1pPr algn="ctr">
              <a:defRPr lang="fr-FR" sz="2800" b="0" i="0" kern="1200" cap="all" baseline="0" smtClean="0">
                <a:solidFill>
                  <a:srgbClr val="27509B"/>
                </a:solidFill>
                <a:latin typeface="Michelin" pitchFamily="50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fr-FR"/>
              <a:t>Titre</a:t>
            </a:r>
          </a:p>
        </p:txBody>
      </p:sp>
      <p:sp>
        <p:nvSpPr>
          <p:cNvPr id="11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5385917" y="2709739"/>
            <a:ext cx="3427884" cy="34590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fr-FR" sz="1800" kern="1200" cap="none" baseline="0" smtClean="0">
                <a:solidFill>
                  <a:srgbClr val="27509B"/>
                </a:solidFill>
                <a:latin typeface="Arial"/>
                <a:ea typeface="+mn-ea"/>
                <a:cs typeface="Arial"/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Sous titre</a:t>
            </a:r>
          </a:p>
        </p:txBody>
      </p:sp>
      <p:pic>
        <p:nvPicPr>
          <p:cNvPr id="14" name="Picture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1404" y="351512"/>
            <a:ext cx="1905368" cy="912052"/>
          </a:xfrm>
          <a:prstGeom prst="rect">
            <a:avLst/>
          </a:prstGeom>
        </p:spPr>
      </p:pic>
      <p:pic>
        <p:nvPicPr>
          <p:cNvPr id="6" name="Picture 3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1" y="0"/>
            <a:ext cx="3148881" cy="11809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332101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457201" y="2169695"/>
            <a:ext cx="8686803" cy="922304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GB">
              <a:solidFill>
                <a:prstClr val="white"/>
              </a:solidFill>
            </a:endParaRPr>
          </a:p>
        </p:txBody>
      </p:sp>
      <p:pic>
        <p:nvPicPr>
          <p:cNvPr id="9" name="Image 8"/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72" b="5523"/>
          <a:stretch/>
        </p:blipFill>
        <p:spPr>
          <a:xfrm>
            <a:off x="6571052" y="2884504"/>
            <a:ext cx="2572949" cy="2021844"/>
          </a:xfrm>
          <a:prstGeom prst="rect">
            <a:avLst/>
          </a:prstGeom>
        </p:spPr>
      </p:pic>
      <p:pic>
        <p:nvPicPr>
          <p:cNvPr id="10" name="Image 9" descr="usines.png"/>
          <p:cNvPicPr>
            <a:picLocks noChangeAspect="1"/>
          </p:cNvPicPr>
          <p:nvPr userDrawn="1"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3568" y="628328"/>
            <a:ext cx="8244000" cy="1541732"/>
          </a:xfrm>
          <a:prstGeom prst="rect">
            <a:avLst/>
          </a:prstGeom>
        </p:spPr>
      </p:pic>
      <p:pic>
        <p:nvPicPr>
          <p:cNvPr id="2050" name="Picture 2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4065562"/>
            <a:ext cx="2242591" cy="8407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 descr="C:\Users\F375159\Desktop\Logo Michelin\Michelin_G_Horizontal_Fr_WhiteBG_0615-01.jpg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1" y="196280"/>
            <a:ext cx="2700609" cy="72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space réservé du texte 2"/>
          <p:cNvSpPr>
            <a:spLocks noGrp="1"/>
          </p:cNvSpPr>
          <p:nvPr>
            <p:ph type="body" sz="quarter" idx="10"/>
          </p:nvPr>
        </p:nvSpPr>
        <p:spPr>
          <a:xfrm>
            <a:off x="457201" y="3091999"/>
            <a:ext cx="4531175" cy="4032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cap="small" baseline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7" name="Titre 3"/>
          <p:cNvSpPr>
            <a:spLocks noGrp="1"/>
          </p:cNvSpPr>
          <p:nvPr>
            <p:ph type="title" hasCustomPrompt="1"/>
          </p:nvPr>
        </p:nvSpPr>
        <p:spPr>
          <a:xfrm>
            <a:off x="688138" y="2233821"/>
            <a:ext cx="8224926" cy="698763"/>
          </a:xfrm>
          <a:prstGeom prst="rect">
            <a:avLst/>
          </a:prstGeom>
        </p:spPr>
        <p:txBody>
          <a:bodyPr anchor="ctr"/>
          <a:lstStyle>
            <a:lvl1pPr algn="l">
              <a:defRPr sz="2000" i="0" cap="all" baseline="0">
                <a:solidFill>
                  <a:schemeClr val="bg1"/>
                </a:solidFill>
                <a:latin typeface="Michelin" pitchFamily="50" charset="0"/>
              </a:defRPr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601327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457200" cy="5145088"/>
          </a:xfrm>
          <a:prstGeom prst="rect">
            <a:avLst/>
          </a:prstGeom>
          <a:solidFill>
            <a:srgbClr val="2750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457200"/>
            <a:endParaRPr lang="en-GB">
              <a:solidFill>
                <a:prstClr val="white"/>
              </a:solidFill>
            </a:endParaRPr>
          </a:p>
        </p:txBody>
      </p:sp>
      <p:sp>
        <p:nvSpPr>
          <p:cNvPr id="11" name="Espace réservé du contenu 4"/>
          <p:cNvSpPr>
            <a:spLocks noGrp="1"/>
          </p:cNvSpPr>
          <p:nvPr>
            <p:ph sz="quarter" idx="10"/>
          </p:nvPr>
        </p:nvSpPr>
        <p:spPr>
          <a:xfrm>
            <a:off x="457203" y="800347"/>
            <a:ext cx="8229598" cy="3608718"/>
          </a:xfrm>
          <a:prstGeom prst="rect">
            <a:avLst/>
          </a:prstGeom>
        </p:spPr>
        <p:txBody>
          <a:bodyPr/>
          <a:lstStyle>
            <a:lvl1pPr>
              <a:defRPr lang="fr-FR" sz="1800" kern="1200" noProof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+mn-ea"/>
                <a:cs typeface="Arial"/>
              </a:defRPr>
            </a:lvl1pPr>
            <a:lvl2pPr marL="742932" indent="-285744">
              <a:buFontTx/>
              <a:buBlip>
                <a:blip r:embed="rId2"/>
              </a:buBlip>
              <a:defRPr lang="fr-FR" sz="1600" kern="1200" noProof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+mn-ea"/>
                <a:cs typeface="Arial"/>
              </a:defRPr>
            </a:lvl2pPr>
            <a:lvl3pPr marL="1142971" indent="-228594">
              <a:buFontTx/>
              <a:buBlip>
                <a:blip r:embed="rId3"/>
              </a:buBlip>
              <a:defRPr lang="fr-FR" sz="14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160" indent="-228594">
              <a:buFont typeface="Wingdings" panose="05000000000000000000" pitchFamily="2" charset="2"/>
              <a:buChar char="§"/>
              <a:defRPr lang="fr-FR" sz="14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349" indent="-228594">
              <a:buFont typeface="Arial" panose="020B0604020202020204" pitchFamily="34" charset="0"/>
              <a:buChar char="•"/>
              <a:defRPr lang="en-GB" sz="14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marL="0" lvl="0" indent="0" algn="l" defTabSz="457189" rtl="0" eaLnBrk="1" latinLnBrk="0" hangingPunct="1">
              <a:spcBef>
                <a:spcPct val="20000"/>
              </a:spcBef>
              <a:buFont typeface="Arial"/>
              <a:buNone/>
            </a:pPr>
            <a:r>
              <a:rPr lang="fr-FR"/>
              <a:t>Modifier les styles du texte du masque</a:t>
            </a:r>
          </a:p>
          <a:p>
            <a:pPr marL="742932" lvl="1" indent="-285744" algn="l" defTabSz="457189" rtl="0" eaLnBrk="1" latinLnBrk="0" hangingPunct="1">
              <a:spcBef>
                <a:spcPct val="20000"/>
              </a:spcBef>
              <a:buFontTx/>
              <a:buBlip>
                <a:blip r:embed="rId2"/>
              </a:buBlip>
            </a:pPr>
            <a:r>
              <a:rPr lang="fr-FR"/>
              <a:t>Deuxième niveau</a:t>
            </a:r>
          </a:p>
          <a:p>
            <a:pPr marL="1142971" lvl="2" indent="-228594" algn="l" defTabSz="457189" rtl="0" eaLnBrk="1" latinLnBrk="0" hangingPunct="1">
              <a:spcBef>
                <a:spcPct val="20000"/>
              </a:spcBef>
              <a:buFontTx/>
              <a:buBlip>
                <a:blip r:embed="rId3"/>
              </a:buBlip>
            </a:pPr>
            <a:r>
              <a:rPr lang="fr-FR"/>
              <a:t>Troisième niveau</a:t>
            </a:r>
          </a:p>
          <a:p>
            <a:pPr marL="1600160" lvl="3" indent="-228594" algn="l" defTabSz="457189" rtl="0" eaLnBrk="1" latinLnBrk="0" hangingPunct="1">
              <a:spcBef>
                <a:spcPct val="20000"/>
              </a:spcBef>
              <a:buFont typeface="Wingdings" panose="05000000000000000000" pitchFamily="2" charset="2"/>
              <a:buChar char="§"/>
            </a:pPr>
            <a:r>
              <a:rPr lang="fr-FR"/>
              <a:t>Quatrième niveau</a:t>
            </a:r>
          </a:p>
          <a:p>
            <a:pPr marL="2057349" lvl="4" indent="-228594" algn="l" defTabSz="457189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fr-FR"/>
              <a:t>Cinquième niveau</a:t>
            </a:r>
            <a:endParaRPr lang="en-GB"/>
          </a:p>
        </p:txBody>
      </p:sp>
      <p:sp>
        <p:nvSpPr>
          <p:cNvPr id="9" name="Titre 3"/>
          <p:cNvSpPr>
            <a:spLocks noGrp="1"/>
          </p:cNvSpPr>
          <p:nvPr>
            <p:ph type="title" hasCustomPrompt="1"/>
          </p:nvPr>
        </p:nvSpPr>
        <p:spPr>
          <a:xfrm>
            <a:off x="457203" y="109504"/>
            <a:ext cx="7886700" cy="483200"/>
          </a:xfrm>
          <a:prstGeom prst="rect">
            <a:avLst/>
          </a:prstGeom>
        </p:spPr>
        <p:txBody>
          <a:bodyPr anchor="ctr"/>
          <a:lstStyle>
            <a:lvl1pPr algn="l" defTabSz="457189" rtl="0" eaLnBrk="1" latinLnBrk="0" hangingPunct="1">
              <a:spcBef>
                <a:spcPct val="0"/>
              </a:spcBef>
              <a:buNone/>
              <a:defRPr lang="en-GB" sz="2800" b="1" i="1" kern="1200" cap="all" baseline="0" dirty="0">
                <a:solidFill>
                  <a:srgbClr val="27509B"/>
                </a:solidFill>
                <a:latin typeface="Arial Black" panose="020B0A040201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pic>
        <p:nvPicPr>
          <p:cNvPr id="5" name="Picture 2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549361" y="362174"/>
            <a:ext cx="1555921" cy="6480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2E257E41-FBF6-421D-BC54-EE7D229C4F4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000" y="80214"/>
            <a:ext cx="1944000" cy="519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81289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457200" cy="5145088"/>
          </a:xfrm>
          <a:prstGeom prst="rect">
            <a:avLst/>
          </a:prstGeom>
          <a:solidFill>
            <a:srgbClr val="2750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457200"/>
            <a:endParaRPr lang="en-GB">
              <a:solidFill>
                <a:prstClr val="white"/>
              </a:solidFill>
            </a:endParaRPr>
          </a:p>
        </p:txBody>
      </p:sp>
      <p:sp>
        <p:nvSpPr>
          <p:cNvPr id="9" name="Espace réservé du contenu 4"/>
          <p:cNvSpPr>
            <a:spLocks noGrp="1"/>
          </p:cNvSpPr>
          <p:nvPr>
            <p:ph sz="quarter" idx="10"/>
          </p:nvPr>
        </p:nvSpPr>
        <p:spPr>
          <a:xfrm>
            <a:off x="457203" y="800347"/>
            <a:ext cx="8229598" cy="3608718"/>
          </a:xfrm>
          <a:prstGeom prst="rect">
            <a:avLst/>
          </a:prstGeom>
        </p:spPr>
        <p:txBody>
          <a:bodyPr/>
          <a:lstStyle>
            <a:lvl1pPr>
              <a:defRPr lang="fr-FR" sz="1800" kern="1200" noProof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+mn-ea"/>
                <a:cs typeface="Arial"/>
              </a:defRPr>
            </a:lvl1pPr>
            <a:lvl2pPr marL="742932" indent="-285744">
              <a:buFontTx/>
              <a:buBlip>
                <a:blip r:embed="rId2"/>
              </a:buBlip>
              <a:defRPr lang="fr-FR" sz="1600" kern="1200" noProof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+mn-ea"/>
                <a:cs typeface="Arial"/>
              </a:defRPr>
            </a:lvl2pPr>
            <a:lvl3pPr marL="1142971" indent="-228594">
              <a:buFontTx/>
              <a:buBlip>
                <a:blip r:embed="rId3"/>
              </a:buBlip>
              <a:defRPr lang="fr-FR" sz="14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160" indent="-228594">
              <a:buFont typeface="Wingdings" panose="05000000000000000000" pitchFamily="2" charset="2"/>
              <a:buChar char="§"/>
              <a:defRPr lang="fr-FR" sz="14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349" indent="-228594">
              <a:buFont typeface="Arial" panose="020B0604020202020204" pitchFamily="34" charset="0"/>
              <a:buChar char="•"/>
              <a:defRPr lang="en-GB" sz="14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marL="0" lvl="0" indent="0" algn="l" defTabSz="457189" rtl="0" eaLnBrk="1" latinLnBrk="0" hangingPunct="1">
              <a:spcBef>
                <a:spcPct val="20000"/>
              </a:spcBef>
              <a:buFont typeface="Arial"/>
              <a:buNone/>
            </a:pPr>
            <a:r>
              <a:rPr lang="fr-FR"/>
              <a:t>Modifier les styles du texte du masque</a:t>
            </a:r>
          </a:p>
          <a:p>
            <a:pPr marL="742932" lvl="1" indent="-285744" algn="l" defTabSz="457189" rtl="0" eaLnBrk="1" latinLnBrk="0" hangingPunct="1">
              <a:spcBef>
                <a:spcPct val="20000"/>
              </a:spcBef>
              <a:buFontTx/>
              <a:buBlip>
                <a:blip r:embed="rId2"/>
              </a:buBlip>
            </a:pPr>
            <a:r>
              <a:rPr lang="fr-FR"/>
              <a:t>Deuxième niveau</a:t>
            </a:r>
          </a:p>
          <a:p>
            <a:pPr marL="1142971" lvl="2" indent="-228594" algn="l" defTabSz="457189" rtl="0" eaLnBrk="1" latinLnBrk="0" hangingPunct="1">
              <a:spcBef>
                <a:spcPct val="20000"/>
              </a:spcBef>
              <a:buFontTx/>
              <a:buBlip>
                <a:blip r:embed="rId3"/>
              </a:buBlip>
            </a:pPr>
            <a:r>
              <a:rPr lang="fr-FR"/>
              <a:t>Troisième niveau</a:t>
            </a:r>
          </a:p>
          <a:p>
            <a:pPr marL="1600160" lvl="3" indent="-228594" algn="l" defTabSz="457189" rtl="0" eaLnBrk="1" latinLnBrk="0" hangingPunct="1">
              <a:spcBef>
                <a:spcPct val="20000"/>
              </a:spcBef>
              <a:buFont typeface="Wingdings" panose="05000000000000000000" pitchFamily="2" charset="2"/>
              <a:buChar char="§"/>
            </a:pPr>
            <a:r>
              <a:rPr lang="fr-FR"/>
              <a:t>Quatrième niveau</a:t>
            </a:r>
          </a:p>
          <a:p>
            <a:pPr marL="2057349" lvl="4" indent="-228594" algn="l" defTabSz="457189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fr-FR"/>
              <a:t>Cinquième niveau</a:t>
            </a:r>
            <a:endParaRPr lang="en-GB"/>
          </a:p>
        </p:txBody>
      </p:sp>
      <p:sp>
        <p:nvSpPr>
          <p:cNvPr id="12" name="Titre 3"/>
          <p:cNvSpPr>
            <a:spLocks noGrp="1"/>
          </p:cNvSpPr>
          <p:nvPr>
            <p:ph type="title" hasCustomPrompt="1"/>
          </p:nvPr>
        </p:nvSpPr>
        <p:spPr>
          <a:xfrm>
            <a:off x="457203" y="109504"/>
            <a:ext cx="7886700" cy="483200"/>
          </a:xfrm>
          <a:prstGeom prst="rect">
            <a:avLst/>
          </a:prstGeom>
        </p:spPr>
        <p:txBody>
          <a:bodyPr anchor="ctr"/>
          <a:lstStyle>
            <a:lvl1pPr algn="l" defTabSz="457189" rtl="0" eaLnBrk="1" latinLnBrk="0" hangingPunct="1">
              <a:spcBef>
                <a:spcPct val="0"/>
              </a:spcBef>
              <a:buNone/>
              <a:defRPr lang="en-GB" sz="2800" b="1" i="1" kern="1200" cap="all" baseline="0" dirty="0">
                <a:solidFill>
                  <a:srgbClr val="27509B"/>
                </a:solidFill>
                <a:latin typeface="Arial Black" panose="020B0A040201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pic>
        <p:nvPicPr>
          <p:cNvPr id="13" name="Image 12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4672" y="4426066"/>
            <a:ext cx="1944000" cy="519417"/>
          </a:xfrm>
          <a:prstGeom prst="rect">
            <a:avLst/>
          </a:prstGeom>
        </p:spPr>
      </p:pic>
      <p:pic>
        <p:nvPicPr>
          <p:cNvPr id="6" name="Picture 3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746" y="4426066"/>
            <a:ext cx="1384990" cy="5194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B53305C7-5BC5-4148-9CB8-211B9FDCBB9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000" y="80214"/>
            <a:ext cx="1944000" cy="519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3262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>
          <a:xfrm>
            <a:off x="0" y="0"/>
            <a:ext cx="457200" cy="5145088"/>
          </a:xfrm>
          <a:prstGeom prst="rect">
            <a:avLst/>
          </a:prstGeom>
          <a:solidFill>
            <a:srgbClr val="84B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457200"/>
            <a:endParaRPr lang="en-GB">
              <a:solidFill>
                <a:prstClr val="white"/>
              </a:solidFill>
            </a:endParaRPr>
          </a:p>
        </p:txBody>
      </p:sp>
      <p:sp>
        <p:nvSpPr>
          <p:cNvPr id="11" name="Espace réservé du contenu 4"/>
          <p:cNvSpPr>
            <a:spLocks noGrp="1"/>
          </p:cNvSpPr>
          <p:nvPr>
            <p:ph sz="quarter" idx="10"/>
          </p:nvPr>
        </p:nvSpPr>
        <p:spPr>
          <a:xfrm>
            <a:off x="457203" y="800347"/>
            <a:ext cx="8229598" cy="3608718"/>
          </a:xfrm>
          <a:prstGeom prst="rect">
            <a:avLst/>
          </a:prstGeom>
        </p:spPr>
        <p:txBody>
          <a:bodyPr/>
          <a:lstStyle>
            <a:lvl1pPr>
              <a:defRPr lang="fr-FR" sz="1800" kern="1200" noProof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+mn-ea"/>
                <a:cs typeface="Arial"/>
              </a:defRPr>
            </a:lvl1pPr>
            <a:lvl2pPr marL="742932" indent="-285744">
              <a:buFontTx/>
              <a:buBlip>
                <a:blip r:embed="rId2"/>
              </a:buBlip>
              <a:defRPr lang="fr-FR" sz="1600" kern="1200" noProof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+mn-ea"/>
                <a:cs typeface="Arial"/>
              </a:defRPr>
            </a:lvl2pPr>
            <a:lvl3pPr marL="1142971" indent="-228594">
              <a:buFontTx/>
              <a:buBlip>
                <a:blip r:embed="rId3"/>
              </a:buBlip>
              <a:defRPr lang="fr-FR" sz="14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160" indent="-228594">
              <a:buFont typeface="Wingdings" panose="05000000000000000000" pitchFamily="2" charset="2"/>
              <a:buChar char="§"/>
              <a:defRPr lang="fr-FR" sz="14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349" indent="-228594">
              <a:buFont typeface="Arial" panose="020B0604020202020204" pitchFamily="34" charset="0"/>
              <a:buChar char="•"/>
              <a:defRPr lang="en-GB" sz="14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marL="0" lvl="0" indent="0" algn="l" defTabSz="457189" rtl="0" eaLnBrk="1" latinLnBrk="0" hangingPunct="1">
              <a:spcBef>
                <a:spcPct val="20000"/>
              </a:spcBef>
              <a:buFont typeface="Arial"/>
              <a:buNone/>
            </a:pPr>
            <a:r>
              <a:rPr lang="fr-FR"/>
              <a:t>Modifier les styles du texte du masque</a:t>
            </a:r>
          </a:p>
          <a:p>
            <a:pPr marL="742932" lvl="1" indent="-285744" algn="l" defTabSz="457189" rtl="0" eaLnBrk="1" latinLnBrk="0" hangingPunct="1">
              <a:spcBef>
                <a:spcPct val="20000"/>
              </a:spcBef>
              <a:buFontTx/>
              <a:buBlip>
                <a:blip r:embed="rId2"/>
              </a:buBlip>
            </a:pPr>
            <a:r>
              <a:rPr lang="fr-FR"/>
              <a:t>Deuxième niveau</a:t>
            </a:r>
          </a:p>
          <a:p>
            <a:pPr marL="1142971" lvl="2" indent="-228594" algn="l" defTabSz="457189" rtl="0" eaLnBrk="1" latinLnBrk="0" hangingPunct="1">
              <a:spcBef>
                <a:spcPct val="20000"/>
              </a:spcBef>
              <a:buFontTx/>
              <a:buBlip>
                <a:blip r:embed="rId3"/>
              </a:buBlip>
            </a:pPr>
            <a:r>
              <a:rPr lang="fr-FR"/>
              <a:t>Troisième niveau</a:t>
            </a:r>
          </a:p>
          <a:p>
            <a:pPr marL="1600160" lvl="3" indent="-228594" algn="l" defTabSz="457189" rtl="0" eaLnBrk="1" latinLnBrk="0" hangingPunct="1">
              <a:spcBef>
                <a:spcPct val="20000"/>
              </a:spcBef>
              <a:buFont typeface="Wingdings" panose="05000000000000000000" pitchFamily="2" charset="2"/>
              <a:buChar char="§"/>
            </a:pPr>
            <a:r>
              <a:rPr lang="fr-FR"/>
              <a:t>Quatrième niveau</a:t>
            </a:r>
          </a:p>
          <a:p>
            <a:pPr marL="2057349" lvl="4" indent="-228594" algn="l" defTabSz="457189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fr-FR"/>
              <a:t>Cinquième niveau</a:t>
            </a:r>
            <a:endParaRPr lang="en-GB"/>
          </a:p>
        </p:txBody>
      </p:sp>
      <p:sp>
        <p:nvSpPr>
          <p:cNvPr id="12" name="Titre 3"/>
          <p:cNvSpPr>
            <a:spLocks noGrp="1"/>
          </p:cNvSpPr>
          <p:nvPr>
            <p:ph type="title" hasCustomPrompt="1"/>
          </p:nvPr>
        </p:nvSpPr>
        <p:spPr>
          <a:xfrm>
            <a:off x="457203" y="109504"/>
            <a:ext cx="7886700" cy="483200"/>
          </a:xfrm>
          <a:prstGeom prst="rect">
            <a:avLst/>
          </a:prstGeom>
        </p:spPr>
        <p:txBody>
          <a:bodyPr anchor="ctr"/>
          <a:lstStyle>
            <a:lvl1pPr algn="l" defTabSz="457189" rtl="0" eaLnBrk="1" latinLnBrk="0" hangingPunct="1">
              <a:spcBef>
                <a:spcPct val="0"/>
              </a:spcBef>
              <a:buNone/>
              <a:defRPr lang="en-GB" sz="2800" b="1" i="1" kern="1200" cap="all" baseline="0" dirty="0">
                <a:solidFill>
                  <a:srgbClr val="27509B"/>
                </a:solidFill>
                <a:latin typeface="Arial Black" panose="020B0A040201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pic>
        <p:nvPicPr>
          <p:cNvPr id="5" name="Picture 2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549361" y="362174"/>
            <a:ext cx="1555921" cy="6480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1981F529-AA17-44D5-8D38-77711D868D8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000" y="80214"/>
            <a:ext cx="1944000" cy="519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6491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457200" cy="5145088"/>
          </a:xfrm>
          <a:prstGeom prst="rect">
            <a:avLst/>
          </a:prstGeom>
          <a:solidFill>
            <a:srgbClr val="84B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457200"/>
            <a:endParaRPr lang="en-GB">
              <a:solidFill>
                <a:prstClr val="white"/>
              </a:solidFill>
            </a:endParaRPr>
          </a:p>
        </p:txBody>
      </p:sp>
      <p:sp>
        <p:nvSpPr>
          <p:cNvPr id="9" name="Espace réservé du contenu 4"/>
          <p:cNvSpPr>
            <a:spLocks noGrp="1"/>
          </p:cNvSpPr>
          <p:nvPr>
            <p:ph sz="quarter" idx="10"/>
          </p:nvPr>
        </p:nvSpPr>
        <p:spPr>
          <a:xfrm>
            <a:off x="457203" y="800347"/>
            <a:ext cx="8229598" cy="3608718"/>
          </a:xfrm>
          <a:prstGeom prst="rect">
            <a:avLst/>
          </a:prstGeom>
        </p:spPr>
        <p:txBody>
          <a:bodyPr/>
          <a:lstStyle>
            <a:lvl1pPr>
              <a:defRPr lang="fr-FR" sz="1800" kern="1200" noProof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+mn-ea"/>
                <a:cs typeface="Arial"/>
              </a:defRPr>
            </a:lvl1pPr>
            <a:lvl2pPr marL="742932" indent="-285744">
              <a:buFontTx/>
              <a:buBlip>
                <a:blip r:embed="rId2"/>
              </a:buBlip>
              <a:defRPr lang="fr-FR" sz="1600" kern="1200" noProof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+mn-ea"/>
                <a:cs typeface="Arial"/>
              </a:defRPr>
            </a:lvl2pPr>
            <a:lvl3pPr marL="1142971" indent="-228594">
              <a:buFontTx/>
              <a:buBlip>
                <a:blip r:embed="rId3"/>
              </a:buBlip>
              <a:defRPr lang="fr-FR" sz="14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160" indent="-228594">
              <a:buFont typeface="Wingdings" panose="05000000000000000000" pitchFamily="2" charset="2"/>
              <a:buChar char="§"/>
              <a:defRPr lang="fr-FR" sz="14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349" indent="-228594">
              <a:buFont typeface="Arial" panose="020B0604020202020204" pitchFamily="34" charset="0"/>
              <a:buChar char="•"/>
              <a:defRPr lang="en-GB" sz="14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marL="0" lvl="0" indent="0" algn="l" defTabSz="457189" rtl="0" eaLnBrk="1" latinLnBrk="0" hangingPunct="1">
              <a:spcBef>
                <a:spcPct val="20000"/>
              </a:spcBef>
              <a:buFont typeface="Arial"/>
              <a:buNone/>
            </a:pPr>
            <a:r>
              <a:rPr lang="fr-FR"/>
              <a:t>Modifier les styles du texte du masque</a:t>
            </a:r>
          </a:p>
          <a:p>
            <a:pPr marL="742932" lvl="1" indent="-285744" algn="l" defTabSz="457189" rtl="0" eaLnBrk="1" latinLnBrk="0" hangingPunct="1">
              <a:spcBef>
                <a:spcPct val="20000"/>
              </a:spcBef>
              <a:buFontTx/>
              <a:buBlip>
                <a:blip r:embed="rId2"/>
              </a:buBlip>
            </a:pPr>
            <a:r>
              <a:rPr lang="fr-FR"/>
              <a:t>Deuxième niveau</a:t>
            </a:r>
          </a:p>
          <a:p>
            <a:pPr marL="1142971" lvl="2" indent="-228594" algn="l" defTabSz="457189" rtl="0" eaLnBrk="1" latinLnBrk="0" hangingPunct="1">
              <a:spcBef>
                <a:spcPct val="20000"/>
              </a:spcBef>
              <a:buFontTx/>
              <a:buBlip>
                <a:blip r:embed="rId3"/>
              </a:buBlip>
            </a:pPr>
            <a:r>
              <a:rPr lang="fr-FR"/>
              <a:t>Troisième niveau</a:t>
            </a:r>
          </a:p>
          <a:p>
            <a:pPr marL="1600160" lvl="3" indent="-228594" algn="l" defTabSz="457189" rtl="0" eaLnBrk="1" latinLnBrk="0" hangingPunct="1">
              <a:spcBef>
                <a:spcPct val="20000"/>
              </a:spcBef>
              <a:buFont typeface="Wingdings" panose="05000000000000000000" pitchFamily="2" charset="2"/>
              <a:buChar char="§"/>
            </a:pPr>
            <a:r>
              <a:rPr lang="fr-FR"/>
              <a:t>Quatrième niveau</a:t>
            </a:r>
          </a:p>
          <a:p>
            <a:pPr marL="2057349" lvl="4" indent="-228594" algn="l" defTabSz="457189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fr-FR"/>
              <a:t>Cinquième niveau</a:t>
            </a:r>
            <a:endParaRPr lang="en-GB"/>
          </a:p>
        </p:txBody>
      </p:sp>
      <p:sp>
        <p:nvSpPr>
          <p:cNvPr id="14" name="Titre 3"/>
          <p:cNvSpPr>
            <a:spLocks noGrp="1"/>
          </p:cNvSpPr>
          <p:nvPr>
            <p:ph type="title" hasCustomPrompt="1"/>
          </p:nvPr>
        </p:nvSpPr>
        <p:spPr>
          <a:xfrm>
            <a:off x="457203" y="109504"/>
            <a:ext cx="7886700" cy="483200"/>
          </a:xfrm>
          <a:prstGeom prst="rect">
            <a:avLst/>
          </a:prstGeom>
        </p:spPr>
        <p:txBody>
          <a:bodyPr anchor="ctr"/>
          <a:lstStyle>
            <a:lvl1pPr algn="l" defTabSz="457189" rtl="0" eaLnBrk="1" latinLnBrk="0" hangingPunct="1">
              <a:spcBef>
                <a:spcPct val="0"/>
              </a:spcBef>
              <a:buNone/>
              <a:defRPr lang="en-GB" sz="2800" b="1" i="1" kern="1200" cap="all" baseline="0" dirty="0">
                <a:solidFill>
                  <a:srgbClr val="27509B"/>
                </a:solidFill>
                <a:latin typeface="Arial Black" panose="020B0A040201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pic>
        <p:nvPicPr>
          <p:cNvPr id="12" name="Image 11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4672" y="4426066"/>
            <a:ext cx="1944000" cy="519417"/>
          </a:xfrm>
          <a:prstGeom prst="rect">
            <a:avLst/>
          </a:prstGeom>
        </p:spPr>
      </p:pic>
      <p:pic>
        <p:nvPicPr>
          <p:cNvPr id="6" name="Picture 3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746" y="4426066"/>
            <a:ext cx="1384990" cy="5194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C6580618-2261-452B-B63C-B73843BF33D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000" y="80214"/>
            <a:ext cx="1944000" cy="519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85402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>
          <a:xfrm>
            <a:off x="0" y="0"/>
            <a:ext cx="457200" cy="5145088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457200"/>
            <a:endParaRPr lang="en-GB">
              <a:solidFill>
                <a:prstClr val="white"/>
              </a:solidFill>
            </a:endParaRPr>
          </a:p>
        </p:txBody>
      </p:sp>
      <p:sp>
        <p:nvSpPr>
          <p:cNvPr id="11" name="Espace réservé du contenu 4"/>
          <p:cNvSpPr>
            <a:spLocks noGrp="1"/>
          </p:cNvSpPr>
          <p:nvPr>
            <p:ph sz="quarter" idx="10"/>
          </p:nvPr>
        </p:nvSpPr>
        <p:spPr>
          <a:xfrm>
            <a:off x="457203" y="800347"/>
            <a:ext cx="8229598" cy="3608718"/>
          </a:xfrm>
          <a:prstGeom prst="rect">
            <a:avLst/>
          </a:prstGeom>
        </p:spPr>
        <p:txBody>
          <a:bodyPr/>
          <a:lstStyle>
            <a:lvl1pPr>
              <a:defRPr lang="fr-FR" sz="1800" kern="1200" noProof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+mn-ea"/>
                <a:cs typeface="Arial"/>
              </a:defRPr>
            </a:lvl1pPr>
            <a:lvl2pPr marL="742932" indent="-285744">
              <a:buFontTx/>
              <a:buBlip>
                <a:blip r:embed="rId2"/>
              </a:buBlip>
              <a:defRPr lang="fr-FR" sz="1600" kern="1200" noProof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+mn-ea"/>
                <a:cs typeface="Arial"/>
              </a:defRPr>
            </a:lvl2pPr>
            <a:lvl3pPr marL="1142971" indent="-228594">
              <a:buFontTx/>
              <a:buBlip>
                <a:blip r:embed="rId3"/>
              </a:buBlip>
              <a:defRPr lang="fr-FR" sz="14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160" indent="-228594">
              <a:buFont typeface="Wingdings" panose="05000000000000000000" pitchFamily="2" charset="2"/>
              <a:buChar char="§"/>
              <a:defRPr lang="fr-FR" sz="14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349" indent="-228594">
              <a:buFont typeface="Arial" panose="020B0604020202020204" pitchFamily="34" charset="0"/>
              <a:buChar char="•"/>
              <a:defRPr lang="en-GB" sz="14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marL="0" lvl="0" indent="0" algn="l" defTabSz="457189" rtl="0" eaLnBrk="1" latinLnBrk="0" hangingPunct="1">
              <a:spcBef>
                <a:spcPct val="20000"/>
              </a:spcBef>
              <a:buFont typeface="Arial"/>
              <a:buNone/>
            </a:pPr>
            <a:r>
              <a:rPr lang="fr-FR"/>
              <a:t>Modifier les styles du texte du masque</a:t>
            </a:r>
          </a:p>
          <a:p>
            <a:pPr marL="742932" lvl="1" indent="-285744" algn="l" defTabSz="457189" rtl="0" eaLnBrk="1" latinLnBrk="0" hangingPunct="1">
              <a:spcBef>
                <a:spcPct val="20000"/>
              </a:spcBef>
              <a:buFontTx/>
              <a:buBlip>
                <a:blip r:embed="rId2"/>
              </a:buBlip>
            </a:pPr>
            <a:r>
              <a:rPr lang="fr-FR"/>
              <a:t>Deuxième niveau</a:t>
            </a:r>
          </a:p>
          <a:p>
            <a:pPr marL="1142971" lvl="2" indent="-228594" algn="l" defTabSz="457189" rtl="0" eaLnBrk="1" latinLnBrk="0" hangingPunct="1">
              <a:spcBef>
                <a:spcPct val="20000"/>
              </a:spcBef>
              <a:buFontTx/>
              <a:buBlip>
                <a:blip r:embed="rId3"/>
              </a:buBlip>
            </a:pPr>
            <a:r>
              <a:rPr lang="fr-FR"/>
              <a:t>Troisième niveau</a:t>
            </a:r>
          </a:p>
          <a:p>
            <a:pPr marL="1600160" lvl="3" indent="-228594" algn="l" defTabSz="457189" rtl="0" eaLnBrk="1" latinLnBrk="0" hangingPunct="1">
              <a:spcBef>
                <a:spcPct val="20000"/>
              </a:spcBef>
              <a:buFont typeface="Wingdings" panose="05000000000000000000" pitchFamily="2" charset="2"/>
              <a:buChar char="§"/>
            </a:pPr>
            <a:r>
              <a:rPr lang="fr-FR"/>
              <a:t>Quatrième niveau</a:t>
            </a:r>
          </a:p>
          <a:p>
            <a:pPr marL="2057349" lvl="4" indent="-228594" algn="l" defTabSz="457189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fr-FR"/>
              <a:t>Cinquième niveau</a:t>
            </a:r>
            <a:endParaRPr lang="en-GB"/>
          </a:p>
        </p:txBody>
      </p:sp>
      <p:sp>
        <p:nvSpPr>
          <p:cNvPr id="12" name="Titre 3"/>
          <p:cNvSpPr>
            <a:spLocks noGrp="1"/>
          </p:cNvSpPr>
          <p:nvPr>
            <p:ph type="title" hasCustomPrompt="1"/>
          </p:nvPr>
        </p:nvSpPr>
        <p:spPr>
          <a:xfrm>
            <a:off x="457203" y="109504"/>
            <a:ext cx="7886700" cy="483200"/>
          </a:xfrm>
          <a:prstGeom prst="rect">
            <a:avLst/>
          </a:prstGeom>
        </p:spPr>
        <p:txBody>
          <a:bodyPr anchor="ctr"/>
          <a:lstStyle>
            <a:lvl1pPr algn="l" defTabSz="457189" rtl="0" eaLnBrk="1" latinLnBrk="0" hangingPunct="1">
              <a:spcBef>
                <a:spcPct val="0"/>
              </a:spcBef>
              <a:buNone/>
              <a:defRPr lang="en-GB" sz="2800" b="1" i="1" kern="1200" cap="all" baseline="0" dirty="0">
                <a:solidFill>
                  <a:srgbClr val="27509B"/>
                </a:solidFill>
                <a:latin typeface="Arial Black" panose="020B0A040201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pic>
        <p:nvPicPr>
          <p:cNvPr id="5" name="Picture 2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549361" y="362174"/>
            <a:ext cx="1555921" cy="6480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1CA0D2F1-F911-4251-AF05-D45176F598D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000" y="80214"/>
            <a:ext cx="1944000" cy="519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23032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457200" cy="5145088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457200"/>
            <a:endParaRPr lang="en-GB">
              <a:solidFill>
                <a:prstClr val="white"/>
              </a:solidFill>
            </a:endParaRPr>
          </a:p>
        </p:txBody>
      </p:sp>
      <p:sp>
        <p:nvSpPr>
          <p:cNvPr id="12" name="Espace réservé du contenu 4"/>
          <p:cNvSpPr>
            <a:spLocks noGrp="1"/>
          </p:cNvSpPr>
          <p:nvPr>
            <p:ph sz="quarter" idx="10"/>
          </p:nvPr>
        </p:nvSpPr>
        <p:spPr>
          <a:xfrm>
            <a:off x="457203" y="800347"/>
            <a:ext cx="8229598" cy="3608718"/>
          </a:xfrm>
          <a:prstGeom prst="rect">
            <a:avLst/>
          </a:prstGeom>
        </p:spPr>
        <p:txBody>
          <a:bodyPr/>
          <a:lstStyle>
            <a:lvl1pPr>
              <a:defRPr lang="fr-FR" sz="1800" kern="1200" noProof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+mn-ea"/>
                <a:cs typeface="Arial"/>
              </a:defRPr>
            </a:lvl1pPr>
            <a:lvl2pPr marL="742932" indent="-285744">
              <a:buFontTx/>
              <a:buBlip>
                <a:blip r:embed="rId2"/>
              </a:buBlip>
              <a:defRPr lang="fr-FR" sz="1600" kern="1200" noProof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+mn-ea"/>
                <a:cs typeface="Arial"/>
              </a:defRPr>
            </a:lvl2pPr>
            <a:lvl3pPr marL="1142971" indent="-228594">
              <a:buFontTx/>
              <a:buBlip>
                <a:blip r:embed="rId3"/>
              </a:buBlip>
              <a:defRPr lang="fr-FR" sz="14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160" indent="-228594">
              <a:buFont typeface="Wingdings" panose="05000000000000000000" pitchFamily="2" charset="2"/>
              <a:buChar char="§"/>
              <a:defRPr lang="fr-FR" sz="14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349" indent="-228594">
              <a:buFont typeface="Arial" panose="020B0604020202020204" pitchFamily="34" charset="0"/>
              <a:buChar char="•"/>
              <a:defRPr lang="en-GB" sz="14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marL="0" lvl="0" indent="0" algn="l" defTabSz="457189" rtl="0" eaLnBrk="1" latinLnBrk="0" hangingPunct="1">
              <a:spcBef>
                <a:spcPct val="20000"/>
              </a:spcBef>
              <a:buFont typeface="Arial"/>
              <a:buNone/>
            </a:pPr>
            <a:r>
              <a:rPr lang="fr-FR"/>
              <a:t>Modifier les styles du texte du masque</a:t>
            </a:r>
          </a:p>
          <a:p>
            <a:pPr marL="742932" lvl="1" indent="-285744" algn="l" defTabSz="457189" rtl="0" eaLnBrk="1" latinLnBrk="0" hangingPunct="1">
              <a:spcBef>
                <a:spcPct val="20000"/>
              </a:spcBef>
              <a:buFontTx/>
              <a:buBlip>
                <a:blip r:embed="rId2"/>
              </a:buBlip>
            </a:pPr>
            <a:r>
              <a:rPr lang="fr-FR"/>
              <a:t>Deuxième niveau</a:t>
            </a:r>
          </a:p>
          <a:p>
            <a:pPr marL="1142971" lvl="2" indent="-228594" algn="l" defTabSz="457189" rtl="0" eaLnBrk="1" latinLnBrk="0" hangingPunct="1">
              <a:spcBef>
                <a:spcPct val="20000"/>
              </a:spcBef>
              <a:buFontTx/>
              <a:buBlip>
                <a:blip r:embed="rId3"/>
              </a:buBlip>
            </a:pPr>
            <a:r>
              <a:rPr lang="fr-FR"/>
              <a:t>Troisième niveau</a:t>
            </a:r>
          </a:p>
          <a:p>
            <a:pPr marL="1600160" lvl="3" indent="-228594" algn="l" defTabSz="457189" rtl="0" eaLnBrk="1" latinLnBrk="0" hangingPunct="1">
              <a:spcBef>
                <a:spcPct val="20000"/>
              </a:spcBef>
              <a:buFont typeface="Wingdings" panose="05000000000000000000" pitchFamily="2" charset="2"/>
              <a:buChar char="§"/>
            </a:pPr>
            <a:r>
              <a:rPr lang="fr-FR"/>
              <a:t>Quatrième niveau</a:t>
            </a:r>
          </a:p>
          <a:p>
            <a:pPr marL="2057349" lvl="4" indent="-228594" algn="l" defTabSz="457189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fr-FR"/>
              <a:t>Cinquième niveau</a:t>
            </a:r>
            <a:endParaRPr lang="en-GB"/>
          </a:p>
        </p:txBody>
      </p:sp>
      <p:sp>
        <p:nvSpPr>
          <p:cNvPr id="14" name="Titre 3"/>
          <p:cNvSpPr>
            <a:spLocks noGrp="1"/>
          </p:cNvSpPr>
          <p:nvPr>
            <p:ph type="title" hasCustomPrompt="1"/>
          </p:nvPr>
        </p:nvSpPr>
        <p:spPr>
          <a:xfrm>
            <a:off x="457203" y="109504"/>
            <a:ext cx="7886700" cy="483200"/>
          </a:xfrm>
          <a:prstGeom prst="rect">
            <a:avLst/>
          </a:prstGeom>
        </p:spPr>
        <p:txBody>
          <a:bodyPr anchor="ctr"/>
          <a:lstStyle>
            <a:lvl1pPr algn="l" defTabSz="457189" rtl="0" eaLnBrk="1" latinLnBrk="0" hangingPunct="1">
              <a:spcBef>
                <a:spcPct val="0"/>
              </a:spcBef>
              <a:buNone/>
              <a:defRPr lang="en-GB" sz="2800" b="1" i="1" kern="1200" cap="all" baseline="0" dirty="0">
                <a:solidFill>
                  <a:srgbClr val="27509B"/>
                </a:solidFill>
                <a:latin typeface="Arial Black" panose="020B0A040201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pic>
        <p:nvPicPr>
          <p:cNvPr id="9" name="Image 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4672" y="4426066"/>
            <a:ext cx="1944000" cy="519417"/>
          </a:xfrm>
          <a:prstGeom prst="rect">
            <a:avLst/>
          </a:prstGeom>
        </p:spPr>
      </p:pic>
      <p:pic>
        <p:nvPicPr>
          <p:cNvPr id="6" name="Picture 3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746" y="4426066"/>
            <a:ext cx="1384990" cy="5194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76E112B9-6275-4176-82A8-E8CE6866F66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000" y="80214"/>
            <a:ext cx="1944000" cy="519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81316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0"/>
            <a:ext cx="457200" cy="5145088"/>
          </a:xfrm>
          <a:prstGeom prst="rect">
            <a:avLst/>
          </a:prstGeom>
          <a:solidFill>
            <a:srgbClr val="622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457200"/>
            <a:endParaRPr lang="en-GB">
              <a:solidFill>
                <a:prstClr val="white"/>
              </a:solidFill>
            </a:endParaRPr>
          </a:p>
        </p:txBody>
      </p:sp>
      <p:sp>
        <p:nvSpPr>
          <p:cNvPr id="10" name="Espace réservé du contenu 4"/>
          <p:cNvSpPr>
            <a:spLocks noGrp="1"/>
          </p:cNvSpPr>
          <p:nvPr>
            <p:ph sz="quarter" idx="10"/>
          </p:nvPr>
        </p:nvSpPr>
        <p:spPr>
          <a:xfrm>
            <a:off x="457203" y="800347"/>
            <a:ext cx="8229598" cy="3608718"/>
          </a:xfrm>
          <a:prstGeom prst="rect">
            <a:avLst/>
          </a:prstGeom>
        </p:spPr>
        <p:txBody>
          <a:bodyPr/>
          <a:lstStyle>
            <a:lvl1pPr>
              <a:defRPr lang="fr-FR" sz="1800" kern="1200" noProof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+mn-ea"/>
                <a:cs typeface="Arial"/>
              </a:defRPr>
            </a:lvl1pPr>
            <a:lvl2pPr marL="742932" indent="-285744">
              <a:buFontTx/>
              <a:buBlip>
                <a:blip r:embed="rId2"/>
              </a:buBlip>
              <a:defRPr lang="fr-FR" sz="1600" kern="1200" noProof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+mn-ea"/>
                <a:cs typeface="Arial"/>
              </a:defRPr>
            </a:lvl2pPr>
            <a:lvl3pPr marL="1142971" indent="-228594">
              <a:buFontTx/>
              <a:buBlip>
                <a:blip r:embed="rId3"/>
              </a:buBlip>
              <a:defRPr lang="fr-FR" sz="14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160" indent="-228594">
              <a:buFont typeface="Wingdings" panose="05000000000000000000" pitchFamily="2" charset="2"/>
              <a:buChar char="§"/>
              <a:defRPr lang="fr-FR" sz="14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349" indent="-228594">
              <a:buFont typeface="Arial" panose="020B0604020202020204" pitchFamily="34" charset="0"/>
              <a:buChar char="•"/>
              <a:defRPr lang="en-GB" sz="14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marL="0" lvl="0" indent="0" algn="l" defTabSz="457189" rtl="0" eaLnBrk="1" latinLnBrk="0" hangingPunct="1">
              <a:spcBef>
                <a:spcPct val="20000"/>
              </a:spcBef>
              <a:buFont typeface="Arial"/>
              <a:buNone/>
            </a:pPr>
            <a:r>
              <a:rPr lang="fr-FR"/>
              <a:t>Modifier les styles du texte du masque</a:t>
            </a:r>
          </a:p>
          <a:p>
            <a:pPr marL="742932" lvl="1" indent="-285744" algn="l" defTabSz="457189" rtl="0" eaLnBrk="1" latinLnBrk="0" hangingPunct="1">
              <a:spcBef>
                <a:spcPct val="20000"/>
              </a:spcBef>
              <a:buFontTx/>
              <a:buBlip>
                <a:blip r:embed="rId2"/>
              </a:buBlip>
            </a:pPr>
            <a:r>
              <a:rPr lang="fr-FR"/>
              <a:t>Deuxième niveau</a:t>
            </a:r>
          </a:p>
          <a:p>
            <a:pPr marL="1142971" lvl="2" indent="-228594" algn="l" defTabSz="457189" rtl="0" eaLnBrk="1" latinLnBrk="0" hangingPunct="1">
              <a:spcBef>
                <a:spcPct val="20000"/>
              </a:spcBef>
              <a:buFontTx/>
              <a:buBlip>
                <a:blip r:embed="rId3"/>
              </a:buBlip>
            </a:pPr>
            <a:r>
              <a:rPr lang="fr-FR"/>
              <a:t>Troisième niveau</a:t>
            </a:r>
          </a:p>
          <a:p>
            <a:pPr marL="1600160" lvl="3" indent="-228594" algn="l" defTabSz="457189" rtl="0" eaLnBrk="1" latinLnBrk="0" hangingPunct="1">
              <a:spcBef>
                <a:spcPct val="20000"/>
              </a:spcBef>
              <a:buFont typeface="Wingdings" panose="05000000000000000000" pitchFamily="2" charset="2"/>
              <a:buChar char="§"/>
            </a:pPr>
            <a:r>
              <a:rPr lang="fr-FR"/>
              <a:t>Quatrième niveau</a:t>
            </a:r>
          </a:p>
          <a:p>
            <a:pPr marL="2057349" lvl="4" indent="-228594" algn="l" defTabSz="457189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fr-FR"/>
              <a:t>Cinquième niveau</a:t>
            </a:r>
            <a:endParaRPr lang="en-GB"/>
          </a:p>
        </p:txBody>
      </p:sp>
      <p:sp>
        <p:nvSpPr>
          <p:cNvPr id="11" name="Titre 3"/>
          <p:cNvSpPr>
            <a:spLocks noGrp="1"/>
          </p:cNvSpPr>
          <p:nvPr>
            <p:ph type="title" hasCustomPrompt="1"/>
          </p:nvPr>
        </p:nvSpPr>
        <p:spPr>
          <a:xfrm>
            <a:off x="457203" y="109504"/>
            <a:ext cx="7886700" cy="483200"/>
          </a:xfrm>
          <a:prstGeom prst="rect">
            <a:avLst/>
          </a:prstGeom>
        </p:spPr>
        <p:txBody>
          <a:bodyPr anchor="ctr"/>
          <a:lstStyle>
            <a:lvl1pPr algn="l" defTabSz="457189" rtl="0" eaLnBrk="1" latinLnBrk="0" hangingPunct="1">
              <a:spcBef>
                <a:spcPct val="0"/>
              </a:spcBef>
              <a:buNone/>
              <a:defRPr lang="en-GB" sz="2800" b="1" i="1" kern="1200" cap="all" baseline="0" dirty="0">
                <a:solidFill>
                  <a:srgbClr val="27509B"/>
                </a:solidFill>
                <a:latin typeface="Arial Black" panose="020B0A040201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pic>
        <p:nvPicPr>
          <p:cNvPr id="5" name="Picture 2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549361" y="362174"/>
            <a:ext cx="1555921" cy="6480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14421E3A-E764-41DF-AF41-6353558DDDFA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000" y="80214"/>
            <a:ext cx="1944000" cy="519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67145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0"/>
            <a:ext cx="457200" cy="5145088"/>
          </a:xfrm>
          <a:prstGeom prst="rect">
            <a:avLst/>
          </a:prstGeom>
          <a:solidFill>
            <a:srgbClr val="622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457200"/>
            <a:endParaRPr lang="en-GB">
              <a:solidFill>
                <a:prstClr val="white"/>
              </a:solidFill>
            </a:endParaRPr>
          </a:p>
        </p:txBody>
      </p:sp>
      <p:sp>
        <p:nvSpPr>
          <p:cNvPr id="14" name="Espace réservé du contenu 4"/>
          <p:cNvSpPr>
            <a:spLocks noGrp="1"/>
          </p:cNvSpPr>
          <p:nvPr>
            <p:ph sz="quarter" idx="10"/>
          </p:nvPr>
        </p:nvSpPr>
        <p:spPr>
          <a:xfrm>
            <a:off x="457203" y="800347"/>
            <a:ext cx="8229598" cy="3608718"/>
          </a:xfrm>
          <a:prstGeom prst="rect">
            <a:avLst/>
          </a:prstGeom>
        </p:spPr>
        <p:txBody>
          <a:bodyPr/>
          <a:lstStyle>
            <a:lvl1pPr>
              <a:defRPr lang="fr-FR" sz="1800" kern="1200" noProof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+mn-ea"/>
                <a:cs typeface="Arial"/>
              </a:defRPr>
            </a:lvl1pPr>
            <a:lvl2pPr marL="742932" indent="-285744">
              <a:buFontTx/>
              <a:buBlip>
                <a:blip r:embed="rId2"/>
              </a:buBlip>
              <a:defRPr lang="fr-FR" sz="1600" kern="1200" noProof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+mn-ea"/>
                <a:cs typeface="Arial"/>
              </a:defRPr>
            </a:lvl2pPr>
            <a:lvl3pPr marL="1142971" indent="-228594">
              <a:buFontTx/>
              <a:buBlip>
                <a:blip r:embed="rId3"/>
              </a:buBlip>
              <a:defRPr lang="fr-FR" sz="14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160" indent="-228594">
              <a:buFont typeface="Wingdings" panose="05000000000000000000" pitchFamily="2" charset="2"/>
              <a:buChar char="§"/>
              <a:defRPr lang="fr-FR" sz="14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349" indent="-228594">
              <a:buFont typeface="Arial" panose="020B0604020202020204" pitchFamily="34" charset="0"/>
              <a:buChar char="•"/>
              <a:defRPr lang="en-GB" sz="14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marL="0" lvl="0" indent="0" algn="l" defTabSz="457189" rtl="0" eaLnBrk="1" latinLnBrk="0" hangingPunct="1">
              <a:spcBef>
                <a:spcPct val="20000"/>
              </a:spcBef>
              <a:buFont typeface="Arial"/>
              <a:buNone/>
            </a:pPr>
            <a:r>
              <a:rPr lang="fr-FR"/>
              <a:t>Modifier les styles du texte du masque</a:t>
            </a:r>
          </a:p>
          <a:p>
            <a:pPr marL="742932" lvl="1" indent="-285744" algn="l" defTabSz="457189" rtl="0" eaLnBrk="1" latinLnBrk="0" hangingPunct="1">
              <a:spcBef>
                <a:spcPct val="20000"/>
              </a:spcBef>
              <a:buFontTx/>
              <a:buBlip>
                <a:blip r:embed="rId2"/>
              </a:buBlip>
            </a:pPr>
            <a:r>
              <a:rPr lang="fr-FR"/>
              <a:t>Deuxième niveau</a:t>
            </a:r>
          </a:p>
          <a:p>
            <a:pPr marL="1142971" lvl="2" indent="-228594" algn="l" defTabSz="457189" rtl="0" eaLnBrk="1" latinLnBrk="0" hangingPunct="1">
              <a:spcBef>
                <a:spcPct val="20000"/>
              </a:spcBef>
              <a:buFontTx/>
              <a:buBlip>
                <a:blip r:embed="rId3"/>
              </a:buBlip>
            </a:pPr>
            <a:r>
              <a:rPr lang="fr-FR"/>
              <a:t>Troisième niveau</a:t>
            </a:r>
          </a:p>
          <a:p>
            <a:pPr marL="1600160" lvl="3" indent="-228594" algn="l" defTabSz="457189" rtl="0" eaLnBrk="1" latinLnBrk="0" hangingPunct="1">
              <a:spcBef>
                <a:spcPct val="20000"/>
              </a:spcBef>
              <a:buFont typeface="Wingdings" panose="05000000000000000000" pitchFamily="2" charset="2"/>
              <a:buChar char="§"/>
            </a:pPr>
            <a:r>
              <a:rPr lang="fr-FR"/>
              <a:t>Quatrième niveau</a:t>
            </a:r>
          </a:p>
          <a:p>
            <a:pPr marL="2057349" lvl="4" indent="-228594" algn="l" defTabSz="457189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fr-FR"/>
              <a:t>Cinquième niveau</a:t>
            </a:r>
            <a:endParaRPr lang="en-GB"/>
          </a:p>
        </p:txBody>
      </p:sp>
      <p:sp>
        <p:nvSpPr>
          <p:cNvPr id="15" name="Titre 3"/>
          <p:cNvSpPr>
            <a:spLocks noGrp="1"/>
          </p:cNvSpPr>
          <p:nvPr>
            <p:ph type="title" hasCustomPrompt="1"/>
          </p:nvPr>
        </p:nvSpPr>
        <p:spPr>
          <a:xfrm>
            <a:off x="457203" y="109504"/>
            <a:ext cx="7886700" cy="483200"/>
          </a:xfrm>
          <a:prstGeom prst="rect">
            <a:avLst/>
          </a:prstGeom>
        </p:spPr>
        <p:txBody>
          <a:bodyPr anchor="ctr"/>
          <a:lstStyle>
            <a:lvl1pPr algn="l" defTabSz="457189" rtl="0" eaLnBrk="1" latinLnBrk="0" hangingPunct="1">
              <a:spcBef>
                <a:spcPct val="0"/>
              </a:spcBef>
              <a:buNone/>
              <a:defRPr lang="en-GB" sz="2800" b="1" i="1" kern="1200" cap="all" baseline="0" dirty="0">
                <a:solidFill>
                  <a:srgbClr val="27509B"/>
                </a:solidFill>
                <a:latin typeface="Arial Black" panose="020B0A040201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pic>
        <p:nvPicPr>
          <p:cNvPr id="11" name="Image 10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4672" y="4426066"/>
            <a:ext cx="1944000" cy="519417"/>
          </a:xfrm>
          <a:prstGeom prst="rect">
            <a:avLst/>
          </a:prstGeom>
        </p:spPr>
      </p:pic>
      <p:pic>
        <p:nvPicPr>
          <p:cNvPr id="6" name="Picture 3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746" y="4426066"/>
            <a:ext cx="1384990" cy="5194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442FC3AF-5FE6-4BB1-9833-2F263D582EE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000" y="80214"/>
            <a:ext cx="1944000" cy="519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27370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457199" y="0"/>
            <a:ext cx="8686804" cy="4897512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GB">
              <a:solidFill>
                <a:prstClr val="white"/>
              </a:solidFill>
            </a:endParaRPr>
          </a:p>
        </p:txBody>
      </p:sp>
      <p:sp>
        <p:nvSpPr>
          <p:cNvPr id="14" name="Title 5"/>
          <p:cNvSpPr txBox="1">
            <a:spLocks/>
          </p:cNvSpPr>
          <p:nvPr userDrawn="1"/>
        </p:nvSpPr>
        <p:spPr>
          <a:xfrm>
            <a:off x="449581" y="2173528"/>
            <a:ext cx="8694420" cy="68009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0" i="0">
                <a:solidFill>
                  <a:prstClr val="white"/>
                </a:solidFill>
                <a:latin typeface="Michelin" pitchFamily="50" charset="0"/>
                <a:cs typeface="Arial"/>
              </a:rPr>
              <a:t>MERCI</a:t>
            </a:r>
          </a:p>
        </p:txBody>
      </p:sp>
      <p:pic>
        <p:nvPicPr>
          <p:cNvPr id="4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2538" y="345314"/>
            <a:ext cx="1963103" cy="939689"/>
          </a:xfrm>
          <a:prstGeom prst="rect">
            <a:avLst/>
          </a:prstGeom>
        </p:spPr>
      </p:pic>
      <p:pic>
        <p:nvPicPr>
          <p:cNvPr id="5122" name="Picture 2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8138" y="3692607"/>
            <a:ext cx="2891900" cy="12049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9181642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 flipH="1">
            <a:off x="1" y="0"/>
            <a:ext cx="457199" cy="5145088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GB">
              <a:solidFill>
                <a:prstClr val="white"/>
              </a:solidFill>
            </a:endParaRPr>
          </a:p>
        </p:txBody>
      </p:sp>
      <p:sp>
        <p:nvSpPr>
          <p:cNvPr id="14" name="Title 5"/>
          <p:cNvSpPr txBox="1">
            <a:spLocks/>
          </p:cNvSpPr>
          <p:nvPr userDrawn="1"/>
        </p:nvSpPr>
        <p:spPr>
          <a:xfrm>
            <a:off x="449581" y="2173528"/>
            <a:ext cx="8694420" cy="68009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0" i="0">
                <a:solidFill>
                  <a:srgbClr val="27509B"/>
                </a:solidFill>
                <a:latin typeface="Michelin" pitchFamily="50" charset="0"/>
                <a:cs typeface="Arial"/>
              </a:rPr>
              <a:t>MERCI</a:t>
            </a:r>
          </a:p>
        </p:txBody>
      </p:sp>
      <p:pic>
        <p:nvPicPr>
          <p:cNvPr id="4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2538" y="345314"/>
            <a:ext cx="1963103" cy="939688"/>
          </a:xfrm>
          <a:prstGeom prst="rect">
            <a:avLst/>
          </a:prstGeom>
        </p:spPr>
      </p:pic>
      <p:pic>
        <p:nvPicPr>
          <p:cNvPr id="6146" name="Picture 2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0804" y="3997501"/>
            <a:ext cx="2373197" cy="8900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3846142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457200" cy="5145088"/>
          </a:xfrm>
          <a:prstGeom prst="rect">
            <a:avLst/>
          </a:prstGeom>
          <a:solidFill>
            <a:srgbClr val="2750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800"/>
          </a:p>
        </p:txBody>
      </p:sp>
      <p:sp>
        <p:nvSpPr>
          <p:cNvPr id="7" name="Titre 12"/>
          <p:cNvSpPr>
            <a:spLocks noGrp="1"/>
          </p:cNvSpPr>
          <p:nvPr>
            <p:ph type="title" hasCustomPrompt="1"/>
          </p:nvPr>
        </p:nvSpPr>
        <p:spPr>
          <a:xfrm>
            <a:off x="457200" y="114336"/>
            <a:ext cx="8229600" cy="470045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 b="1" i="1" cap="all" baseline="0">
                <a:solidFill>
                  <a:srgbClr val="27509B"/>
                </a:solidFill>
                <a:latin typeface="Arial Black" panose="020B0A040201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11" name="Espace réservé du contenu 4"/>
          <p:cNvSpPr>
            <a:spLocks noGrp="1"/>
          </p:cNvSpPr>
          <p:nvPr>
            <p:ph sz="quarter" idx="10"/>
          </p:nvPr>
        </p:nvSpPr>
        <p:spPr>
          <a:xfrm>
            <a:off x="457203" y="800347"/>
            <a:ext cx="8229598" cy="3608718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 marL="742932" indent="-285744">
              <a:buFontTx/>
              <a:buBlip>
                <a:blip r:embed="rId2"/>
              </a:buBlip>
              <a:defRPr sz="1600"/>
            </a:lvl2pPr>
            <a:lvl3pPr marL="1142971" indent="-228594">
              <a:buFontTx/>
              <a:buBlip>
                <a:blip r:embed="rId3"/>
              </a:buBlip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>
              <a:buFont typeface="Wingdings" panose="05000000000000000000" pitchFamily="2" charset="2"/>
              <a:buChar char="§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>
              <a:buFont typeface="Arial" panose="020B0604020202020204" pitchFamily="34" charset="0"/>
              <a:buChar char="•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352714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Diapositive de titre">
    <p:bg>
      <p:bgPr>
        <a:solidFill>
          <a:srgbClr val="014E9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F2B319CC-E261-134F-BFBC-DD5C47A61D7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69051" y="690847"/>
            <a:ext cx="4784360" cy="3163438"/>
          </a:xfrm>
          <a:prstGeom prst="rect">
            <a:avLst/>
          </a:prstGeom>
        </p:spPr>
      </p:pic>
      <p:pic>
        <p:nvPicPr>
          <p:cNvPr id="4" name="Imagen 3" descr="Un dibujo de un perro blanco y negro&#10;&#10;Descripción generada automáticamente con confianza baja">
            <a:extLst>
              <a:ext uri="{FF2B5EF4-FFF2-40B4-BE49-F238E27FC236}">
                <a16:creationId xmlns:a16="http://schemas.microsoft.com/office/drawing/2014/main" id="{6749395E-3B42-4251-A763-B3DC27A224F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00937" y="3852667"/>
            <a:ext cx="1225873" cy="644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35614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ullet Point styl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28">
            <a:extLst>
              <a:ext uri="{FF2B5EF4-FFF2-40B4-BE49-F238E27FC236}">
                <a16:creationId xmlns:a16="http://schemas.microsoft.com/office/drawing/2014/main" id="{D8F74563-30A1-1DD0-13CB-D0B9DCE81D9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4596" y="1231676"/>
            <a:ext cx="8143864" cy="2958686"/>
          </a:xfrm>
          <a:prstGeom prst="rect">
            <a:avLst/>
          </a:prstGeom>
        </p:spPr>
        <p:txBody>
          <a:bodyPr/>
          <a:lstStyle>
            <a:lvl1pPr marL="128588" indent="-128588">
              <a:buClr>
                <a:srgbClr val="27509B"/>
              </a:buClr>
              <a:buFont typeface="Wingdings" panose="05000000000000000000" pitchFamily="2" charset="2"/>
              <a:buChar char="§"/>
              <a:defRPr lang="fr-FR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>
              <a:buClr>
                <a:srgbClr val="27509B"/>
              </a:buClr>
              <a:buFont typeface="Wingdings" panose="05000000000000000000" pitchFamily="2" charset="2"/>
              <a:buChar char="§"/>
              <a:defRPr sz="105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42975" indent="-257175">
              <a:buClr>
                <a:srgbClr val="27509B"/>
              </a:buClr>
              <a:buFont typeface="Wingdings" panose="05000000000000000000" pitchFamily="2" charset="2"/>
              <a:buChar char="§"/>
              <a:defRPr sz="900">
                <a:latin typeface="Arial" panose="020B0604020202020204" pitchFamily="34" charset="0"/>
                <a:cs typeface="Arial" panose="020B0604020202020204" pitchFamily="34" charset="0"/>
              </a:defRPr>
            </a:lvl3pPr>
          </a:lstStyle>
          <a:p>
            <a:pPr lvl="0"/>
            <a:r>
              <a:rPr lang="fr-FR"/>
              <a:t> Bullet point</a:t>
            </a:r>
          </a:p>
          <a:p>
            <a:pPr lvl="1"/>
            <a:r>
              <a:rPr lang="fr-FR"/>
              <a:t> Bullet Point</a:t>
            </a:r>
          </a:p>
          <a:p>
            <a:pPr lvl="2"/>
            <a:r>
              <a:rPr lang="fr-FR"/>
              <a:t>Bullet point</a:t>
            </a:r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0681AD6D-056B-D09A-A11A-EA54C144B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598" y="197775"/>
            <a:ext cx="8143864" cy="270368"/>
          </a:xfrm>
          <a:prstGeom prst="rect">
            <a:avLst/>
          </a:prstGeom>
        </p:spPr>
        <p:txBody>
          <a:bodyPr/>
          <a:lstStyle>
            <a:lvl1pPr>
              <a:defRPr sz="1800" b="1">
                <a:latin typeface="Michelin" panose="02000000000000000000" pitchFamily="50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10">
            <a:extLst>
              <a:ext uri="{FF2B5EF4-FFF2-40B4-BE49-F238E27FC236}">
                <a16:creationId xmlns:a16="http://schemas.microsoft.com/office/drawing/2014/main" id="{2A5FBE9C-1A0C-7A99-A4B9-C3E7770AE6F6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84597" y="513552"/>
            <a:ext cx="8143864" cy="2059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fr-FR" sz="900" kern="1200" dirty="0">
                <a:solidFill>
                  <a:srgbClr val="27509B"/>
                </a:solidFill>
                <a:latin typeface="Michelin Light" panose="02000000000000000000" pitchFamily="50" charset="0"/>
                <a:ea typeface="+mn-ea"/>
                <a:cs typeface="+mn-cs"/>
              </a:defRPr>
            </a:lvl1pPr>
          </a:lstStyle>
          <a:p>
            <a:pPr lvl="0"/>
            <a:r>
              <a:rPr lang="fr-FR" err="1"/>
              <a:t>Subtitle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0337209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96A04297-BC87-1BE3-8E64-5D81375F668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508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E11641D-F3C3-3893-66A9-D7B5F2759F83}"/>
              </a:ext>
            </a:extLst>
          </p:cNvPr>
          <p:cNvSpPr/>
          <p:nvPr userDrawn="1"/>
        </p:nvSpPr>
        <p:spPr>
          <a:xfrm>
            <a:off x="718148" y="679274"/>
            <a:ext cx="407598" cy="116492"/>
          </a:xfrm>
          <a:prstGeom prst="rect">
            <a:avLst/>
          </a:prstGeom>
          <a:solidFill>
            <a:srgbClr val="2750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2C36D0CB-BD06-2904-2868-26956ED7EF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4321" y="1427649"/>
            <a:ext cx="3948104" cy="26545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kumimoji="0" lang="en-US" sz="1125" b="0" i="0" u="none" strike="noStrike" cap="none" spc="-60" normalizeH="0" baseline="0" dirty="0" smtClean="0">
                <a:ln>
                  <a:noFill/>
                </a:ln>
                <a:solidFill>
                  <a:srgbClr val="27509B"/>
                </a:solidFill>
                <a:effectLst/>
                <a:uLnTx/>
                <a:uFillTx/>
                <a:latin typeface="Michelin" panose="02000000000000000000" pitchFamily="50" charset="0"/>
              </a:defRPr>
            </a:lvl1pPr>
            <a:lvl2pPr marL="171450" indent="0">
              <a:buNone/>
              <a:defRPr lang="en-US" sz="1350" dirty="0" smtClean="0"/>
            </a:lvl2pPr>
            <a:lvl3pPr>
              <a:defRPr lang="en-US" sz="1350" dirty="0" smtClean="0"/>
            </a:lvl3pPr>
            <a:lvl4pPr>
              <a:defRPr lang="en-US" dirty="0" smtClean="0"/>
            </a:lvl4pPr>
            <a:lvl5pPr>
              <a:defRPr lang="fr-FR" dirty="0"/>
            </a:lvl5pPr>
          </a:lstStyle>
          <a:p>
            <a:pPr marL="171450" marR="0" lvl="0" indent="-17145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/>
              <a:t>Click to edit Master text styles</a:t>
            </a:r>
          </a:p>
        </p:txBody>
      </p:sp>
      <p:sp>
        <p:nvSpPr>
          <p:cNvPr id="12" name="Title 13">
            <a:extLst>
              <a:ext uri="{FF2B5EF4-FFF2-40B4-BE49-F238E27FC236}">
                <a16:creationId xmlns:a16="http://schemas.microsoft.com/office/drawing/2014/main" id="{2E1A6411-7F4A-982E-0F03-B79FCE5E4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321" y="870911"/>
            <a:ext cx="3858164" cy="618315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ts val="2100"/>
              </a:lnSpc>
              <a:defRPr sz="2100" b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Michelin" panose="02000000000000000000" pitchFamily="50" charset="0"/>
              </a:defRPr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pic>
        <p:nvPicPr>
          <p:cNvPr id="14" name="Image 13" descr="Une image contenant clipart, Graphique, dessin humoristique&#10;&#10;Description générée automatiquement">
            <a:extLst>
              <a:ext uri="{FF2B5EF4-FFF2-40B4-BE49-F238E27FC236}">
                <a16:creationId xmlns:a16="http://schemas.microsoft.com/office/drawing/2014/main" id="{9259A7D3-8E86-B2D4-D2EC-0DCE59CDADA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17237" y="4364961"/>
            <a:ext cx="1245371" cy="655091"/>
          </a:xfrm>
          <a:prstGeom prst="rect">
            <a:avLst/>
          </a:prstGeom>
        </p:spPr>
      </p:pic>
      <p:pic>
        <p:nvPicPr>
          <p:cNvPr id="4" name="Image 3" descr="Une image contenant Police, capture d’écran, Graphique, typographie&#10;&#10;Description générée automatiquement">
            <a:extLst>
              <a:ext uri="{FF2B5EF4-FFF2-40B4-BE49-F238E27FC236}">
                <a16:creationId xmlns:a16="http://schemas.microsoft.com/office/drawing/2014/main" id="{0F1EA9C7-4DA9-E542-9C66-EB03412DA8E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43041" y="4648203"/>
            <a:ext cx="1475993" cy="30228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17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075976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1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2769" y="4435487"/>
            <a:ext cx="1980000" cy="529037"/>
          </a:xfrm>
          <a:prstGeom prst="rect">
            <a:avLst/>
          </a:prstGeom>
        </p:spPr>
      </p:pic>
      <p:sp>
        <p:nvSpPr>
          <p:cNvPr id="13" name="Titre 12"/>
          <p:cNvSpPr>
            <a:spLocks noGrp="1"/>
          </p:cNvSpPr>
          <p:nvPr>
            <p:ph type="title" hasCustomPrompt="1"/>
          </p:nvPr>
        </p:nvSpPr>
        <p:spPr>
          <a:xfrm>
            <a:off x="457200" y="114339"/>
            <a:ext cx="8229600" cy="470045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1500" b="1" i="1" cap="all" baseline="0">
                <a:solidFill>
                  <a:srgbClr val="27509B"/>
                </a:solidFill>
                <a:latin typeface="Arial Black" panose="020B0A040201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fr-FR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5145088"/>
          </a:xfrm>
          <a:prstGeom prst="rect">
            <a:avLst/>
          </a:prstGeom>
          <a:solidFill>
            <a:srgbClr val="2750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350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0"/>
          </p:nvPr>
        </p:nvSpPr>
        <p:spPr>
          <a:xfrm>
            <a:off x="457203" y="800349"/>
            <a:ext cx="8229598" cy="3608718"/>
          </a:xfrm>
          <a:prstGeom prst="rect">
            <a:avLst/>
          </a:prstGeom>
        </p:spPr>
        <p:txBody>
          <a:bodyPr/>
          <a:lstStyle>
            <a:lvl1pPr>
              <a:defRPr sz="1350"/>
            </a:lvl1pPr>
            <a:lvl2pPr marL="557199" indent="-214308">
              <a:buFontTx/>
              <a:buBlip>
                <a:blip r:embed="rId3"/>
              </a:buBlip>
              <a:defRPr sz="1200"/>
            </a:lvl2pPr>
            <a:lvl3pPr marL="857228" indent="-171446">
              <a:buFontTx/>
              <a:buBlip>
                <a:blip r:embed="rId4"/>
              </a:buBlip>
              <a:defRPr sz="105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00120" indent="-171446">
              <a:buFont typeface="Wingdings" panose="05000000000000000000" pitchFamily="2" charset="2"/>
              <a:buChar char="§"/>
              <a:defRPr sz="105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43012" indent="-171446">
              <a:buFont typeface="Arial" panose="020B0604020202020204" pitchFamily="34" charset="0"/>
              <a:buChar char="•"/>
              <a:defRPr sz="105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662657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e de titr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3">
            <a:extLst>
              <a:ext uri="{FF2B5EF4-FFF2-40B4-BE49-F238E27FC236}">
                <a16:creationId xmlns:a16="http://schemas.microsoft.com/office/drawing/2014/main" id="{FF46AF3E-FCF9-E048-940B-9B5CC60EC3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3343" y="606226"/>
            <a:ext cx="5543550" cy="1697885"/>
          </a:xfrm>
          <a:prstGeom prst="rect">
            <a:avLst/>
          </a:prstGeom>
          <a:noFill/>
        </p:spPr>
        <p:txBody>
          <a:bodyPr anchor="ctr"/>
          <a:lstStyle>
            <a:lvl1pPr algn="l">
              <a:defRPr sz="4050" b="1" i="0">
                <a:solidFill>
                  <a:schemeClr val="bg1"/>
                </a:solidFill>
                <a:latin typeface="Michelin" panose="02000000000000000000" pitchFamily="2" charset="0"/>
              </a:defRPr>
            </a:lvl1pPr>
          </a:lstStyle>
          <a:p>
            <a:r>
              <a:rPr lang="en-GB" noProof="0"/>
              <a:t>    Titre TITLE</a:t>
            </a:r>
            <a:br>
              <a:rPr lang="en-GB" noProof="0"/>
            </a:br>
            <a:r>
              <a:rPr lang="en-GB" noProof="0"/>
              <a:t>  TITRE TITLE TITRE</a:t>
            </a:r>
          </a:p>
        </p:txBody>
      </p:sp>
      <p:sp>
        <p:nvSpPr>
          <p:cNvPr id="11" name="Sous-titre 2">
            <a:extLst>
              <a:ext uri="{FF2B5EF4-FFF2-40B4-BE49-F238E27FC236}">
                <a16:creationId xmlns:a16="http://schemas.microsoft.com/office/drawing/2014/main" id="{1F26D7B4-2798-5846-97E7-6C56C527975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5036" y="2380044"/>
            <a:ext cx="5543549" cy="259427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indent="0" algn="l">
              <a:buNone/>
              <a:defRPr lang="fr-FR" sz="1050" b="1" i="0" kern="1200" baseline="0" smtClean="0">
                <a:solidFill>
                  <a:schemeClr val="bg1"/>
                </a:solidFill>
                <a:latin typeface="Michelin SemiBold" panose="02000000000000000000" pitchFamily="2" charset="0"/>
                <a:ea typeface="+mn-ea"/>
                <a:cs typeface="Arial"/>
              </a:defRPr>
            </a:lvl1pPr>
            <a:lvl2pPr marL="3428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3999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29/09/2020</a:t>
            </a:r>
          </a:p>
        </p:txBody>
      </p:sp>
      <p:pic>
        <p:nvPicPr>
          <p:cNvPr id="3" name="Imagen 2" descr="Logotipo&#10;&#10;Descripción generada automáticamente">
            <a:extLst>
              <a:ext uri="{FF2B5EF4-FFF2-40B4-BE49-F238E27FC236}">
                <a16:creationId xmlns:a16="http://schemas.microsoft.com/office/drawing/2014/main" id="{9BCB9C88-4075-4FDE-953B-650C6FE011C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326793" y="3822650"/>
            <a:ext cx="1357154" cy="713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41745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apositive de titre">
    <p:bg>
      <p:bgPr>
        <a:blipFill dpi="0" rotWithShape="1">
          <a:blip r:embed="rId2">
            <a:lum/>
          </a:blip>
          <a:srcRect/>
          <a:stretch>
            <a:fillRect t="-44000" b="-4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3">
            <a:extLst>
              <a:ext uri="{FF2B5EF4-FFF2-40B4-BE49-F238E27FC236}">
                <a16:creationId xmlns:a16="http://schemas.microsoft.com/office/drawing/2014/main" id="{FF46AF3E-FCF9-E048-940B-9B5CC60EC3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3343" y="606226"/>
            <a:ext cx="5543550" cy="1697885"/>
          </a:xfrm>
          <a:prstGeom prst="rect">
            <a:avLst/>
          </a:prstGeom>
          <a:noFill/>
        </p:spPr>
        <p:txBody>
          <a:bodyPr anchor="ctr"/>
          <a:lstStyle>
            <a:lvl1pPr algn="l">
              <a:defRPr sz="4050" b="1" i="0">
                <a:solidFill>
                  <a:schemeClr val="bg1"/>
                </a:solidFill>
                <a:latin typeface="Michelin" panose="02000000000000000000" pitchFamily="2" charset="0"/>
              </a:defRPr>
            </a:lvl1pPr>
          </a:lstStyle>
          <a:p>
            <a:r>
              <a:rPr lang="en-GB" noProof="0"/>
              <a:t>    Titre TITLE</a:t>
            </a:r>
            <a:br>
              <a:rPr lang="en-GB" noProof="0"/>
            </a:br>
            <a:r>
              <a:rPr lang="en-GB" noProof="0"/>
              <a:t>  TITRE TITLE TITRE</a:t>
            </a:r>
          </a:p>
        </p:txBody>
      </p:sp>
      <p:sp>
        <p:nvSpPr>
          <p:cNvPr id="11" name="Sous-titre 2">
            <a:extLst>
              <a:ext uri="{FF2B5EF4-FFF2-40B4-BE49-F238E27FC236}">
                <a16:creationId xmlns:a16="http://schemas.microsoft.com/office/drawing/2014/main" id="{1F26D7B4-2798-5846-97E7-6C56C527975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5036" y="2380044"/>
            <a:ext cx="5543549" cy="259427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indent="0" algn="l">
              <a:buNone/>
              <a:defRPr lang="fr-FR" sz="1050" b="1" i="0" kern="1200" baseline="0" smtClean="0">
                <a:solidFill>
                  <a:schemeClr val="bg1"/>
                </a:solidFill>
                <a:latin typeface="Michelin SemiBold" panose="02000000000000000000" pitchFamily="2" charset="0"/>
                <a:ea typeface="+mn-ea"/>
                <a:cs typeface="Arial"/>
              </a:defRPr>
            </a:lvl1pPr>
            <a:lvl2pPr marL="3428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3999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29/09/2020</a:t>
            </a:r>
          </a:p>
        </p:txBody>
      </p:sp>
      <p:pic>
        <p:nvPicPr>
          <p:cNvPr id="3" name="Imagen 2" descr="Un dibujo de un perro blanco y negro&#10;&#10;Descripción generada automáticamente con confianza baja">
            <a:extLst>
              <a:ext uri="{FF2B5EF4-FFF2-40B4-BE49-F238E27FC236}">
                <a16:creationId xmlns:a16="http://schemas.microsoft.com/office/drawing/2014/main" id="{930CFA69-9EF6-4454-9345-B8A1E083D31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450931" y="3886259"/>
            <a:ext cx="1225873" cy="644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84475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apositive de titre">
    <p:bg>
      <p:bgPr>
        <a:blipFill dpi="0" rotWithShape="1">
          <a:blip r:embed="rId2">
            <a:lum/>
          </a:blip>
          <a:srcRect/>
          <a:stretch>
            <a:fillRect t="-22000" b="-2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3">
            <a:extLst>
              <a:ext uri="{FF2B5EF4-FFF2-40B4-BE49-F238E27FC236}">
                <a16:creationId xmlns:a16="http://schemas.microsoft.com/office/drawing/2014/main" id="{FF46AF3E-FCF9-E048-940B-9B5CC60EC3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3343" y="606226"/>
            <a:ext cx="5543550" cy="1697885"/>
          </a:xfrm>
          <a:prstGeom prst="rect">
            <a:avLst/>
          </a:prstGeom>
          <a:noFill/>
        </p:spPr>
        <p:txBody>
          <a:bodyPr anchor="ctr"/>
          <a:lstStyle>
            <a:lvl1pPr algn="l">
              <a:defRPr sz="4050" b="1" i="0">
                <a:solidFill>
                  <a:schemeClr val="bg1"/>
                </a:solidFill>
                <a:latin typeface="Michelin" panose="02000000000000000000" pitchFamily="2" charset="0"/>
              </a:defRPr>
            </a:lvl1pPr>
          </a:lstStyle>
          <a:p>
            <a:r>
              <a:rPr lang="en-GB" noProof="0"/>
              <a:t>    Titre TITLE</a:t>
            </a:r>
            <a:br>
              <a:rPr lang="en-GB" noProof="0"/>
            </a:br>
            <a:r>
              <a:rPr lang="en-GB" noProof="0"/>
              <a:t>  TITRE TITLE TITRE</a:t>
            </a:r>
          </a:p>
        </p:txBody>
      </p:sp>
      <p:sp>
        <p:nvSpPr>
          <p:cNvPr id="11" name="Sous-titre 2">
            <a:extLst>
              <a:ext uri="{FF2B5EF4-FFF2-40B4-BE49-F238E27FC236}">
                <a16:creationId xmlns:a16="http://schemas.microsoft.com/office/drawing/2014/main" id="{1F26D7B4-2798-5846-97E7-6C56C527975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5036" y="2380044"/>
            <a:ext cx="5543549" cy="259427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indent="0" algn="l">
              <a:buNone/>
              <a:defRPr lang="fr-FR" sz="1050" b="1" i="0" kern="1200" baseline="0" smtClean="0">
                <a:solidFill>
                  <a:schemeClr val="bg1"/>
                </a:solidFill>
                <a:latin typeface="Michelin SemiBold" panose="02000000000000000000" pitchFamily="2" charset="0"/>
                <a:ea typeface="+mn-ea"/>
                <a:cs typeface="Arial"/>
              </a:defRPr>
            </a:lvl1pPr>
            <a:lvl2pPr marL="3428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3999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29/09/2020</a:t>
            </a:r>
          </a:p>
        </p:txBody>
      </p:sp>
      <p:pic>
        <p:nvPicPr>
          <p:cNvPr id="5" name="Imagen 4" descr="Un dibujo de un perro blanco y negro&#10;&#10;Descripción generada automáticamente con confianza baja">
            <a:extLst>
              <a:ext uri="{FF2B5EF4-FFF2-40B4-BE49-F238E27FC236}">
                <a16:creationId xmlns:a16="http://schemas.microsoft.com/office/drawing/2014/main" id="{A820ECF0-096E-4068-B6C0-472415A7566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50956" y="170362"/>
            <a:ext cx="1225873" cy="644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77445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apositive de titre">
    <p:bg>
      <p:bgPr>
        <a:solidFill>
          <a:srgbClr val="014E9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3">
            <a:extLst>
              <a:ext uri="{FF2B5EF4-FFF2-40B4-BE49-F238E27FC236}">
                <a16:creationId xmlns:a16="http://schemas.microsoft.com/office/drawing/2014/main" id="{5F488E68-108E-D44B-9421-195C339C87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3343" y="606226"/>
            <a:ext cx="5543550" cy="1697885"/>
          </a:xfrm>
          <a:prstGeom prst="rect">
            <a:avLst/>
          </a:prstGeom>
          <a:noFill/>
        </p:spPr>
        <p:txBody>
          <a:bodyPr anchor="ctr"/>
          <a:lstStyle>
            <a:lvl1pPr algn="l">
              <a:defRPr sz="4050" b="1" i="0">
                <a:solidFill>
                  <a:schemeClr val="bg1"/>
                </a:solidFill>
                <a:latin typeface="Michelin" panose="02000000000000000000" pitchFamily="2" charset="0"/>
              </a:defRPr>
            </a:lvl1pPr>
          </a:lstStyle>
          <a:p>
            <a:r>
              <a:rPr lang="en-GB"/>
              <a:t>    </a:t>
            </a:r>
            <a:r>
              <a:rPr lang="en-GB" noProof="0"/>
              <a:t>Titre TITLE</a:t>
            </a:r>
            <a:br>
              <a:rPr lang="en-GB" noProof="0"/>
            </a:br>
            <a:r>
              <a:rPr lang="en-GB" noProof="0"/>
              <a:t>  TITRE TITLE TITRE</a:t>
            </a:r>
          </a:p>
        </p:txBody>
      </p:sp>
      <p:sp>
        <p:nvSpPr>
          <p:cNvPr id="8" name="Sous-titre 2">
            <a:extLst>
              <a:ext uri="{FF2B5EF4-FFF2-40B4-BE49-F238E27FC236}">
                <a16:creationId xmlns:a16="http://schemas.microsoft.com/office/drawing/2014/main" id="{2C33B8D4-4005-C345-8515-4D12A633297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5036" y="2380044"/>
            <a:ext cx="5543549" cy="259427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indent="0" algn="l">
              <a:buNone/>
              <a:defRPr lang="fr-FR" sz="1050" b="1" i="0" kern="1200" baseline="0" smtClean="0">
                <a:solidFill>
                  <a:schemeClr val="bg1"/>
                </a:solidFill>
                <a:latin typeface="Michelin SemiBold" panose="02000000000000000000" pitchFamily="2" charset="0"/>
                <a:ea typeface="+mn-ea"/>
                <a:cs typeface="Arial"/>
              </a:defRPr>
            </a:lvl1pPr>
            <a:lvl2pPr marL="3428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3999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29/09/2020</a:t>
            </a:r>
          </a:p>
        </p:txBody>
      </p:sp>
      <p:pic>
        <p:nvPicPr>
          <p:cNvPr id="7" name="Imagen 6" descr="Un dibujo de un perro blanco y negro&#10;&#10;Descripción generada automáticamente con confianza baja">
            <a:extLst>
              <a:ext uri="{FF2B5EF4-FFF2-40B4-BE49-F238E27FC236}">
                <a16:creationId xmlns:a16="http://schemas.microsoft.com/office/drawing/2014/main" id="{67D92237-FF96-4A2C-94D8-082BD4B6D2C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00937" y="3852667"/>
            <a:ext cx="1225873" cy="644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32595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e de titr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3">
            <a:extLst>
              <a:ext uri="{FF2B5EF4-FFF2-40B4-BE49-F238E27FC236}">
                <a16:creationId xmlns:a16="http://schemas.microsoft.com/office/drawing/2014/main" id="{0A448A33-AC2A-174F-854D-D9637139CC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3343" y="606226"/>
            <a:ext cx="5543550" cy="1697885"/>
          </a:xfrm>
          <a:prstGeom prst="rect">
            <a:avLst/>
          </a:prstGeom>
          <a:noFill/>
        </p:spPr>
        <p:txBody>
          <a:bodyPr anchor="ctr"/>
          <a:lstStyle>
            <a:lvl1pPr algn="l">
              <a:defRPr sz="4050" b="1" i="0">
                <a:solidFill>
                  <a:schemeClr val="bg1"/>
                </a:solidFill>
                <a:latin typeface="Michelin" panose="02000000000000000000" pitchFamily="2" charset="0"/>
              </a:defRPr>
            </a:lvl1pPr>
          </a:lstStyle>
          <a:p>
            <a:r>
              <a:rPr lang="en-GB"/>
              <a:t>    </a:t>
            </a:r>
            <a:r>
              <a:rPr lang="en-GB" noProof="0"/>
              <a:t>Titre TITLE</a:t>
            </a:r>
            <a:br>
              <a:rPr lang="en-GB" noProof="0"/>
            </a:br>
            <a:r>
              <a:rPr lang="en-GB" noProof="0"/>
              <a:t>  TITRE TITLE TITRE</a:t>
            </a:r>
          </a:p>
        </p:txBody>
      </p:sp>
      <p:sp>
        <p:nvSpPr>
          <p:cNvPr id="6" name="Sous-titre 2">
            <a:extLst>
              <a:ext uri="{FF2B5EF4-FFF2-40B4-BE49-F238E27FC236}">
                <a16:creationId xmlns:a16="http://schemas.microsoft.com/office/drawing/2014/main" id="{3573ED48-84B9-934E-9C93-AA1AB83CD70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5036" y="2380044"/>
            <a:ext cx="5543549" cy="259427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indent="0" algn="l">
              <a:buNone/>
              <a:defRPr lang="fr-FR" sz="1050" b="1" i="0" kern="1200" baseline="0" smtClean="0">
                <a:solidFill>
                  <a:schemeClr val="bg1"/>
                </a:solidFill>
                <a:latin typeface="Michelin SemiBold" panose="02000000000000000000" pitchFamily="2" charset="0"/>
                <a:ea typeface="+mn-ea"/>
                <a:cs typeface="Arial"/>
              </a:defRPr>
            </a:lvl1pPr>
            <a:lvl2pPr marL="3428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3999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29/09/2020</a:t>
            </a:r>
          </a:p>
        </p:txBody>
      </p:sp>
      <p:pic>
        <p:nvPicPr>
          <p:cNvPr id="7" name="Imagen 6" descr="Un dibujo de un perro blanco y negro&#10;&#10;Descripción generada automáticamente con confianza baja">
            <a:extLst>
              <a:ext uri="{FF2B5EF4-FFF2-40B4-BE49-F238E27FC236}">
                <a16:creationId xmlns:a16="http://schemas.microsoft.com/office/drawing/2014/main" id="{09DBB39F-3808-4685-9761-5F7CC485284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81370" y="4050919"/>
            <a:ext cx="1225873" cy="644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97847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bg>
      <p:bgPr>
        <a:solidFill>
          <a:srgbClr val="014E9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 25">
            <a:extLst>
              <a:ext uri="{FF2B5EF4-FFF2-40B4-BE49-F238E27FC236}">
                <a16:creationId xmlns:a16="http://schemas.microsoft.com/office/drawing/2014/main" id="{89A94041-F71A-9640-80CF-0F0F0E50C54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638372"/>
          </a:xfrm>
          <a:prstGeom prst="rect">
            <a:avLst/>
          </a:prstGeom>
        </p:spPr>
      </p:pic>
      <p:sp>
        <p:nvSpPr>
          <p:cNvPr id="14" name="Titre 3">
            <a:extLst>
              <a:ext uri="{FF2B5EF4-FFF2-40B4-BE49-F238E27FC236}">
                <a16:creationId xmlns:a16="http://schemas.microsoft.com/office/drawing/2014/main" id="{57AF25D2-3EAF-904E-BB9E-3B6EF684F3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8490" y="1355498"/>
            <a:ext cx="5543550" cy="2434092"/>
          </a:xfrm>
          <a:prstGeom prst="rect">
            <a:avLst/>
          </a:prstGeom>
          <a:noFill/>
        </p:spPr>
        <p:txBody>
          <a:bodyPr anchor="ctr"/>
          <a:lstStyle>
            <a:lvl1pPr algn="l">
              <a:defRPr sz="4050" b="1" i="0">
                <a:solidFill>
                  <a:schemeClr val="bg1"/>
                </a:solidFill>
                <a:latin typeface="Michelin" panose="02000000000000000000" pitchFamily="2" charset="0"/>
              </a:defRPr>
            </a:lvl1pPr>
          </a:lstStyle>
          <a:p>
            <a:r>
              <a:rPr lang="en-GB"/>
              <a:t>      01.</a:t>
            </a:r>
            <a:br>
              <a:rPr lang="en-GB"/>
            </a:br>
            <a:r>
              <a:rPr lang="en-GB"/>
              <a:t>    Titre TITLE</a:t>
            </a:r>
            <a:br>
              <a:rPr lang="en-GB"/>
            </a:br>
            <a:r>
              <a:rPr lang="en-GB"/>
              <a:t>  TITRE TITLE</a:t>
            </a:r>
            <a:br>
              <a:rPr lang="en-GB"/>
            </a:br>
            <a:r>
              <a:rPr lang="en-GB"/>
              <a:t>TITRE</a:t>
            </a:r>
          </a:p>
        </p:txBody>
      </p:sp>
      <p:pic>
        <p:nvPicPr>
          <p:cNvPr id="5" name="Imagen 4" descr="Un dibujo de un perro blanco y negro&#10;&#10;Descripción generada automáticamente con confianza baja">
            <a:extLst>
              <a:ext uri="{FF2B5EF4-FFF2-40B4-BE49-F238E27FC236}">
                <a16:creationId xmlns:a16="http://schemas.microsoft.com/office/drawing/2014/main" id="{A3EEEB8D-C662-4765-8EC7-D21E8B1BF3E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50943" y="3886259"/>
            <a:ext cx="1225873" cy="644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8465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position personnalisée">
    <p:bg>
      <p:bgPr>
        <a:solidFill>
          <a:srgbClr val="014E9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11">
            <a:extLst>
              <a:ext uri="{FF2B5EF4-FFF2-40B4-BE49-F238E27FC236}">
                <a16:creationId xmlns:a16="http://schemas.microsoft.com/office/drawing/2014/main" id="{E3CF721B-AF71-9E4F-BB7B-6D2000C992E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60092" y="-74475"/>
            <a:ext cx="2893433" cy="4898973"/>
          </a:xfrm>
          <a:prstGeom prst="rect">
            <a:avLst/>
          </a:prstGeom>
        </p:spPr>
      </p:pic>
      <p:sp>
        <p:nvSpPr>
          <p:cNvPr id="14" name="Titre 3">
            <a:extLst>
              <a:ext uri="{FF2B5EF4-FFF2-40B4-BE49-F238E27FC236}">
                <a16:creationId xmlns:a16="http://schemas.microsoft.com/office/drawing/2014/main" id="{98F3E029-05D4-4945-9E36-3B3D678D8F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1847" y="372739"/>
            <a:ext cx="5543550" cy="890527"/>
          </a:xfrm>
          <a:prstGeom prst="rect">
            <a:avLst/>
          </a:prstGeom>
          <a:noFill/>
        </p:spPr>
        <p:txBody>
          <a:bodyPr anchor="ctr"/>
          <a:lstStyle>
            <a:lvl1pPr algn="l">
              <a:defRPr sz="3000" b="1" i="0">
                <a:solidFill>
                  <a:schemeClr val="bg1"/>
                </a:solidFill>
                <a:latin typeface="Michelin" panose="02000000000000000000" pitchFamily="2" charset="0"/>
              </a:defRPr>
            </a:lvl1pPr>
          </a:lstStyle>
          <a:p>
            <a:r>
              <a:rPr lang="en-GB" noProof="0"/>
              <a:t>Titre</a:t>
            </a:r>
            <a:br>
              <a:rPr lang="en-GB" noProof="0"/>
            </a:br>
            <a:r>
              <a:rPr lang="en-GB" noProof="0"/>
              <a:t>TITLE</a:t>
            </a:r>
          </a:p>
        </p:txBody>
      </p:sp>
      <p:sp>
        <p:nvSpPr>
          <p:cNvPr id="17" name="Sous-titre 2">
            <a:extLst>
              <a:ext uri="{FF2B5EF4-FFF2-40B4-BE49-F238E27FC236}">
                <a16:creationId xmlns:a16="http://schemas.microsoft.com/office/drawing/2014/main" id="{CB2E5BC9-E70A-A24A-9F4D-E3EA8597C8E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1846" y="1319822"/>
            <a:ext cx="5543549" cy="259427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indent="0" algn="l">
              <a:buNone/>
              <a:defRPr lang="fr-FR" sz="900" b="1" i="0" kern="1200" baseline="0" smtClean="0">
                <a:solidFill>
                  <a:schemeClr val="bg1"/>
                </a:solidFill>
                <a:latin typeface="Michelin SemiBold" panose="02000000000000000000" pitchFamily="2" charset="0"/>
                <a:ea typeface="+mn-ea"/>
                <a:cs typeface="Arial"/>
              </a:defRPr>
            </a:lvl1pPr>
            <a:lvl2pPr marL="3428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3999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noProof="0"/>
              <a:t>Sous titre / SUBTITLE</a:t>
            </a:r>
          </a:p>
        </p:txBody>
      </p:sp>
      <p:sp>
        <p:nvSpPr>
          <p:cNvPr id="7" name="Espace réservé du contenu 3">
            <a:extLst>
              <a:ext uri="{FF2B5EF4-FFF2-40B4-BE49-F238E27FC236}">
                <a16:creationId xmlns:a16="http://schemas.microsoft.com/office/drawing/2014/main" id="{95F6F683-D9B8-FF43-8DAA-1FBB8E8AB7E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81846" y="1694475"/>
            <a:ext cx="5543549" cy="2582710"/>
          </a:xfrm>
          <a:prstGeom prst="rect">
            <a:avLst/>
          </a:prstGeom>
        </p:spPr>
        <p:txBody>
          <a:bodyPr/>
          <a:lstStyle>
            <a:lvl1pPr marL="257175" indent="-257175">
              <a:buClr>
                <a:schemeClr val="bg1"/>
              </a:buClr>
              <a:buFont typeface="Wingdings" charset="2"/>
              <a:buChar char=""/>
              <a:defRPr sz="1500" b="1" i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57213" indent="-214313">
              <a:buClr>
                <a:schemeClr val="bg1"/>
              </a:buClr>
              <a:buSzPct val="100000"/>
              <a:buFont typeface="Lucida Grande"/>
              <a:buChar char="●"/>
              <a:defRPr sz="135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57250" indent="-171450">
              <a:buClr>
                <a:schemeClr val="bg1"/>
              </a:buClr>
              <a:buFont typeface="Wingdings" pitchFamily="2" charset="2"/>
              <a:buChar char="§"/>
              <a:defRPr sz="135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00150" indent="-171450">
              <a:buClr>
                <a:schemeClr val="bg1"/>
              </a:buClr>
              <a:buFont typeface="Lucida Grande"/>
              <a:buChar char="▸"/>
              <a:defRPr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43050" indent="-171450">
              <a:buClr>
                <a:schemeClr val="bg1"/>
              </a:buClr>
              <a:buFont typeface="Wingdings" pitchFamily="2" charset="2"/>
              <a:buChar char="v"/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 noProof="0"/>
              <a:t>CLICK TO MODIFY THE TEXT OF THE MASK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pic>
        <p:nvPicPr>
          <p:cNvPr id="8" name="Imagen 7" descr="Un dibujo de un perro blanco y negro&#10;&#10;Descripción generada automáticamente con confianza baja">
            <a:extLst>
              <a:ext uri="{FF2B5EF4-FFF2-40B4-BE49-F238E27FC236}">
                <a16:creationId xmlns:a16="http://schemas.microsoft.com/office/drawing/2014/main" id="{440A12D6-8475-49A4-B70E-D19D850C9DE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99754" y="3954768"/>
            <a:ext cx="1225873" cy="644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2601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sposition personnalisée">
    <p:bg>
      <p:bgPr>
        <a:solidFill>
          <a:srgbClr val="014E9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C23F0ACB-9EBF-B24A-ADA2-5C87C2C912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72000" y="0"/>
            <a:ext cx="4572000" cy="4892347"/>
          </a:xfrm>
          <a:prstGeom prst="rect">
            <a:avLst/>
          </a:prstGeom>
        </p:spPr>
      </p:pic>
      <p:sp>
        <p:nvSpPr>
          <p:cNvPr id="14" name="Titre 3">
            <a:extLst>
              <a:ext uri="{FF2B5EF4-FFF2-40B4-BE49-F238E27FC236}">
                <a16:creationId xmlns:a16="http://schemas.microsoft.com/office/drawing/2014/main" id="{98F3E029-05D4-4945-9E36-3B3D678D8F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1846" y="325436"/>
            <a:ext cx="3686892" cy="890527"/>
          </a:xfrm>
          <a:prstGeom prst="rect">
            <a:avLst/>
          </a:prstGeom>
          <a:noFill/>
        </p:spPr>
        <p:txBody>
          <a:bodyPr anchor="ctr"/>
          <a:lstStyle>
            <a:lvl1pPr algn="l">
              <a:defRPr sz="3000" b="1" i="0">
                <a:solidFill>
                  <a:schemeClr val="bg1"/>
                </a:solidFill>
                <a:latin typeface="Michelin" panose="02000000000000000000" pitchFamily="2" charset="0"/>
              </a:defRPr>
            </a:lvl1pPr>
          </a:lstStyle>
          <a:p>
            <a:r>
              <a:rPr lang="en-GB"/>
              <a:t>Titre</a:t>
            </a:r>
            <a:br>
              <a:rPr lang="en-GB"/>
            </a:br>
            <a:r>
              <a:rPr lang="en-GB"/>
              <a:t>TITLE</a:t>
            </a:r>
          </a:p>
        </p:txBody>
      </p:sp>
      <p:sp>
        <p:nvSpPr>
          <p:cNvPr id="17" name="Sous-titre 2">
            <a:extLst>
              <a:ext uri="{FF2B5EF4-FFF2-40B4-BE49-F238E27FC236}">
                <a16:creationId xmlns:a16="http://schemas.microsoft.com/office/drawing/2014/main" id="{CB2E5BC9-E70A-A24A-9F4D-E3EA8597C8E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1846" y="1288991"/>
            <a:ext cx="3686891" cy="259427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indent="0" algn="l">
              <a:buNone/>
              <a:defRPr lang="fr-FR" sz="900" b="1" i="0" kern="1200" baseline="0" smtClean="0">
                <a:solidFill>
                  <a:schemeClr val="bg1"/>
                </a:solidFill>
                <a:latin typeface="Michelin SemiBold" panose="02000000000000000000" pitchFamily="2" charset="0"/>
                <a:ea typeface="+mn-ea"/>
                <a:cs typeface="Arial"/>
              </a:defRPr>
            </a:lvl1pPr>
            <a:lvl2pPr marL="3428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3999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noProof="0"/>
              <a:t>Sous titre / SUBTITLE</a:t>
            </a:r>
          </a:p>
        </p:txBody>
      </p:sp>
      <p:sp>
        <p:nvSpPr>
          <p:cNvPr id="7" name="Espace réservé du contenu 3">
            <a:extLst>
              <a:ext uri="{FF2B5EF4-FFF2-40B4-BE49-F238E27FC236}">
                <a16:creationId xmlns:a16="http://schemas.microsoft.com/office/drawing/2014/main" id="{95F6F683-D9B8-FF43-8DAA-1FBB8E8AB7E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81846" y="1694475"/>
            <a:ext cx="3686893" cy="2582710"/>
          </a:xfrm>
          <a:prstGeom prst="rect">
            <a:avLst/>
          </a:prstGeom>
        </p:spPr>
        <p:txBody>
          <a:bodyPr/>
          <a:lstStyle>
            <a:lvl1pPr marL="257175" indent="-257175">
              <a:buClr>
                <a:schemeClr val="bg1"/>
              </a:buClr>
              <a:buFont typeface="Wingdings" charset="2"/>
              <a:buChar char=""/>
              <a:defRPr sz="1200" b="1" i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57213" indent="-214313">
              <a:buClr>
                <a:schemeClr val="bg1"/>
              </a:buClr>
              <a:buSzPct val="100000"/>
              <a:buFont typeface="Lucida Grande"/>
              <a:buChar char="●"/>
              <a:defRPr sz="12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57250" indent="-171450">
              <a:buClr>
                <a:schemeClr val="bg1"/>
              </a:buClr>
              <a:buFont typeface="Wingdings" pitchFamily="2" charset="2"/>
              <a:buChar char="§"/>
              <a:defRPr sz="12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00150" indent="-171450">
              <a:buClr>
                <a:schemeClr val="bg1"/>
              </a:buClr>
              <a:buFont typeface="Lucida Grande"/>
              <a:buChar char="▸"/>
              <a:defRPr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43050" indent="-171450">
              <a:buClr>
                <a:schemeClr val="bg1"/>
              </a:buClr>
              <a:buFont typeface="Wingdings" pitchFamily="2" charset="2"/>
              <a:buChar char="v"/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 noProof="0"/>
              <a:t>CLICK TO MODIFY THE TEXT OF THE MASK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pic>
        <p:nvPicPr>
          <p:cNvPr id="8" name="Imagen 7" descr="Un dibujo de un perro blanco y negro&#10;&#10;Descripción generada automáticamente con confianza baja">
            <a:extLst>
              <a:ext uri="{FF2B5EF4-FFF2-40B4-BE49-F238E27FC236}">
                <a16:creationId xmlns:a16="http://schemas.microsoft.com/office/drawing/2014/main" id="{B432125C-0C1F-49A2-9662-BDB3EE5CBC0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00950" y="3886259"/>
            <a:ext cx="1225873" cy="644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741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sposition personnalisée">
    <p:bg>
      <p:bgPr>
        <a:solidFill>
          <a:srgbClr val="014E9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>
            <a:extLst>
              <a:ext uri="{FF2B5EF4-FFF2-40B4-BE49-F238E27FC236}">
                <a16:creationId xmlns:a16="http://schemas.microsoft.com/office/drawing/2014/main" id="{D33068A7-B824-1A46-888C-CEE728224E7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2893433" cy="4895957"/>
          </a:xfrm>
          <a:prstGeom prst="rect">
            <a:avLst/>
          </a:prstGeom>
        </p:spPr>
      </p:pic>
      <p:sp>
        <p:nvSpPr>
          <p:cNvPr id="14" name="Titre 3">
            <a:extLst>
              <a:ext uri="{FF2B5EF4-FFF2-40B4-BE49-F238E27FC236}">
                <a16:creationId xmlns:a16="http://schemas.microsoft.com/office/drawing/2014/main" id="{98F3E029-05D4-4945-9E36-3B3D678D8F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53928" y="372739"/>
            <a:ext cx="5543550" cy="890527"/>
          </a:xfrm>
          <a:prstGeom prst="rect">
            <a:avLst/>
          </a:prstGeom>
          <a:noFill/>
        </p:spPr>
        <p:txBody>
          <a:bodyPr anchor="ctr"/>
          <a:lstStyle>
            <a:lvl1pPr algn="l">
              <a:defRPr sz="3000" b="1" i="0">
                <a:solidFill>
                  <a:schemeClr val="bg1"/>
                </a:solidFill>
                <a:latin typeface="Michelin" panose="02000000000000000000" pitchFamily="2" charset="0"/>
              </a:defRPr>
            </a:lvl1pPr>
          </a:lstStyle>
          <a:p>
            <a:r>
              <a:rPr lang="en-GB"/>
              <a:t>Titre</a:t>
            </a:r>
            <a:br>
              <a:rPr lang="en-GB"/>
            </a:br>
            <a:r>
              <a:rPr lang="en-GB"/>
              <a:t>title</a:t>
            </a:r>
          </a:p>
        </p:txBody>
      </p:sp>
      <p:sp>
        <p:nvSpPr>
          <p:cNvPr id="17" name="Sous-titre 2">
            <a:extLst>
              <a:ext uri="{FF2B5EF4-FFF2-40B4-BE49-F238E27FC236}">
                <a16:creationId xmlns:a16="http://schemas.microsoft.com/office/drawing/2014/main" id="{CB2E5BC9-E70A-A24A-9F4D-E3EA8597C8E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53927" y="1286070"/>
            <a:ext cx="5543549" cy="259427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indent="0" algn="l">
              <a:buNone/>
              <a:defRPr lang="fr-FR" sz="900" b="1" i="0" kern="1200" baseline="0" smtClean="0">
                <a:solidFill>
                  <a:schemeClr val="bg1"/>
                </a:solidFill>
                <a:latin typeface="Michelin SemiBold" panose="02000000000000000000" pitchFamily="2" charset="0"/>
                <a:ea typeface="+mn-ea"/>
                <a:cs typeface="Arial"/>
              </a:defRPr>
            </a:lvl1pPr>
            <a:lvl2pPr marL="3428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3999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noProof="0"/>
              <a:t>Sous titre / subtitle</a:t>
            </a:r>
          </a:p>
        </p:txBody>
      </p:sp>
      <p:sp>
        <p:nvSpPr>
          <p:cNvPr id="8" name="Espace réservé du contenu 3">
            <a:extLst>
              <a:ext uri="{FF2B5EF4-FFF2-40B4-BE49-F238E27FC236}">
                <a16:creationId xmlns:a16="http://schemas.microsoft.com/office/drawing/2014/main" id="{EA9B8705-1F0B-5644-8F49-553A64CD2DC6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253928" y="1691120"/>
            <a:ext cx="4463127" cy="2582710"/>
          </a:xfrm>
          <a:prstGeom prst="rect">
            <a:avLst/>
          </a:prstGeom>
        </p:spPr>
        <p:txBody>
          <a:bodyPr/>
          <a:lstStyle>
            <a:lvl1pPr marL="257175" indent="-257175">
              <a:buClr>
                <a:schemeClr val="bg1"/>
              </a:buClr>
              <a:buFont typeface="Wingdings" charset="2"/>
              <a:buChar char=""/>
              <a:defRPr sz="1500" b="1" i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57213" indent="-214313">
              <a:buClr>
                <a:schemeClr val="bg1"/>
              </a:buClr>
              <a:buSzPct val="100000"/>
              <a:buFont typeface="Lucida Grande"/>
              <a:buChar char="●"/>
              <a:defRPr sz="135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57250" indent="-171450">
              <a:buClr>
                <a:schemeClr val="bg1"/>
              </a:buClr>
              <a:buFont typeface="Wingdings" pitchFamily="2" charset="2"/>
              <a:buChar char="§"/>
              <a:defRPr sz="135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00150" indent="-171450">
              <a:buClr>
                <a:schemeClr val="bg1"/>
              </a:buClr>
              <a:buFont typeface="Lucida Grande"/>
              <a:buChar char="▸"/>
              <a:defRPr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43050" indent="-171450">
              <a:buClr>
                <a:schemeClr val="bg1"/>
              </a:buClr>
              <a:buFont typeface="Wingdings" pitchFamily="2" charset="2"/>
              <a:buChar char="v"/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 noProof="0"/>
              <a:t>CLICK TO MODIFY THE TEXT OF THE MASK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pic>
        <p:nvPicPr>
          <p:cNvPr id="7" name="Imagen 6" descr="Un dibujo de un perro blanco y negro&#10;&#10;Descripción generada automáticamente con confianza baja">
            <a:extLst>
              <a:ext uri="{FF2B5EF4-FFF2-40B4-BE49-F238E27FC236}">
                <a16:creationId xmlns:a16="http://schemas.microsoft.com/office/drawing/2014/main" id="{A1AAEF17-29E6-4458-BC96-8D250A99686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22381" y="3951413"/>
            <a:ext cx="1225873" cy="644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2522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sposition personnalisée">
    <p:bg>
      <p:bgPr>
        <a:solidFill>
          <a:srgbClr val="014E9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3">
            <a:extLst>
              <a:ext uri="{FF2B5EF4-FFF2-40B4-BE49-F238E27FC236}">
                <a16:creationId xmlns:a16="http://schemas.microsoft.com/office/drawing/2014/main" id="{4C1C9CFE-EFDB-FF48-9DE9-AB4F908131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89632" y="340852"/>
            <a:ext cx="3686892" cy="890527"/>
          </a:xfrm>
          <a:prstGeom prst="rect">
            <a:avLst/>
          </a:prstGeom>
          <a:noFill/>
        </p:spPr>
        <p:txBody>
          <a:bodyPr anchor="ctr"/>
          <a:lstStyle>
            <a:lvl1pPr algn="l">
              <a:defRPr sz="3000" b="1" i="0">
                <a:solidFill>
                  <a:schemeClr val="bg1"/>
                </a:solidFill>
                <a:latin typeface="Michelin" panose="02000000000000000000" pitchFamily="2" charset="0"/>
              </a:defRPr>
            </a:lvl1pPr>
          </a:lstStyle>
          <a:p>
            <a:r>
              <a:rPr lang="en-GB"/>
              <a:t>Titre</a:t>
            </a:r>
            <a:br>
              <a:rPr lang="en-GB"/>
            </a:br>
            <a:r>
              <a:rPr lang="en-GB"/>
              <a:t>TITLE</a:t>
            </a:r>
          </a:p>
        </p:txBody>
      </p:sp>
      <p:sp>
        <p:nvSpPr>
          <p:cNvPr id="10" name="Sous-titre 2">
            <a:extLst>
              <a:ext uri="{FF2B5EF4-FFF2-40B4-BE49-F238E27FC236}">
                <a16:creationId xmlns:a16="http://schemas.microsoft.com/office/drawing/2014/main" id="{5796F34F-CB38-6A46-8A54-4350538B18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89633" y="1304407"/>
            <a:ext cx="3686891" cy="259427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indent="0" algn="l">
              <a:buNone/>
              <a:defRPr lang="fr-FR" sz="900" b="1" i="0" kern="1200" baseline="0" smtClean="0">
                <a:solidFill>
                  <a:schemeClr val="bg1"/>
                </a:solidFill>
                <a:latin typeface="Michelin SemiBold" panose="02000000000000000000" pitchFamily="2" charset="0"/>
                <a:ea typeface="+mn-ea"/>
                <a:cs typeface="Arial"/>
              </a:defRPr>
            </a:lvl1pPr>
            <a:lvl2pPr marL="3428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3999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noProof="0"/>
              <a:t>Sous titre / SUBTITLE</a:t>
            </a:r>
          </a:p>
        </p:txBody>
      </p:sp>
      <p:sp>
        <p:nvSpPr>
          <p:cNvPr id="12" name="Espace réservé du contenu 3">
            <a:extLst>
              <a:ext uri="{FF2B5EF4-FFF2-40B4-BE49-F238E27FC236}">
                <a16:creationId xmlns:a16="http://schemas.microsoft.com/office/drawing/2014/main" id="{8FD7DD1D-E93C-5345-A33A-628C9AC5363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989633" y="1694475"/>
            <a:ext cx="3686893" cy="2449164"/>
          </a:xfrm>
          <a:prstGeom prst="rect">
            <a:avLst/>
          </a:prstGeom>
        </p:spPr>
        <p:txBody>
          <a:bodyPr/>
          <a:lstStyle>
            <a:lvl1pPr marL="257175" indent="-257175">
              <a:buClr>
                <a:schemeClr val="bg1"/>
              </a:buClr>
              <a:buFont typeface="Wingdings" charset="2"/>
              <a:buChar char=""/>
              <a:defRPr sz="1200" b="1" i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57213" indent="-214313">
              <a:buClr>
                <a:schemeClr val="bg1"/>
              </a:buClr>
              <a:buSzPct val="100000"/>
              <a:buFont typeface="Lucida Grande"/>
              <a:buChar char="●"/>
              <a:defRPr sz="12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57250" indent="-171450">
              <a:buClr>
                <a:schemeClr val="bg1"/>
              </a:buClr>
              <a:buFont typeface="Wingdings" pitchFamily="2" charset="2"/>
              <a:buChar char="§"/>
              <a:defRPr sz="12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00150" indent="-171450">
              <a:buClr>
                <a:schemeClr val="bg1"/>
              </a:buClr>
              <a:buFont typeface="Lucida Grande"/>
              <a:buChar char="▸"/>
              <a:defRPr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43050" indent="-171450">
              <a:buClr>
                <a:schemeClr val="bg1"/>
              </a:buClr>
              <a:buFont typeface="Wingdings" pitchFamily="2" charset="2"/>
              <a:buChar char="v"/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 noProof="0"/>
              <a:t>CLICK TO MODIFY THE TEXT OF THE MASK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89C5EBB6-13E1-844D-836F-EB73FD3A56C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82"/>
          <a:stretch/>
        </p:blipFill>
        <p:spPr>
          <a:xfrm>
            <a:off x="0" y="1"/>
            <a:ext cx="4572000" cy="4904415"/>
          </a:xfrm>
          <a:prstGeom prst="rect">
            <a:avLst/>
          </a:prstGeom>
        </p:spPr>
      </p:pic>
      <p:pic>
        <p:nvPicPr>
          <p:cNvPr id="8" name="Imagen 7" descr="Un dibujo de un perro blanco y negro&#10;&#10;Descripción generada automáticamente con confianza baja">
            <a:extLst>
              <a:ext uri="{FF2B5EF4-FFF2-40B4-BE49-F238E27FC236}">
                <a16:creationId xmlns:a16="http://schemas.microsoft.com/office/drawing/2014/main" id="{0E1812A3-5125-43EC-8B83-2531097E948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08119" y="4120832"/>
            <a:ext cx="1059653" cy="557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7705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sposition personnalisé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D83B10C9-53EA-934F-A768-591D5632B21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638372"/>
          </a:xfrm>
          <a:prstGeom prst="rect">
            <a:avLst/>
          </a:prstGeom>
        </p:spPr>
      </p:pic>
      <p:sp>
        <p:nvSpPr>
          <p:cNvPr id="14" name="Titre 3">
            <a:extLst>
              <a:ext uri="{FF2B5EF4-FFF2-40B4-BE49-F238E27FC236}">
                <a16:creationId xmlns:a16="http://schemas.microsoft.com/office/drawing/2014/main" id="{98F3E029-05D4-4945-9E36-3B3D678D8F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0225" y="1017753"/>
            <a:ext cx="5543550" cy="418088"/>
          </a:xfrm>
          <a:prstGeom prst="rect">
            <a:avLst/>
          </a:prstGeom>
          <a:noFill/>
        </p:spPr>
        <p:txBody>
          <a:bodyPr anchor="ctr"/>
          <a:lstStyle>
            <a:lvl1pPr algn="l">
              <a:defRPr sz="3000" b="1" i="0">
                <a:solidFill>
                  <a:srgbClr val="014E9F"/>
                </a:solidFill>
                <a:latin typeface="Michelin" panose="02000000000000000000" pitchFamily="2" charset="0"/>
              </a:defRPr>
            </a:lvl1pPr>
          </a:lstStyle>
          <a:p>
            <a:r>
              <a:rPr lang="en-GB" noProof="0"/>
              <a:t>Titre TITLE</a:t>
            </a:r>
          </a:p>
        </p:txBody>
      </p:sp>
      <p:sp>
        <p:nvSpPr>
          <p:cNvPr id="17" name="Sous-titre 2">
            <a:extLst>
              <a:ext uri="{FF2B5EF4-FFF2-40B4-BE49-F238E27FC236}">
                <a16:creationId xmlns:a16="http://schemas.microsoft.com/office/drawing/2014/main" id="{CB2E5BC9-E70A-A24A-9F4D-E3EA8597C8E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800225" y="1435841"/>
            <a:ext cx="5543549" cy="21448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indent="0" algn="l">
              <a:buNone/>
              <a:defRPr lang="fr-FR" sz="900" b="1" i="0" kern="1200" baseline="0" smtClean="0">
                <a:solidFill>
                  <a:srgbClr val="014E9F"/>
                </a:solidFill>
                <a:latin typeface="Michelin SemiBold" panose="02000000000000000000" pitchFamily="2" charset="0"/>
                <a:ea typeface="+mn-ea"/>
                <a:cs typeface="Arial"/>
              </a:defRPr>
            </a:lvl1pPr>
            <a:lvl2pPr marL="3428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3999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noProof="0"/>
              <a:t>Sous titre / SUBTITLE</a:t>
            </a:r>
          </a:p>
        </p:txBody>
      </p:sp>
      <p:sp>
        <p:nvSpPr>
          <p:cNvPr id="9" name="Espace réservé du contenu 3">
            <a:extLst>
              <a:ext uri="{FF2B5EF4-FFF2-40B4-BE49-F238E27FC236}">
                <a16:creationId xmlns:a16="http://schemas.microsoft.com/office/drawing/2014/main" id="{9F0CC2BE-2D84-6145-8BF0-CAF681C2495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800225" y="1815221"/>
            <a:ext cx="5543549" cy="2582710"/>
          </a:xfrm>
          <a:prstGeom prst="rect">
            <a:avLst/>
          </a:prstGeom>
        </p:spPr>
        <p:txBody>
          <a:bodyPr/>
          <a:lstStyle>
            <a:lvl1pPr marL="257175" indent="-257175">
              <a:buClr>
                <a:srgbClr val="014E9F"/>
              </a:buClr>
              <a:buFont typeface="Wingdings" charset="2"/>
              <a:buChar char=""/>
              <a:defRPr sz="1500" b="1" i="1" baseline="0">
                <a:solidFill>
                  <a:srgbClr val="014E9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57213" indent="-214313">
              <a:buClr>
                <a:srgbClr val="014E9F"/>
              </a:buClr>
              <a:buSzPct val="100000"/>
              <a:buFont typeface="Lucida Grande"/>
              <a:buChar char="●"/>
              <a:defRPr sz="1350" b="1" baseline="0">
                <a:solidFill>
                  <a:srgbClr val="014E9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57250" indent="-171450">
              <a:buClr>
                <a:srgbClr val="014E9F"/>
              </a:buClr>
              <a:buFont typeface="Wingdings" pitchFamily="2" charset="2"/>
              <a:buChar char="§"/>
              <a:defRPr sz="1350" baseline="0">
                <a:solidFill>
                  <a:srgbClr val="014E9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00150" indent="-171450">
              <a:buClr>
                <a:srgbClr val="014E9F"/>
              </a:buClr>
              <a:buFont typeface="Lucida Grande"/>
              <a:buChar char="▸"/>
              <a:defRPr sz="1050">
                <a:solidFill>
                  <a:srgbClr val="014E9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43050" indent="-171450">
              <a:buClr>
                <a:srgbClr val="014E9F"/>
              </a:buClr>
              <a:buFont typeface="Wingdings" pitchFamily="2" charset="2"/>
              <a:buChar char="v"/>
              <a:defRPr sz="900">
                <a:solidFill>
                  <a:srgbClr val="014E9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 noProof="0"/>
              <a:t>CLICK TO MODIFY THE TEXT OF THE MASK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pic>
        <p:nvPicPr>
          <p:cNvPr id="10" name="Imagen 9" descr="Logotipo&#10;&#10;Descripción generada automáticamente">
            <a:extLst>
              <a:ext uri="{FF2B5EF4-FFF2-40B4-BE49-F238E27FC236}">
                <a16:creationId xmlns:a16="http://schemas.microsoft.com/office/drawing/2014/main" id="{E5309222-91C5-4F77-8D59-A7FDC3E985A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00988" y="4012230"/>
            <a:ext cx="1071404" cy="563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939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2" tIns="45706" rIns="91412" bIns="4570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799"/>
          </a:p>
        </p:txBody>
      </p:sp>
      <p:sp>
        <p:nvSpPr>
          <p:cNvPr id="8" name="Titre 3"/>
          <p:cNvSpPr>
            <a:spLocks noGrp="1"/>
          </p:cNvSpPr>
          <p:nvPr>
            <p:ph type="title" hasCustomPrompt="1"/>
          </p:nvPr>
        </p:nvSpPr>
        <p:spPr>
          <a:xfrm>
            <a:off x="457203" y="109472"/>
            <a:ext cx="8225621" cy="483051"/>
          </a:xfrm>
          <a:prstGeom prst="rect">
            <a:avLst/>
          </a:prstGeom>
        </p:spPr>
        <p:txBody>
          <a:bodyPr anchor="ctr"/>
          <a:lstStyle>
            <a:lvl1pPr algn="l" defTabSz="457040" rtl="0" eaLnBrk="1" latinLnBrk="0" hangingPunct="1">
              <a:spcBef>
                <a:spcPct val="0"/>
              </a:spcBef>
              <a:buNone/>
              <a:defRPr lang="en-GB" sz="1600" b="1" i="0" kern="1200" cap="all" baseline="0" dirty="0">
                <a:solidFill>
                  <a:srgbClr val="27509B"/>
                </a:solidFill>
                <a:latin typeface="Michelin" pitchFamily="50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9" name="Espace réservé du contenu 4"/>
          <p:cNvSpPr>
            <a:spLocks noGrp="1"/>
          </p:cNvSpPr>
          <p:nvPr>
            <p:ph sz="quarter" idx="10"/>
          </p:nvPr>
        </p:nvSpPr>
        <p:spPr>
          <a:xfrm>
            <a:off x="457203" y="656983"/>
            <a:ext cx="8229598" cy="4169459"/>
          </a:xfrm>
          <a:prstGeom prst="rect">
            <a:avLst/>
          </a:prstGeom>
        </p:spPr>
        <p:txBody>
          <a:bodyPr/>
          <a:lstStyle>
            <a:lvl1pPr>
              <a:defRPr lang="fr-FR" sz="1600" kern="1200" noProof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/>
              </a:defRPr>
            </a:lvl1pPr>
            <a:lvl2pPr marL="742691" indent="-285651">
              <a:buFontTx/>
              <a:buBlip>
                <a:blip r:embed="rId2"/>
              </a:buBlip>
              <a:defRPr lang="fr-FR" sz="1400" kern="1200" noProof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/>
              </a:defRPr>
            </a:lvl2pPr>
            <a:lvl3pPr marL="1142600" indent="-228520">
              <a:buFontTx/>
              <a:buBlip>
                <a:blip r:embed="rId3"/>
              </a:buBlip>
              <a:defRPr lang="fr-FR" sz="1199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3pPr>
            <a:lvl4pPr marL="1599640" indent="-228520">
              <a:buFont typeface="Wingdings" panose="05000000000000000000" pitchFamily="2" charset="2"/>
              <a:buChar char="§"/>
              <a:defRPr lang="fr-FR" sz="1199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4pPr>
            <a:lvl5pPr marL="2056680" indent="-228520">
              <a:buFont typeface="Arial" panose="020B0604020202020204" pitchFamily="34" charset="0"/>
              <a:buChar char="•"/>
              <a:defRPr lang="en-GB" sz="1199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5pPr>
          </a:lstStyle>
          <a:p>
            <a:pPr marL="0" lvl="0" indent="0" algn="l" defTabSz="457040" rtl="0" eaLnBrk="1" latinLnBrk="0" hangingPunct="1">
              <a:spcBef>
                <a:spcPct val="20000"/>
              </a:spcBef>
              <a:buFont typeface="Arial"/>
              <a:buNone/>
            </a:pPr>
            <a:r>
              <a:rPr lang="fr-FR"/>
              <a:t>Modifier les styles du texte du masque</a:t>
            </a:r>
          </a:p>
          <a:p>
            <a:pPr marL="742691" lvl="1" indent="-285651" algn="l" defTabSz="457040" rtl="0" eaLnBrk="1" latinLnBrk="0" hangingPunct="1">
              <a:spcBef>
                <a:spcPct val="20000"/>
              </a:spcBef>
              <a:buFontTx/>
              <a:buBlip>
                <a:blip r:embed="rId2"/>
              </a:buBlip>
            </a:pPr>
            <a:r>
              <a:rPr lang="fr-FR"/>
              <a:t>Deuxième niveau</a:t>
            </a:r>
          </a:p>
          <a:p>
            <a:pPr marL="1142600" lvl="2" indent="-228520" algn="l" defTabSz="457040" rtl="0" eaLnBrk="1" latinLnBrk="0" hangingPunct="1">
              <a:spcBef>
                <a:spcPct val="20000"/>
              </a:spcBef>
              <a:buFontTx/>
              <a:buBlip>
                <a:blip r:embed="rId3"/>
              </a:buBlip>
            </a:pPr>
            <a:r>
              <a:rPr lang="fr-FR"/>
              <a:t>Troisième niveau</a:t>
            </a:r>
          </a:p>
          <a:p>
            <a:pPr marL="1599640" lvl="3" indent="-228520" algn="l" defTabSz="457040" rtl="0" eaLnBrk="1" latinLnBrk="0" hangingPunct="1">
              <a:spcBef>
                <a:spcPct val="20000"/>
              </a:spcBef>
              <a:buFont typeface="Wingdings" panose="05000000000000000000" pitchFamily="2" charset="2"/>
              <a:buChar char="§"/>
            </a:pPr>
            <a:r>
              <a:rPr lang="fr-FR"/>
              <a:t>Quatrième niveau</a:t>
            </a:r>
          </a:p>
          <a:p>
            <a:pPr marL="2056680" lvl="4" indent="-228520" algn="l" defTabSz="4570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fr-FR"/>
              <a:t>Cinquième niveau</a:t>
            </a:r>
            <a:endParaRPr lang="en-GB"/>
          </a:p>
        </p:txBody>
      </p:sp>
      <p:pic>
        <p:nvPicPr>
          <p:cNvPr id="10" name="Picture 2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549361" y="362175"/>
            <a:ext cx="1555921" cy="6480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25F2C39A-F2AE-4E4D-8C04-1EC2E580CBE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000" y="80215"/>
            <a:ext cx="1944000" cy="519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65786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8.xml"/><Relationship Id="rId6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0.xml"/><Relationship Id="rId8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3.xml"/><Relationship Id="rId11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slideLayout" Target="../slideLayouts/slideLayout45.xml"/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68632CFB-0914-6494-9920-A500C84AE0BE}"/>
              </a:ext>
            </a:extLst>
          </p:cNvPr>
          <p:cNvSpPr/>
          <p:nvPr userDrawn="1"/>
        </p:nvSpPr>
        <p:spPr>
          <a:xfrm>
            <a:off x="-107576" y="4898411"/>
            <a:ext cx="9144000" cy="2466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3" name="Espace réservé de la date 3">
            <a:extLst>
              <a:ext uri="{FF2B5EF4-FFF2-40B4-BE49-F238E27FC236}">
                <a16:creationId xmlns:a16="http://schemas.microsoft.com/office/drawing/2014/main" id="{B417FA05-2D4C-7308-B337-C2BECF417D3F}"/>
              </a:ext>
            </a:extLst>
          </p:cNvPr>
          <p:cNvSpPr txBox="1">
            <a:spLocks/>
          </p:cNvSpPr>
          <p:nvPr userDrawn="1"/>
        </p:nvSpPr>
        <p:spPr>
          <a:xfrm>
            <a:off x="5612662" y="4898411"/>
            <a:ext cx="1652034" cy="226387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750" noProof="0" err="1">
                <a:solidFill>
                  <a:srgbClr val="9191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Clasificación</a:t>
            </a:r>
            <a:r>
              <a:rPr lang="en-GB" sz="750" noProof="0">
                <a:solidFill>
                  <a:srgbClr val="9191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D3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EB9D945-2D7E-8D2D-27CB-828FC81AE7A9}"/>
              </a:ext>
            </a:extLst>
          </p:cNvPr>
          <p:cNvSpPr txBox="1">
            <a:spLocks/>
          </p:cNvSpPr>
          <p:nvPr userDrawn="1"/>
        </p:nvSpPr>
        <p:spPr>
          <a:xfrm>
            <a:off x="7433489" y="4898411"/>
            <a:ext cx="1652034" cy="226387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750" noProof="0" err="1">
                <a:solidFill>
                  <a:srgbClr val="9191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Conservación</a:t>
            </a:r>
            <a:r>
              <a:rPr lang="en-GB" sz="750" noProof="0">
                <a:solidFill>
                  <a:srgbClr val="919191"/>
                </a:solidFill>
              </a:rPr>
              <a:t>: WA</a:t>
            </a:r>
          </a:p>
        </p:txBody>
      </p:sp>
      <p:sp>
        <p:nvSpPr>
          <p:cNvPr id="6" name="Espace réservé de la date 3">
            <a:extLst>
              <a:ext uri="{FF2B5EF4-FFF2-40B4-BE49-F238E27FC236}">
                <a16:creationId xmlns:a16="http://schemas.microsoft.com/office/drawing/2014/main" id="{F54EB7A4-DFEC-4F4E-6C27-361FB4C4EEE2}"/>
              </a:ext>
            </a:extLst>
          </p:cNvPr>
          <p:cNvSpPr txBox="1">
            <a:spLocks/>
          </p:cNvSpPr>
          <p:nvPr userDrawn="1"/>
        </p:nvSpPr>
        <p:spPr>
          <a:xfrm>
            <a:off x="150185" y="4898411"/>
            <a:ext cx="1652034" cy="226387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750" noProof="0">
                <a:solidFill>
                  <a:srgbClr val="9191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Ref./</a:t>
            </a:r>
            <a:r>
              <a:rPr lang="en-GB" sz="750" noProof="0" err="1">
                <a:solidFill>
                  <a:srgbClr val="9191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Documento</a:t>
            </a:r>
            <a:r>
              <a:rPr lang="en-GB" sz="750" noProof="0">
                <a:solidFill>
                  <a:srgbClr val="9191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</p:txBody>
      </p:sp>
      <p:sp>
        <p:nvSpPr>
          <p:cNvPr id="7" name="Espace réservé de la date 3">
            <a:extLst>
              <a:ext uri="{FF2B5EF4-FFF2-40B4-BE49-F238E27FC236}">
                <a16:creationId xmlns:a16="http://schemas.microsoft.com/office/drawing/2014/main" id="{06E8F27F-F0D2-E2FF-A3B0-301788DEA00D}"/>
              </a:ext>
            </a:extLst>
          </p:cNvPr>
          <p:cNvSpPr txBox="1">
            <a:spLocks/>
          </p:cNvSpPr>
          <p:nvPr userDrawn="1"/>
        </p:nvSpPr>
        <p:spPr>
          <a:xfrm>
            <a:off x="1971011" y="4904252"/>
            <a:ext cx="1652034" cy="226387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750" noProof="0">
                <a:solidFill>
                  <a:srgbClr val="9191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Autor/Depart: VIT</a:t>
            </a:r>
          </a:p>
        </p:txBody>
      </p:sp>
      <p:sp>
        <p:nvSpPr>
          <p:cNvPr id="8" name="Espace réservé de la date 3">
            <a:extLst>
              <a:ext uri="{FF2B5EF4-FFF2-40B4-BE49-F238E27FC236}">
                <a16:creationId xmlns:a16="http://schemas.microsoft.com/office/drawing/2014/main" id="{30261AFC-B21B-AE35-E301-572212E0B154}"/>
              </a:ext>
            </a:extLst>
          </p:cNvPr>
          <p:cNvSpPr txBox="1">
            <a:spLocks/>
          </p:cNvSpPr>
          <p:nvPr userDrawn="1"/>
        </p:nvSpPr>
        <p:spPr>
          <a:xfrm>
            <a:off x="3791837" y="4904252"/>
            <a:ext cx="1652034" cy="226387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750" noProof="0" err="1">
                <a:solidFill>
                  <a:srgbClr val="9191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Fecha</a:t>
            </a:r>
            <a:r>
              <a:rPr lang="en-GB" sz="750" noProof="0">
                <a:solidFill>
                  <a:srgbClr val="9191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750" noProof="0" err="1">
                <a:solidFill>
                  <a:srgbClr val="9191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creación</a:t>
            </a:r>
            <a:r>
              <a:rPr lang="en-GB" sz="750" noProof="0">
                <a:solidFill>
                  <a:srgbClr val="9191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15/05/2026 </a:t>
            </a:r>
          </a:p>
        </p:txBody>
      </p:sp>
    </p:spTree>
    <p:extLst>
      <p:ext uri="{BB962C8B-B14F-4D97-AF65-F5344CB8AC3E}">
        <p14:creationId xmlns:p14="http://schemas.microsoft.com/office/powerpoint/2010/main" val="2592924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50" r:id="rId2"/>
    <p:sldLayoutId id="2147483692" r:id="rId3"/>
    <p:sldLayoutId id="2147483689" r:id="rId4"/>
    <p:sldLayoutId id="2147483691" r:id="rId5"/>
    <p:sldLayoutId id="2147483688" r:id="rId6"/>
    <p:sldLayoutId id="2147483685" r:id="rId7"/>
    <p:sldLayoutId id="2147483690" r:id="rId8"/>
    <p:sldLayoutId id="2147483686" r:id="rId9"/>
    <p:sldLayoutId id="2147483687" r:id="rId10"/>
    <p:sldLayoutId id="2147483694" r:id="rId11"/>
    <p:sldLayoutId id="2147483655" r:id="rId12"/>
    <p:sldLayoutId id="2147483656" r:id="rId13"/>
    <p:sldLayoutId id="2147483657" r:id="rId14"/>
    <p:sldLayoutId id="2147483661" r:id="rId15"/>
    <p:sldLayoutId id="2147483663" r:id="rId16"/>
    <p:sldLayoutId id="2147483665" r:id="rId17"/>
    <p:sldLayoutId id="2147483668" r:id="rId18"/>
    <p:sldLayoutId id="2147483673" r:id="rId19"/>
    <p:sldLayoutId id="2147483674" r:id="rId20"/>
    <p:sldLayoutId id="2147483675" r:id="rId21"/>
    <p:sldLayoutId id="2147483676" r:id="rId22"/>
    <p:sldLayoutId id="2147483677" r:id="rId23"/>
    <p:sldLayoutId id="2147483678" r:id="rId24"/>
    <p:sldLayoutId id="2147483679" r:id="rId25"/>
    <p:sldLayoutId id="2147483680" r:id="rId26"/>
    <p:sldLayoutId id="2147483681" r:id="rId27"/>
    <p:sldLayoutId id="2147483682" r:id="rId28"/>
    <p:sldLayoutId id="2147483695" r:id="rId29"/>
    <p:sldLayoutId id="2147483710" r:id="rId30"/>
    <p:sldLayoutId id="2147483711" r:id="rId31"/>
    <p:sldLayoutId id="2147483712" r:id="rId32"/>
    <p:sldLayoutId id="2147483713" r:id="rId33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C7C752-8314-2044-B667-E3C727B7D358}"/>
              </a:ext>
            </a:extLst>
          </p:cNvPr>
          <p:cNvSpPr/>
          <p:nvPr userDrawn="1"/>
        </p:nvSpPr>
        <p:spPr>
          <a:xfrm>
            <a:off x="-107576" y="4898411"/>
            <a:ext cx="9144000" cy="2466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16" name="Espace réservé de la date 3">
            <a:extLst>
              <a:ext uri="{FF2B5EF4-FFF2-40B4-BE49-F238E27FC236}">
                <a16:creationId xmlns:a16="http://schemas.microsoft.com/office/drawing/2014/main" id="{CED0D7C3-FDC5-5040-AE15-9404BCCCA859}"/>
              </a:ext>
            </a:extLst>
          </p:cNvPr>
          <p:cNvSpPr txBox="1">
            <a:spLocks/>
          </p:cNvSpPr>
          <p:nvPr userDrawn="1"/>
        </p:nvSpPr>
        <p:spPr>
          <a:xfrm>
            <a:off x="5612662" y="4898411"/>
            <a:ext cx="1652034" cy="226387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750" noProof="0" err="1">
                <a:solidFill>
                  <a:srgbClr val="9191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Clasificación</a:t>
            </a:r>
            <a:r>
              <a:rPr lang="en-GB" sz="750" noProof="0">
                <a:solidFill>
                  <a:srgbClr val="9191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D3</a:t>
            </a:r>
          </a:p>
        </p:txBody>
      </p:sp>
      <p:sp>
        <p:nvSpPr>
          <p:cNvPr id="17" name="Espace réservé de la date 3">
            <a:extLst>
              <a:ext uri="{FF2B5EF4-FFF2-40B4-BE49-F238E27FC236}">
                <a16:creationId xmlns:a16="http://schemas.microsoft.com/office/drawing/2014/main" id="{DBC44928-C852-C840-9C84-AF6DB7E62227}"/>
              </a:ext>
            </a:extLst>
          </p:cNvPr>
          <p:cNvSpPr txBox="1">
            <a:spLocks/>
          </p:cNvSpPr>
          <p:nvPr userDrawn="1"/>
        </p:nvSpPr>
        <p:spPr>
          <a:xfrm>
            <a:off x="7433489" y="4898411"/>
            <a:ext cx="1652034" cy="226387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750" noProof="0" err="1">
                <a:solidFill>
                  <a:srgbClr val="9191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Conservación</a:t>
            </a:r>
            <a:r>
              <a:rPr lang="en-GB" sz="750" noProof="0">
                <a:solidFill>
                  <a:srgbClr val="919191"/>
                </a:solidFill>
              </a:rPr>
              <a:t>: WA</a:t>
            </a:r>
          </a:p>
        </p:txBody>
      </p:sp>
      <p:sp>
        <p:nvSpPr>
          <p:cNvPr id="11" name="Espace réservé de la date 3">
            <a:extLst>
              <a:ext uri="{FF2B5EF4-FFF2-40B4-BE49-F238E27FC236}">
                <a16:creationId xmlns:a16="http://schemas.microsoft.com/office/drawing/2014/main" id="{CDA02ACC-E90A-924B-AF14-D26E6F8D1937}"/>
              </a:ext>
            </a:extLst>
          </p:cNvPr>
          <p:cNvSpPr txBox="1">
            <a:spLocks/>
          </p:cNvSpPr>
          <p:nvPr userDrawn="1"/>
        </p:nvSpPr>
        <p:spPr>
          <a:xfrm>
            <a:off x="150185" y="4898411"/>
            <a:ext cx="1652034" cy="226387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750" noProof="0">
                <a:solidFill>
                  <a:srgbClr val="9191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Ref./</a:t>
            </a:r>
            <a:r>
              <a:rPr lang="en-GB" sz="750" noProof="0" err="1">
                <a:solidFill>
                  <a:srgbClr val="9191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Documento</a:t>
            </a:r>
            <a:r>
              <a:rPr lang="en-GB" sz="750" noProof="0">
                <a:solidFill>
                  <a:srgbClr val="9191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710C214F-90DE-0B4A-8A22-8A919B86CDD9}"/>
              </a:ext>
            </a:extLst>
          </p:cNvPr>
          <p:cNvSpPr txBox="1"/>
          <p:nvPr userDrawn="1"/>
        </p:nvSpPr>
        <p:spPr>
          <a:xfrm>
            <a:off x="150185" y="4576433"/>
            <a:ext cx="48923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21A9E20A-4BD6-B345-889F-8D42769A2BD8}" type="slidenum">
              <a:rPr lang="fr-FR" sz="900" b="1" i="0" smtClean="0">
                <a:solidFill>
                  <a:schemeClr val="bg1"/>
                </a:solidFill>
                <a:latin typeface="Michelin" panose="02000000000000000000" pitchFamily="2" charset="0"/>
              </a:rPr>
              <a:t>‹Nº›</a:t>
            </a:fld>
            <a:endParaRPr lang="fr-FR" sz="900" b="1" i="0">
              <a:solidFill>
                <a:schemeClr val="bg1"/>
              </a:solidFill>
              <a:latin typeface="Michelin" panose="02000000000000000000" pitchFamily="2" charset="0"/>
            </a:endParaRP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08611D9-295D-06D8-FC62-5670DD22AA75}"/>
              </a:ext>
            </a:extLst>
          </p:cNvPr>
          <p:cNvSpPr txBox="1">
            <a:spLocks/>
          </p:cNvSpPr>
          <p:nvPr userDrawn="1"/>
        </p:nvSpPr>
        <p:spPr>
          <a:xfrm>
            <a:off x="1971011" y="4904252"/>
            <a:ext cx="1652034" cy="226387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750" noProof="0">
                <a:solidFill>
                  <a:srgbClr val="9191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Autor/Depart: VIT</a:t>
            </a:r>
          </a:p>
        </p:txBody>
      </p:sp>
      <p:sp>
        <p:nvSpPr>
          <p:cNvPr id="6" name="Espace réservé de la date 3">
            <a:extLst>
              <a:ext uri="{FF2B5EF4-FFF2-40B4-BE49-F238E27FC236}">
                <a16:creationId xmlns:a16="http://schemas.microsoft.com/office/drawing/2014/main" id="{9C773B8F-EF10-3104-5789-B674B7A71C4F}"/>
              </a:ext>
            </a:extLst>
          </p:cNvPr>
          <p:cNvSpPr txBox="1">
            <a:spLocks/>
          </p:cNvSpPr>
          <p:nvPr userDrawn="1"/>
        </p:nvSpPr>
        <p:spPr>
          <a:xfrm>
            <a:off x="3791837" y="4904252"/>
            <a:ext cx="1652034" cy="226387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750" noProof="0" err="1">
                <a:solidFill>
                  <a:srgbClr val="9191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Fecha</a:t>
            </a:r>
            <a:r>
              <a:rPr lang="en-GB" sz="750" noProof="0">
                <a:solidFill>
                  <a:srgbClr val="9191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750" noProof="0" err="1">
                <a:solidFill>
                  <a:srgbClr val="9191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creación</a:t>
            </a:r>
            <a:r>
              <a:rPr lang="en-GB" sz="750" noProof="0">
                <a:solidFill>
                  <a:srgbClr val="9191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15/05/2026 </a:t>
            </a:r>
          </a:p>
        </p:txBody>
      </p:sp>
    </p:spTree>
    <p:extLst>
      <p:ext uri="{BB962C8B-B14F-4D97-AF65-F5344CB8AC3E}">
        <p14:creationId xmlns:p14="http://schemas.microsoft.com/office/powerpoint/2010/main" val="4125817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ZoneTexte 11">
            <a:extLst>
              <a:ext uri="{FF2B5EF4-FFF2-40B4-BE49-F238E27FC236}">
                <a16:creationId xmlns:a16="http://schemas.microsoft.com/office/drawing/2014/main" id="{710C214F-90DE-0B4A-8A22-8A919B86CDD9}"/>
              </a:ext>
            </a:extLst>
          </p:cNvPr>
          <p:cNvSpPr txBox="1"/>
          <p:nvPr userDrawn="1"/>
        </p:nvSpPr>
        <p:spPr>
          <a:xfrm>
            <a:off x="150185" y="4576433"/>
            <a:ext cx="48923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21A9E20A-4BD6-B345-889F-8D42769A2BD8}" type="slidenum">
              <a:rPr lang="fr-FR" sz="900" b="1" i="0" smtClean="0">
                <a:solidFill>
                  <a:srgbClr val="014E9F"/>
                </a:solidFill>
                <a:latin typeface="Michelin" panose="02000000000000000000" pitchFamily="2" charset="0"/>
              </a:rPr>
              <a:t>‹Nº›</a:t>
            </a:fld>
            <a:endParaRPr lang="fr-FR" sz="900" b="1" i="0">
              <a:solidFill>
                <a:srgbClr val="014E9F"/>
              </a:solidFill>
              <a:latin typeface="Michelin" panose="02000000000000000000" pitchFamily="2" charset="0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0CDD259B-C6E1-4969-93C9-D2C218F4A3EA}"/>
              </a:ext>
            </a:extLst>
          </p:cNvPr>
          <p:cNvSpPr/>
          <p:nvPr userDrawn="1"/>
        </p:nvSpPr>
        <p:spPr>
          <a:xfrm>
            <a:off x="0" y="4898411"/>
            <a:ext cx="9144000" cy="2466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16" name="Espace réservé de la date 3">
            <a:extLst>
              <a:ext uri="{FF2B5EF4-FFF2-40B4-BE49-F238E27FC236}">
                <a16:creationId xmlns:a16="http://schemas.microsoft.com/office/drawing/2014/main" id="{A9E7D19F-17E0-488D-A526-F690F20B1DBD}"/>
              </a:ext>
            </a:extLst>
          </p:cNvPr>
          <p:cNvSpPr txBox="1">
            <a:spLocks/>
          </p:cNvSpPr>
          <p:nvPr userDrawn="1"/>
        </p:nvSpPr>
        <p:spPr>
          <a:xfrm>
            <a:off x="5612662" y="4898411"/>
            <a:ext cx="1652034" cy="226387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750" noProof="0" err="1">
                <a:solidFill>
                  <a:srgbClr val="9191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Clasificación</a:t>
            </a:r>
            <a:r>
              <a:rPr lang="en-GB" sz="750" noProof="0">
                <a:solidFill>
                  <a:srgbClr val="9191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D3</a:t>
            </a:r>
          </a:p>
        </p:txBody>
      </p:sp>
      <p:sp>
        <p:nvSpPr>
          <p:cNvPr id="17" name="Espace réservé de la date 3">
            <a:extLst>
              <a:ext uri="{FF2B5EF4-FFF2-40B4-BE49-F238E27FC236}">
                <a16:creationId xmlns:a16="http://schemas.microsoft.com/office/drawing/2014/main" id="{E9D5A49C-E8B5-4934-A559-14F71F1DCD78}"/>
              </a:ext>
            </a:extLst>
          </p:cNvPr>
          <p:cNvSpPr txBox="1">
            <a:spLocks/>
          </p:cNvSpPr>
          <p:nvPr userDrawn="1"/>
        </p:nvSpPr>
        <p:spPr>
          <a:xfrm>
            <a:off x="7433489" y="4898411"/>
            <a:ext cx="1652034" cy="226387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750" noProof="0" err="1">
                <a:solidFill>
                  <a:srgbClr val="9191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Conservación</a:t>
            </a:r>
            <a:r>
              <a:rPr lang="en-GB" sz="750" noProof="0">
                <a:solidFill>
                  <a:srgbClr val="919191"/>
                </a:solidFill>
              </a:rPr>
              <a:t>: WA</a:t>
            </a:r>
          </a:p>
        </p:txBody>
      </p:sp>
      <p:sp>
        <p:nvSpPr>
          <p:cNvPr id="21" name="Espace réservé de la date 3">
            <a:extLst>
              <a:ext uri="{FF2B5EF4-FFF2-40B4-BE49-F238E27FC236}">
                <a16:creationId xmlns:a16="http://schemas.microsoft.com/office/drawing/2014/main" id="{05AABFAE-E1A2-4D25-8019-B1D2436D3C86}"/>
              </a:ext>
            </a:extLst>
          </p:cNvPr>
          <p:cNvSpPr txBox="1">
            <a:spLocks/>
          </p:cNvSpPr>
          <p:nvPr userDrawn="1"/>
        </p:nvSpPr>
        <p:spPr>
          <a:xfrm>
            <a:off x="150185" y="4898411"/>
            <a:ext cx="1652034" cy="226387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750" noProof="0">
                <a:solidFill>
                  <a:srgbClr val="9191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Ref./</a:t>
            </a:r>
            <a:r>
              <a:rPr lang="en-GB" sz="750" noProof="0" err="1">
                <a:solidFill>
                  <a:srgbClr val="9191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Documento</a:t>
            </a:r>
            <a:r>
              <a:rPr lang="en-GB" sz="750" noProof="0">
                <a:solidFill>
                  <a:srgbClr val="9191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</p:txBody>
      </p:sp>
      <p:sp>
        <p:nvSpPr>
          <p:cNvPr id="2" name="Espace réservé de la date 3">
            <a:extLst>
              <a:ext uri="{FF2B5EF4-FFF2-40B4-BE49-F238E27FC236}">
                <a16:creationId xmlns:a16="http://schemas.microsoft.com/office/drawing/2014/main" id="{BFF4DCE0-683E-6F10-A537-E440FF5E8753}"/>
              </a:ext>
            </a:extLst>
          </p:cNvPr>
          <p:cNvSpPr txBox="1">
            <a:spLocks/>
          </p:cNvSpPr>
          <p:nvPr userDrawn="1"/>
        </p:nvSpPr>
        <p:spPr>
          <a:xfrm>
            <a:off x="1971011" y="4904252"/>
            <a:ext cx="1652034" cy="226387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750" noProof="0">
                <a:solidFill>
                  <a:srgbClr val="9191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Autor/Depart: VIT</a:t>
            </a:r>
          </a:p>
        </p:txBody>
      </p:sp>
      <p:sp>
        <p:nvSpPr>
          <p:cNvPr id="3" name="Espace réservé de la date 3">
            <a:extLst>
              <a:ext uri="{FF2B5EF4-FFF2-40B4-BE49-F238E27FC236}">
                <a16:creationId xmlns:a16="http://schemas.microsoft.com/office/drawing/2014/main" id="{CD3AF29B-7AEB-2CD2-524E-9090E523039D}"/>
              </a:ext>
            </a:extLst>
          </p:cNvPr>
          <p:cNvSpPr txBox="1">
            <a:spLocks/>
          </p:cNvSpPr>
          <p:nvPr userDrawn="1"/>
        </p:nvSpPr>
        <p:spPr>
          <a:xfrm>
            <a:off x="3791837" y="4904252"/>
            <a:ext cx="1652034" cy="226387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750" noProof="0" err="1">
                <a:solidFill>
                  <a:srgbClr val="9191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Fecha</a:t>
            </a:r>
            <a:r>
              <a:rPr lang="en-GB" sz="750" noProof="0">
                <a:solidFill>
                  <a:srgbClr val="9191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750" noProof="0" err="1">
                <a:solidFill>
                  <a:srgbClr val="9191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creación</a:t>
            </a:r>
            <a:r>
              <a:rPr lang="en-GB" sz="750" noProof="0">
                <a:solidFill>
                  <a:srgbClr val="9191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15/05/2026 </a:t>
            </a:r>
          </a:p>
        </p:txBody>
      </p:sp>
    </p:spTree>
    <p:extLst>
      <p:ext uri="{BB962C8B-B14F-4D97-AF65-F5344CB8AC3E}">
        <p14:creationId xmlns:p14="http://schemas.microsoft.com/office/powerpoint/2010/main" val="2615516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8.jpg"/><Relationship Id="rId4" Type="http://schemas.openxmlformats.org/officeDocument/2006/relationships/image" Target="../media/image39.png"/><Relationship Id="rId5" Type="http://schemas.openxmlformats.org/officeDocument/2006/relationships/image" Target="../media/image4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3.png"/><Relationship Id="rId4" Type="http://schemas.openxmlformats.org/officeDocument/2006/relationships/image" Target="../media/image44.jpg"/><Relationship Id="rId5" Type="http://schemas.openxmlformats.org/officeDocument/2006/relationships/image" Target="../media/image38.jpg"/><Relationship Id="rId6" Type="http://schemas.openxmlformats.org/officeDocument/2006/relationships/image" Target="../media/image45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6.png"/><Relationship Id="rId4" Type="http://schemas.openxmlformats.org/officeDocument/2006/relationships/image" Target="../media/image4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0.png"/><Relationship Id="rId4" Type="http://schemas.openxmlformats.org/officeDocument/2006/relationships/image" Target="../media/image4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9.jpg"/><Relationship Id="rId4" Type="http://schemas.openxmlformats.org/officeDocument/2006/relationships/image" Target="../media/image50.jpg"/><Relationship Id="rId5" Type="http://schemas.openxmlformats.org/officeDocument/2006/relationships/image" Target="../media/image51.jpg"/><Relationship Id="rId6" Type="http://schemas.openxmlformats.org/officeDocument/2006/relationships/image" Target="../media/image5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3.png"/><Relationship Id="rId4" Type="http://schemas.openxmlformats.org/officeDocument/2006/relationships/image" Target="../media/image54.jpg"/><Relationship Id="rId5" Type="http://schemas.openxmlformats.org/officeDocument/2006/relationships/image" Target="../media/image55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6.jpg"/><Relationship Id="rId4" Type="http://schemas.openxmlformats.org/officeDocument/2006/relationships/image" Target="../media/image5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8.jpg"/><Relationship Id="rId4" Type="http://schemas.openxmlformats.org/officeDocument/2006/relationships/image" Target="../media/image5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Fabricación digital del Primacy 5 Energy para el nuevo Hyundai Tucson 2027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Hyundai &amp; Michelin | Del dato al neumático perfecto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0" y="29260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00205B"/>
                </a:solidFill>
                <a:latin typeface="Michelin"/>
              </a:rPr>
              <a:t>HYUNDAI MOTOR GROUP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Nuestra fábrica digital en tres ideas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566928"/>
            <a:ext cx="72014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7509B"/>
                </a:solidFill>
                <a:latin typeface="Arial"/>
              </a:rPr>
              <a:t>Cada neumático que llega a su línea ha sido convertido en datos, analizado y corregido mientras se fabricaba</a:t>
            </a:r>
          </a:p>
        </p:txBody>
      </p:sp>
      <p:pic>
        <p:nvPicPr>
          <p:cNvPr id="5" name="Picture 4" descr="d2.jpg"/>
          <p:cNvPicPr>
            <a:picLocks noChangeAspect="1"/>
          </p:cNvPicPr>
          <p:nvPr/>
        </p:nvPicPr>
        <p:blipFill>
          <a:blip r:embed="rId3"/>
          <a:srcRect t="938" b="938"/>
          <a:stretch>
            <a:fillRect/>
          </a:stretch>
        </p:blipFill>
        <p:spPr>
          <a:xfrm>
            <a:off x="585216" y="1005840"/>
            <a:ext cx="2565501" cy="1463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5216" y="2606040"/>
            <a:ext cx="54010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27509B"/>
                </a:solidFill>
                <a:latin typeface="Michelin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325" y="2670048"/>
            <a:ext cx="20073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cap="all">
                <a:solidFill>
                  <a:srgbClr val="00205B"/>
                </a:solidFill>
                <a:latin typeface="Michelin"/>
              </a:rPr>
              <a:t>Digitalizar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3108960"/>
            <a:ext cx="2565501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Sensores láser 3D convierten cada componente en un perfil digital. El 100 % de la producción, sin muestreo y sin contacto.</a:t>
            </a:r>
          </a:p>
        </p:txBody>
      </p:sp>
      <p:pic>
        <p:nvPicPr>
          <p:cNvPr id="9" name="Picture 8" descr="dash.png"/>
          <p:cNvPicPr>
            <a:picLocks noChangeAspect="1"/>
          </p:cNvPicPr>
          <p:nvPr/>
        </p:nvPicPr>
        <p:blipFill>
          <a:blip r:embed="rId4"/>
          <a:srcRect l="9279" r="9279"/>
          <a:stretch>
            <a:fillRect/>
          </a:stretch>
        </p:blipFill>
        <p:spPr>
          <a:xfrm>
            <a:off x="3353257" y="1005840"/>
            <a:ext cx="2565501" cy="14630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353257" y="2606040"/>
            <a:ext cx="54010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27509B"/>
                </a:solidFill>
                <a:latin typeface="Michelin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11366" y="2670048"/>
            <a:ext cx="20073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cap="all">
                <a:solidFill>
                  <a:srgbClr val="00205B"/>
                </a:solidFill>
                <a:latin typeface="Michelin"/>
              </a:rPr>
              <a:t>Analizar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53257" y="3108960"/>
            <a:ext cx="2565501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Nuestra plataforma de datos industrial y la analítica avanzada detectan derivas antes de que sean defectos.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1298" y="1005840"/>
            <a:ext cx="2565501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r4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6307" y="1183547"/>
            <a:ext cx="2475483" cy="110762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121298" y="2606040"/>
            <a:ext cx="54010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27509B"/>
                </a:solidFill>
                <a:latin typeface="Michelin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9407" y="2670048"/>
            <a:ext cx="20073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cap="all">
                <a:solidFill>
                  <a:srgbClr val="00205B"/>
                </a:solidFill>
                <a:latin typeface="Michelin"/>
              </a:rPr>
              <a:t>Actuar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1298" y="3108960"/>
            <a:ext cx="2565501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Un motor de reglas ajusta la máquina, la detiene o aparta el producto. La calidad se construye, no se inspecciona.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5216" y="4160520"/>
            <a:ext cx="8101583" cy="411480"/>
          </a:xfrm>
          <a:prstGeom prst="rect">
            <a:avLst/>
          </a:prstGeom>
          <a:solidFill>
            <a:srgbClr val="002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5251" y="4160520"/>
            <a:ext cx="7741513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CE500"/>
                </a:solidFill>
                <a:latin typeface="Michelin"/>
              </a:rPr>
              <a:t>Dato  →  Análisis  →  Acción</a:t>
            </a:r>
            <a:r>
              <a:rPr sz="1200" b="0" i="0">
                <a:solidFill>
                  <a:srgbClr val="FFFFFF"/>
                </a:solidFill>
                <a:latin typeface="Arial"/>
              </a:rPr>
              <a:t>     en segundos, en cada neumático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Socios en innovación desde 2017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Una visión compartida del neumático basada en datos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>
              <a:spcAft>
                <a:spcPts val="500"/>
              </a:spcAft>
            </a:pPr>
            <a:r>
              <a:rPr b="1">
                <a:solidFill>
                  <a:srgbClr val="FCE500"/>
                </a:solidFill>
              </a:rPr>
              <a:t>2017 · </a:t>
            </a:r>
            <a:r>
              <a:t>Primer acuerdo (5 años): neumático exclusivo co-desarrollado para el IONIQ 5.</a:t>
            </a:r>
          </a:p>
          <a:p>
            <a:pPr>
              <a:spcAft>
                <a:spcPts val="500"/>
              </a:spcAft>
            </a:pPr>
            <a:r>
              <a:rPr b="1">
                <a:solidFill>
                  <a:srgbClr val="FCE500"/>
                </a:solidFill>
              </a:rPr>
              <a:t>2022 · </a:t>
            </a:r>
            <a:r>
              <a:t>Segundo acuerdo (3 años): eléctricos premium, materiales sostenibles y monitorización del neumático en tiempo real.</a:t>
            </a:r>
          </a:p>
          <a:p>
            <a:pPr>
              <a:spcAft>
                <a:spcPts val="500"/>
              </a:spcAft>
            </a:pPr>
            <a:r>
              <a:rPr b="1">
                <a:solidFill>
                  <a:srgbClr val="FCE500"/>
                </a:solidFill>
              </a:rPr>
              <a:t>Hoy · </a:t>
            </a:r>
            <a:r>
              <a:t>Tercer acuerdo (3 años): baja resistencia a la rodadura, alto rendimiento, desarrollo virtual y SmartGrip.</a:t>
            </a:r>
          </a:p>
          <a:p>
            <a:pPr>
              <a:spcAft>
                <a:spcPts val="500"/>
              </a:spcAft>
            </a:pPr>
            <a:r>
              <a:rPr b="1">
                <a:solidFill>
                  <a:srgbClr val="FCE500"/>
                </a:solidFill>
              </a:rPr>
              <a:t>2027 · </a:t>
            </a:r>
            <a:r>
              <a:t>Primacy 5 Energy 235/45 R20 en primer equipo del nuevo Tucson, junto a HN (Hyundai N) y GOE (Genesis).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CE500"/>
                </a:solidFill>
              </a:rPr>
              <a:t>01</a:t>
            </a:r>
          </a:p>
          <a:p>
            <a:r>
              <a:t>Nuestra transformación digital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8404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rial"/>
              </a:rPr>
              <a:t>De la fábrica conectada a la fábrica que se corrige sola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Nuestro camino digital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566928"/>
            <a:ext cx="72014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7509B"/>
                </a:solidFill>
                <a:latin typeface="Arial"/>
              </a:rPr>
              <a:t>Del muestreo manual a líneas de producción que se corrigen solas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3017520"/>
            <a:ext cx="1512295" cy="150876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3237" y="3108960"/>
            <a:ext cx="54010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62626"/>
                </a:solidFill>
                <a:latin typeface="Michelin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3237" y="3456432"/>
            <a:ext cx="129625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cap="all">
                <a:solidFill>
                  <a:srgbClr val="262626"/>
                </a:solidFill>
                <a:latin typeface="Michelin"/>
              </a:rPr>
              <a:t>Muestreo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3237" y="3931920"/>
            <a:ext cx="1296253" cy="548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262626"/>
                </a:solidFill>
                <a:latin typeface="Arial"/>
              </a:rPr>
              <a:t>Controles manuales sobre unos pocos neumáticos por turno.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32538" y="2633472"/>
            <a:ext cx="1512295" cy="1892807"/>
          </a:xfrm>
          <a:prstGeom prst="rect">
            <a:avLst/>
          </a:prstGeom>
          <a:solidFill>
            <a:srgbClr val="C9D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40559" y="2724912"/>
            <a:ext cx="54010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0205B"/>
                </a:solidFill>
                <a:latin typeface="Michelin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40559" y="3072384"/>
            <a:ext cx="129625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cap="all">
                <a:solidFill>
                  <a:srgbClr val="00205B"/>
                </a:solidFill>
                <a:latin typeface="Michelin"/>
              </a:rPr>
              <a:t>Conectada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40559" y="3547872"/>
            <a:ext cx="1296253" cy="9326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00205B"/>
                </a:solidFill>
                <a:latin typeface="Arial"/>
              </a:rPr>
              <a:t>Máquinas conectadas a la plataforma de datos PI System, desde 2017.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79860" y="2249424"/>
            <a:ext cx="1512295" cy="2276856"/>
          </a:xfrm>
          <a:prstGeom prst="rect">
            <a:avLst/>
          </a:prstGeom>
          <a:solidFill>
            <a:srgbClr val="2750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87881" y="2340864"/>
            <a:ext cx="54010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Michelin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87881" y="2688336"/>
            <a:ext cx="129625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cap="all">
                <a:solidFill>
                  <a:srgbClr val="FFFFFF"/>
                </a:solidFill>
                <a:latin typeface="Michelin"/>
              </a:rPr>
              <a:t>Analítica en tiempo real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87881" y="3163824"/>
            <a:ext cx="1296253" cy="13167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Arial"/>
              </a:rPr>
              <a:t>Paneles en vivo, control estadístico y alertas inteligentes.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27182" y="1865376"/>
            <a:ext cx="1512295" cy="2660904"/>
          </a:xfrm>
          <a:prstGeom prst="rect">
            <a:avLst/>
          </a:prstGeom>
          <a:solidFill>
            <a:srgbClr val="002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35203" y="1956816"/>
            <a:ext cx="54010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Michelin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35203" y="2304288"/>
            <a:ext cx="129625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cap="all">
                <a:solidFill>
                  <a:srgbClr val="FFFFFF"/>
                </a:solidFill>
                <a:latin typeface="Michelin"/>
              </a:rPr>
              <a:t>Bucle cerrado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35203" y="2779776"/>
            <a:ext cx="1296253" cy="1700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Arial"/>
              </a:rPr>
              <a:t>El motor de reglas corrige el proceso automáticamente.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74504" y="1481328"/>
            <a:ext cx="1512295" cy="3044952"/>
          </a:xfrm>
          <a:prstGeom prst="rect">
            <a:avLst/>
          </a:prstGeom>
          <a:solidFill>
            <a:srgbClr val="FCE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82525" y="1572768"/>
            <a:ext cx="54010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0205B"/>
                </a:solidFill>
                <a:latin typeface="Michelin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82525" y="1920240"/>
            <a:ext cx="129625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cap="all">
                <a:solidFill>
                  <a:srgbClr val="00205B"/>
                </a:solidFill>
                <a:latin typeface="Michelin"/>
              </a:rPr>
              <a:t>Predictiva e 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82525" y="2395728"/>
            <a:ext cx="1296253" cy="2084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00205B"/>
                </a:solidFill>
                <a:latin typeface="Arial"/>
              </a:rPr>
              <a:t>Analítica avanzada, gemelos digitales e IA para anticiparse.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79860" y="1234440"/>
            <a:ext cx="3159617" cy="27432"/>
          </a:xfrm>
          <a:prstGeom prst="rect">
            <a:avLst/>
          </a:prstGeom>
          <a:solidFill>
            <a:srgbClr val="2750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79860" y="960120"/>
            <a:ext cx="315961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27509B"/>
                </a:solidFill>
                <a:latin typeface="Michelin"/>
              </a:rPr>
              <a:t>OLM HOY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74504" y="960120"/>
            <a:ext cx="15122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00205B"/>
                </a:solidFill>
                <a:latin typeface="Michelin"/>
              </a:rPr>
              <a:t>SIGUIENTE FASE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Una transformación de todo el grupo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566928"/>
            <a:ext cx="72014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7509B"/>
                </a:solidFill>
                <a:latin typeface="Arial"/>
              </a:rPr>
              <a:t>OLM forma parte del programa Plant 4.0, desplegado en nuestras fábricas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005840"/>
            <a:ext cx="135026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7509B"/>
                </a:solidFill>
                <a:latin typeface="Michelin"/>
              </a:rPr>
              <a:t>60 M€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80488" y="1060704"/>
            <a:ext cx="211541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de ahorro anual reportado por la digitalización y la IA en nuestras plantas (2023)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2084832"/>
            <a:ext cx="135026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7509B"/>
                </a:solidFill>
                <a:latin typeface="Michelin"/>
              </a:rPr>
              <a:t>2017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80488" y="2139696"/>
            <a:ext cx="211541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inicio de nuestra plataforma Digital Manufacturing sobre PI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3163824"/>
            <a:ext cx="135026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7509B"/>
                </a:solidFill>
                <a:latin typeface="Michelin"/>
              </a:rPr>
              <a:t>×3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80488" y="3218688"/>
            <a:ext cx="211541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robots operativos previstos en 2025 dentro de Plant 4.0</a:t>
            </a:r>
          </a:p>
        </p:txBody>
      </p:sp>
      <p:pic>
        <p:nvPicPr>
          <p:cNvPr id="11" name="Picture 10" descr="vision.jpg"/>
          <p:cNvPicPr>
            <a:picLocks noChangeAspect="1"/>
          </p:cNvPicPr>
          <p:nvPr/>
        </p:nvPicPr>
        <p:blipFill>
          <a:blip r:embed="rId3"/>
          <a:srcRect t="2550" b="2550"/>
          <a:stretch>
            <a:fillRect/>
          </a:stretch>
        </p:blipFill>
        <p:spPr>
          <a:xfrm>
            <a:off x="4320946" y="1005840"/>
            <a:ext cx="4365853" cy="23317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320946" y="3474720"/>
            <a:ext cx="216042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00205B"/>
                </a:solidFill>
                <a:latin typeface="Michelin"/>
              </a:rPr>
              <a:t>Gemelos digitales</a:t>
            </a:r>
          </a:p>
          <a:p>
            <a:pPr algn="l"/>
            <a:r>
              <a:rPr sz="950" b="0" i="0">
                <a:solidFill>
                  <a:srgbClr val="262626"/>
                </a:solidFill>
                <a:latin typeface="Arial"/>
              </a:rPr>
              <a:t>simular y ajustar procesos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382" y="3474720"/>
            <a:ext cx="216042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00205B"/>
                </a:solidFill>
                <a:latin typeface="Michelin"/>
              </a:rPr>
              <a:t>Mantenimiento predictivo</a:t>
            </a:r>
          </a:p>
          <a:p>
            <a:pPr algn="l"/>
            <a:r>
              <a:rPr sz="950" b="0" i="0">
                <a:solidFill>
                  <a:srgbClr val="262626"/>
                </a:solidFill>
                <a:latin typeface="Arial"/>
              </a:rPr>
              <a:t>evitar paradas no planificadas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0946" y="4041648"/>
            <a:ext cx="216042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00205B"/>
                </a:solidFill>
                <a:latin typeface="Michelin"/>
              </a:rPr>
              <a:t>Visión artificial</a:t>
            </a:r>
          </a:p>
          <a:p>
            <a:pPr algn="l"/>
            <a:r>
              <a:rPr sz="950" b="0" i="0">
                <a:solidFill>
                  <a:srgbClr val="262626"/>
                </a:solidFill>
                <a:latin typeface="Arial"/>
              </a:rPr>
              <a:t>control de calidad automático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3382" y="4041648"/>
            <a:ext cx="216042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00205B"/>
                </a:solidFill>
                <a:latin typeface="Michelin"/>
              </a:rPr>
              <a:t>Robótica + IA</a:t>
            </a:r>
          </a:p>
          <a:p>
            <a:pPr algn="l"/>
            <a:r>
              <a:rPr sz="950" b="0" i="0">
                <a:solidFill>
                  <a:srgbClr val="262626"/>
                </a:solidFill>
                <a:latin typeface="Arial"/>
              </a:rPr>
              <a:t>trabajo más seguro y constante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" y="4434840"/>
            <a:ext cx="360070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E6E6E"/>
                </a:solidFill>
                <a:latin typeface="Arial"/>
              </a:rPr>
              <a:t>Cifras publicadas por Michelin (European Rubber Journal, AVEVA PI World).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 cadena digital del dato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566928"/>
            <a:ext cx="72014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7509B"/>
                </a:solidFill>
                <a:latin typeface="Arial"/>
              </a:rPr>
              <a:t>Del sensor láser a una decisión automática, en tiempo real</a:t>
            </a:r>
          </a:p>
        </p:txBody>
      </p:sp>
      <p:sp>
        <p:nvSpPr>
          <p:cNvPr id="5" name="Pentagon 4"/>
          <p:cNvSpPr/>
          <p:nvPr/>
        </p:nvSpPr>
        <p:spPr>
          <a:xfrm>
            <a:off x="585216" y="1005840"/>
            <a:ext cx="1422278" cy="566928"/>
          </a:xfrm>
          <a:prstGeom prst="homePlate">
            <a:avLst>
              <a:gd name="adj" fmla="val 28000"/>
            </a:avLst>
          </a:prstGeom>
          <a:solidFill>
            <a:srgbClr val="2750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3237" y="1005840"/>
            <a:ext cx="97219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 cap="all">
                <a:solidFill>
                  <a:srgbClr val="FFFFFF"/>
                </a:solidFill>
                <a:latin typeface="Michelin"/>
              </a:rPr>
              <a:t>Captura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5233" y="1691640"/>
            <a:ext cx="115222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262626"/>
                </a:solidFill>
                <a:latin typeface="Arial"/>
              </a:rPr>
              <a:t>16 sensores láser 3D en 8 puestos</a:t>
            </a:r>
          </a:p>
        </p:txBody>
      </p:sp>
      <p:sp>
        <p:nvSpPr>
          <p:cNvPr id="8" name="Chevron 7"/>
          <p:cNvSpPr/>
          <p:nvPr/>
        </p:nvSpPr>
        <p:spPr>
          <a:xfrm>
            <a:off x="1926478" y="1005840"/>
            <a:ext cx="1422278" cy="566928"/>
          </a:xfrm>
          <a:prstGeom prst="chevron">
            <a:avLst>
              <a:gd name="adj" fmla="val 28000"/>
            </a:avLst>
          </a:prstGeom>
          <a:solidFill>
            <a:srgbClr val="2750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96531" y="1005840"/>
            <a:ext cx="97219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 cap="all">
                <a:solidFill>
                  <a:srgbClr val="FFFFFF"/>
                </a:solidFill>
                <a:latin typeface="Michelin"/>
              </a:rPr>
              <a:t>Edge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6495" y="1691640"/>
            <a:ext cx="115222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262626"/>
                </a:solidFill>
                <a:latin typeface="Arial"/>
              </a:rPr>
              <a:t>1 PLC de medida + 4 PCs de análisis</a:t>
            </a:r>
          </a:p>
        </p:txBody>
      </p:sp>
      <p:sp>
        <p:nvSpPr>
          <p:cNvPr id="11" name="Chevron 10"/>
          <p:cNvSpPr/>
          <p:nvPr/>
        </p:nvSpPr>
        <p:spPr>
          <a:xfrm>
            <a:off x="3267740" y="1005840"/>
            <a:ext cx="1422278" cy="566928"/>
          </a:xfrm>
          <a:prstGeom prst="chevron">
            <a:avLst>
              <a:gd name="adj" fmla="val 28000"/>
            </a:avLst>
          </a:prstGeom>
          <a:solidFill>
            <a:srgbClr val="2750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37793" y="1005840"/>
            <a:ext cx="97219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 cap="all">
                <a:solidFill>
                  <a:srgbClr val="FFFFFF"/>
                </a:solidFill>
                <a:latin typeface="Michelin"/>
              </a:rPr>
              <a:t>Plataforma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57758" y="1691640"/>
            <a:ext cx="115222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262626"/>
                </a:solidFill>
                <a:latin typeface="Arial"/>
              </a:rPr>
              <a:t>PI System: cada valor guardado y fechado</a:t>
            </a:r>
          </a:p>
        </p:txBody>
      </p:sp>
      <p:sp>
        <p:nvSpPr>
          <p:cNvPr id="14" name="Chevron 13"/>
          <p:cNvSpPr/>
          <p:nvPr/>
        </p:nvSpPr>
        <p:spPr>
          <a:xfrm>
            <a:off x="4609002" y="1005840"/>
            <a:ext cx="1422278" cy="566928"/>
          </a:xfrm>
          <a:prstGeom prst="chevron">
            <a:avLst>
              <a:gd name="adj" fmla="val 28000"/>
            </a:avLst>
          </a:prstGeom>
          <a:solidFill>
            <a:srgbClr val="002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79055" y="1005840"/>
            <a:ext cx="97219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 cap="all">
                <a:solidFill>
                  <a:srgbClr val="FFFFFF"/>
                </a:solidFill>
                <a:latin typeface="Michelin"/>
              </a:rPr>
              <a:t>Analítica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99020" y="1691640"/>
            <a:ext cx="115222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262626"/>
                </a:solidFill>
                <a:latin typeface="Arial"/>
              </a:rPr>
              <a:t>PI Vision, SPC, medianas móviles</a:t>
            </a:r>
          </a:p>
        </p:txBody>
      </p:sp>
      <p:sp>
        <p:nvSpPr>
          <p:cNvPr id="17" name="Chevron 16"/>
          <p:cNvSpPr/>
          <p:nvPr/>
        </p:nvSpPr>
        <p:spPr>
          <a:xfrm>
            <a:off x="5950264" y="1005840"/>
            <a:ext cx="1422278" cy="566928"/>
          </a:xfrm>
          <a:prstGeom prst="chevron">
            <a:avLst>
              <a:gd name="adj" fmla="val 28000"/>
            </a:avLst>
          </a:prstGeom>
          <a:solidFill>
            <a:srgbClr val="002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20317" y="1005840"/>
            <a:ext cx="97219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 cap="all">
                <a:solidFill>
                  <a:srgbClr val="FFFFFF"/>
                </a:solidFill>
                <a:latin typeface="Michelin"/>
              </a:rPr>
              <a:t>Decisión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40282" y="1691640"/>
            <a:ext cx="115222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262626"/>
                </a:solidFill>
                <a:latin typeface="Arial"/>
              </a:rPr>
              <a:t>Motor de reglas R4P</a:t>
            </a:r>
          </a:p>
        </p:txBody>
      </p:sp>
      <p:sp>
        <p:nvSpPr>
          <p:cNvPr id="20" name="Chevron 19"/>
          <p:cNvSpPr/>
          <p:nvPr/>
        </p:nvSpPr>
        <p:spPr>
          <a:xfrm>
            <a:off x="7291527" y="1005840"/>
            <a:ext cx="1422278" cy="566928"/>
          </a:xfrm>
          <a:prstGeom prst="chevron">
            <a:avLst>
              <a:gd name="adj" fmla="val 28000"/>
            </a:avLst>
          </a:prstGeom>
          <a:solidFill>
            <a:srgbClr val="002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61579" y="1005840"/>
            <a:ext cx="97219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 cap="all">
                <a:solidFill>
                  <a:srgbClr val="FFFFFF"/>
                </a:solidFill>
                <a:latin typeface="Michelin"/>
              </a:rPr>
              <a:t>Acción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81544" y="1691640"/>
            <a:ext cx="115222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262626"/>
                </a:solidFill>
                <a:latin typeface="Arial"/>
              </a:rPr>
              <a:t>Ajustar, bloquear, segregar, alertar</a:t>
            </a:r>
          </a:p>
        </p:txBody>
      </p:sp>
      <p:pic>
        <p:nvPicPr>
          <p:cNvPr id="23" name="Picture 22" descr="arch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085" y="2468880"/>
            <a:ext cx="3617070" cy="20116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85216" y="4507992"/>
            <a:ext cx="414080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E6E6E"/>
                </a:solidFill>
                <a:latin typeface="Arial"/>
              </a:rPr>
              <a:t>Arquitectura MAC5: sensores, autómata y PCs en red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96078" y="2560320"/>
            <a:ext cx="3690721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spcAft>
                <a:spcPts val="600"/>
              </a:spcAft>
              <a:buClr>
                <a:srgbClr val="FCE500"/>
              </a:buClr>
              <a:buSzPct val="100000"/>
              <a:buFont typeface="Wingdings"/>
              <a:buChar char="§"/>
            </a:pPr>
            <a:r>
              <a:rPr sz="1100" b="1" i="0">
                <a:solidFill>
                  <a:srgbClr val="00205B"/>
                </a:solidFill>
                <a:latin typeface="Arial"/>
              </a:rPr>
              <a:t>Una sola arquitectura, </a:t>
            </a:r>
            <a:r>
              <a:rPr sz="1100" b="0" i="0">
                <a:solidFill>
                  <a:srgbClr val="262626"/>
                </a:solidFill>
                <a:latin typeface="Arial"/>
              </a:rPr>
              <a:t>replicable en cualquier máquina de la red.</a:t>
            </a:r>
          </a:p>
          <a:p>
            <a:pPr algn="l" marL="182880" indent="-182880">
              <a:spcAft>
                <a:spcPts val="600"/>
              </a:spcAft>
              <a:buClr>
                <a:srgbClr val="FCE500"/>
              </a:buClr>
              <a:buSzPct val="100000"/>
              <a:buFont typeface="Wingdings"/>
              <a:buChar char="§"/>
            </a:pPr>
            <a:r>
              <a:rPr sz="1100" b="1" i="0">
                <a:solidFill>
                  <a:srgbClr val="00205B"/>
                </a:solidFill>
                <a:latin typeface="Arial"/>
              </a:rPr>
              <a:t>En marcha hoy </a:t>
            </a:r>
            <a:r>
              <a:rPr sz="1100" b="0" i="0">
                <a:solidFill>
                  <a:srgbClr val="262626"/>
                </a:solidFill>
                <a:latin typeface="Arial"/>
              </a:rPr>
              <a:t>en las máquinas MAC y en la línea BNS.</a:t>
            </a:r>
          </a:p>
          <a:p>
            <a:pPr algn="l" marL="182880" indent="-182880">
              <a:spcAft>
                <a:spcPts val="600"/>
              </a:spcAft>
              <a:buClr>
                <a:srgbClr val="FCE500"/>
              </a:buClr>
              <a:buSzPct val="100000"/>
              <a:buFont typeface="Wingdings"/>
              <a:buChar char="§"/>
            </a:pPr>
            <a:r>
              <a:rPr sz="1100" b="1" i="0">
                <a:solidFill>
                  <a:srgbClr val="00205B"/>
                </a:solidFill>
                <a:latin typeface="Arial"/>
              </a:rPr>
              <a:t>Mismos bloques estándar: </a:t>
            </a:r>
            <a:r>
              <a:rPr sz="1100" b="0" i="0">
                <a:solidFill>
                  <a:srgbClr val="262626"/>
                </a:solidFill>
                <a:latin typeface="Arial"/>
              </a:rPr>
              <a:t>sensores, datos, paneles y reglas.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CE500"/>
                </a:solidFill>
              </a:rPr>
              <a:t>02</a:t>
            </a:r>
          </a:p>
          <a:p>
            <a:r>
              <a:t>El proceso OLM en planta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8404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rial"/>
              </a:rPr>
              <a:t>On-Line Monitoring en las máquinas MAC y en la línea BNS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Cada neumático tiene su huella digital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566928"/>
            <a:ext cx="72014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7509B"/>
                </a:solidFill>
                <a:latin typeface="Arial"/>
              </a:rPr>
              <a:t>El perfilado láser 3D convierte cada componente en millones de puntos de medida</a:t>
            </a:r>
          </a:p>
        </p:txBody>
      </p:sp>
      <p:pic>
        <p:nvPicPr>
          <p:cNvPr id="5" name="Picture 4" descr="goca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1093286"/>
            <a:ext cx="2070404" cy="12881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5216" y="2651760"/>
            <a:ext cx="2070404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spcAft>
                <a:spcPts val="600"/>
              </a:spcAft>
              <a:buClr>
                <a:srgbClr val="FCE500"/>
              </a:buClr>
              <a:buSzPct val="100000"/>
              <a:buFont typeface="Wingdings"/>
              <a:buChar char="§"/>
            </a:pPr>
            <a:r>
              <a:rPr sz="1000" b="0" i="0">
                <a:solidFill>
                  <a:srgbClr val="262626"/>
                </a:solidFill>
                <a:latin typeface="Arial"/>
              </a:rPr>
              <a:t>Perfilómetros láser 3D Gocator (LMI)</a:t>
            </a:r>
          </a:p>
          <a:p>
            <a:pPr algn="l" marL="182880" indent="-182880">
              <a:spcAft>
                <a:spcPts val="600"/>
              </a:spcAft>
              <a:buClr>
                <a:srgbClr val="FCE500"/>
              </a:buClr>
              <a:buSzPct val="100000"/>
              <a:buFont typeface="Wingdings"/>
              <a:buChar char="§"/>
            </a:pPr>
            <a:r>
              <a:rPr sz="1000" b="0" i="0">
                <a:solidFill>
                  <a:srgbClr val="262626"/>
                </a:solidFill>
                <a:latin typeface="Arial"/>
              </a:rPr>
              <a:t>Hasta 5.000 perfiles por segundo</a:t>
            </a:r>
          </a:p>
          <a:p>
            <a:pPr algn="l" marL="182880" indent="-182880">
              <a:spcAft>
                <a:spcPts val="600"/>
              </a:spcAft>
              <a:buClr>
                <a:srgbClr val="FCE500"/>
              </a:buClr>
              <a:buSzPct val="100000"/>
              <a:buFont typeface="Wingdings"/>
              <a:buChar char="§"/>
            </a:pPr>
            <a:r>
              <a:rPr sz="1000" b="0" i="0">
                <a:solidFill>
                  <a:srgbClr val="262626"/>
                </a:solidFill>
                <a:latin typeface="Arial"/>
              </a:rPr>
              <a:t>Repetibilidad de micras</a:t>
            </a:r>
          </a:p>
          <a:p>
            <a:pPr algn="l" marL="182880" indent="-182880">
              <a:spcAft>
                <a:spcPts val="600"/>
              </a:spcAft>
              <a:buClr>
                <a:srgbClr val="FCE500"/>
              </a:buClr>
              <a:buSzPct val="100000"/>
              <a:buFont typeface="Wingdings"/>
              <a:buChar char="§"/>
            </a:pPr>
            <a:r>
              <a:rPr sz="1000" b="0" i="0">
                <a:solidFill>
                  <a:srgbClr val="262626"/>
                </a:solidFill>
                <a:latin typeface="Arial"/>
              </a:rPr>
              <a:t>Sin contacto con el producto</a:t>
            </a:r>
          </a:p>
        </p:txBody>
      </p:sp>
      <p:pic>
        <p:nvPicPr>
          <p:cNvPr id="7" name="Picture 6" descr="d1.jpg"/>
          <p:cNvPicPr>
            <a:picLocks noChangeAspect="1"/>
          </p:cNvPicPr>
          <p:nvPr/>
        </p:nvPicPr>
        <p:blipFill>
          <a:blip r:embed="rId4"/>
          <a:srcRect l="31133" r="31133"/>
          <a:stretch>
            <a:fillRect/>
          </a:stretch>
        </p:blipFill>
        <p:spPr>
          <a:xfrm>
            <a:off x="2880664" y="1005840"/>
            <a:ext cx="1872366" cy="3200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880664" y="4279392"/>
            <a:ext cx="187236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E6E6E"/>
                </a:solidFill>
                <a:latin typeface="Arial"/>
              </a:rPr>
              <a:t>P5 · Relieve 3D de un componente</a:t>
            </a:r>
          </a:p>
        </p:txBody>
      </p:sp>
      <p:pic>
        <p:nvPicPr>
          <p:cNvPr id="9" name="Picture 8" descr="d2.jpg"/>
          <p:cNvPicPr>
            <a:picLocks noChangeAspect="1"/>
          </p:cNvPicPr>
          <p:nvPr/>
        </p:nvPicPr>
        <p:blipFill>
          <a:blip r:embed="rId5"/>
          <a:srcRect l="32999" r="32999"/>
          <a:stretch>
            <a:fillRect/>
          </a:stretch>
        </p:blipFill>
        <p:spPr>
          <a:xfrm>
            <a:off x="4879055" y="1005840"/>
            <a:ext cx="1872366" cy="3200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879055" y="4279392"/>
            <a:ext cx="187236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E6E6E"/>
                </a:solidFill>
                <a:latin typeface="Arial"/>
              </a:rPr>
              <a:t>P10 · Irregularidad de forma detectada</a:t>
            </a:r>
          </a:p>
        </p:txBody>
      </p:sp>
      <p:pic>
        <p:nvPicPr>
          <p:cNvPr id="11" name="Picture 10" descr="d3.jpg"/>
          <p:cNvPicPr>
            <a:picLocks noChangeAspect="1"/>
          </p:cNvPicPr>
          <p:nvPr/>
        </p:nvPicPr>
        <p:blipFill>
          <a:blip r:embed="rId6"/>
          <a:srcRect l="31807" r="31807"/>
          <a:stretch>
            <a:fillRect/>
          </a:stretch>
        </p:blipFill>
        <p:spPr>
          <a:xfrm>
            <a:off x="6877446" y="1005840"/>
            <a:ext cx="1872366" cy="3200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77446" y="4279392"/>
            <a:ext cx="187236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E6E6E"/>
                </a:solidFill>
                <a:latin typeface="Arial"/>
              </a:rPr>
              <a:t>P15 · Control de empalmes y solapes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Analítica avanzada en tiempo real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566928"/>
            <a:ext cx="72014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7509B"/>
                </a:solidFill>
                <a:latin typeface="Arial"/>
              </a:rPr>
              <a:t>Control estadístico del proceso en cada medida, visible para todos</a:t>
            </a:r>
          </a:p>
        </p:txBody>
      </p:sp>
      <p:pic>
        <p:nvPicPr>
          <p:cNvPr id="5" name="Picture 4" descr="da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1399470"/>
            <a:ext cx="5491073" cy="255029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5216" y="4434840"/>
            <a:ext cx="549107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E6E6E"/>
                </a:solidFill>
                <a:latin typeface="Arial"/>
              </a:rPr>
              <a:t>Panel PI Vision · MAC3 · P14: anchura y posición del borde frente al objetivo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1333" y="1051560"/>
            <a:ext cx="2385466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spcAft>
                <a:spcPts val="1000"/>
              </a:spcAft>
              <a:buClr>
                <a:srgbClr val="FCE500"/>
              </a:buClr>
              <a:buSzPct val="100000"/>
              <a:buFont typeface="Wingdings"/>
              <a:buChar char="§"/>
            </a:pPr>
            <a:r>
              <a:rPr sz="1100" b="1" i="0">
                <a:solidFill>
                  <a:srgbClr val="00205B"/>
                </a:solidFill>
                <a:latin typeface="Arial"/>
              </a:rPr>
              <a:t>Valor individual </a:t>
            </a:r>
            <a:r>
              <a:rPr sz="1100" b="0" i="0">
                <a:solidFill>
                  <a:srgbClr val="262626"/>
                </a:solidFill>
                <a:latin typeface="Arial"/>
              </a:rPr>
              <a:t>de cada neumático</a:t>
            </a:r>
          </a:p>
          <a:p>
            <a:pPr algn="l" marL="182880" indent="-182880">
              <a:spcAft>
                <a:spcPts val="1000"/>
              </a:spcAft>
              <a:buClr>
                <a:srgbClr val="FCE500"/>
              </a:buClr>
              <a:buSzPct val="100000"/>
              <a:buFont typeface="Wingdings"/>
              <a:buChar char="§"/>
            </a:pPr>
            <a:r>
              <a:rPr sz="1100" b="1" i="0">
                <a:solidFill>
                  <a:srgbClr val="00205B"/>
                </a:solidFill>
                <a:latin typeface="Arial"/>
              </a:rPr>
              <a:t>Mediana de los 20 últimos </a:t>
            </a:r>
            <a:r>
              <a:rPr sz="1100" b="0" i="0">
                <a:solidFill>
                  <a:srgbClr val="262626"/>
                </a:solidFill>
                <a:latin typeface="Arial"/>
              </a:rPr>
              <a:t>para ver la deriva a tiempo</a:t>
            </a:r>
          </a:p>
          <a:p>
            <a:pPr algn="l" marL="182880" indent="-182880">
              <a:spcAft>
                <a:spcPts val="1000"/>
              </a:spcAft>
              <a:buClr>
                <a:srgbClr val="FCE500"/>
              </a:buClr>
              <a:buSzPct val="100000"/>
              <a:buFont typeface="Wingdings"/>
              <a:buChar char="§"/>
            </a:pPr>
            <a:r>
              <a:rPr sz="1100" b="1" i="0">
                <a:solidFill>
                  <a:srgbClr val="00205B"/>
                </a:solidFill>
                <a:latin typeface="Arial"/>
              </a:rPr>
              <a:t>Límites superior e inferior </a:t>
            </a:r>
            <a:r>
              <a:rPr sz="1100" b="0" i="0">
                <a:solidFill>
                  <a:srgbClr val="262626"/>
                </a:solidFill>
                <a:latin typeface="Arial"/>
              </a:rPr>
              <a:t>siempre visibles</a:t>
            </a:r>
          </a:p>
          <a:p>
            <a:pPr algn="l" marL="182880" indent="-182880">
              <a:spcAft>
                <a:spcPts val="1000"/>
              </a:spcAft>
              <a:buClr>
                <a:srgbClr val="FCE500"/>
              </a:buClr>
              <a:buSzPct val="100000"/>
              <a:buFont typeface="Wingdings"/>
              <a:buChar char="§"/>
            </a:pPr>
            <a:r>
              <a:rPr sz="1100" b="1" i="0">
                <a:solidFill>
                  <a:srgbClr val="00205B"/>
                </a:solidFill>
                <a:latin typeface="Arial"/>
              </a:rPr>
              <a:t>Un único dato </a:t>
            </a:r>
            <a:r>
              <a:rPr sz="1100" b="0" i="0">
                <a:solidFill>
                  <a:srgbClr val="262626"/>
                </a:solidFill>
                <a:latin typeface="Arial"/>
              </a:rPr>
              <a:t>para operarios, calidad e ingeniería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Alertas inteligentes antes del defecto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566928"/>
            <a:ext cx="72014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7509B"/>
                </a:solidFill>
                <a:latin typeface="Arial"/>
              </a:rPr>
              <a:t>La persona adecuada lo sabe al instante, en pantalla y en el móvil</a:t>
            </a:r>
          </a:p>
        </p:txBody>
      </p:sp>
      <p:pic>
        <p:nvPicPr>
          <p:cNvPr id="5" name="Picture 4" descr="ale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1399470"/>
            <a:ext cx="5491073" cy="255029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5216" y="4434840"/>
            <a:ext cx="549107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E6E6E"/>
                </a:solidFill>
                <a:latin typeface="Arial"/>
              </a:rPr>
              <a:t>Mediana de los 20 últimos: entra en alerta y sale de alerta</a:t>
            </a:r>
          </a:p>
        </p:txBody>
      </p:sp>
      <p:pic>
        <p:nvPicPr>
          <p:cNvPr id="7" name="Picture 6" descr="alertmo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1333" y="964802"/>
            <a:ext cx="2385466" cy="177371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301333" y="2907791"/>
            <a:ext cx="270052" cy="274320"/>
          </a:xfrm>
          <a:prstGeom prst="rect">
            <a:avLst/>
          </a:prstGeom>
          <a:solidFill>
            <a:srgbClr val="FCE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1333" y="2907791"/>
            <a:ext cx="2700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0205B"/>
                </a:solidFill>
                <a:latin typeface="Michelin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88409" y="2880360"/>
            <a:ext cx="202539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0205B"/>
                </a:solidFill>
                <a:latin typeface="Arial"/>
              </a:rPr>
              <a:t>Entra en alerta</a:t>
            </a:r>
          </a:p>
          <a:p>
            <a:pPr algn="l"/>
            <a:r>
              <a:rPr sz="900" b="0" i="0">
                <a:solidFill>
                  <a:srgbClr val="262626"/>
                </a:solidFill>
                <a:latin typeface="Arial"/>
              </a:rPr>
              <a:t>La tendencia cruza el umbral.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1333" y="3438144"/>
            <a:ext cx="270052" cy="274320"/>
          </a:xfrm>
          <a:prstGeom prst="rect">
            <a:avLst/>
          </a:prstGeom>
          <a:solidFill>
            <a:srgbClr val="FCE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1333" y="3438144"/>
            <a:ext cx="2700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0205B"/>
                </a:solidFill>
                <a:latin typeface="Michelin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88409" y="3410712"/>
            <a:ext cx="202539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0205B"/>
                </a:solidFill>
                <a:latin typeface="Arial"/>
              </a:rPr>
              <a:t>Aviso inmediato</a:t>
            </a:r>
          </a:p>
          <a:p>
            <a:pPr algn="l"/>
            <a:r>
              <a:rPr sz="900" b="0" i="0">
                <a:solidFill>
                  <a:srgbClr val="262626"/>
                </a:solidFill>
                <a:latin typeface="Arial"/>
              </a:rPr>
              <a:t>Panel y móvil del responsable.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1333" y="3968496"/>
            <a:ext cx="270052" cy="274320"/>
          </a:xfrm>
          <a:prstGeom prst="rect">
            <a:avLst/>
          </a:prstGeom>
          <a:solidFill>
            <a:srgbClr val="FCE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1333" y="3968496"/>
            <a:ext cx="2700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0205B"/>
                </a:solidFill>
                <a:latin typeface="Michelin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88409" y="3941063"/>
            <a:ext cx="202539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0205B"/>
                </a:solidFill>
                <a:latin typeface="Arial"/>
              </a:rPr>
              <a:t>Sale de alerta</a:t>
            </a:r>
          </a:p>
          <a:p>
            <a:pPr algn="l"/>
            <a:r>
              <a:rPr sz="900" b="0" i="0">
                <a:solidFill>
                  <a:srgbClr val="262626"/>
                </a:solidFill>
                <a:latin typeface="Arial"/>
              </a:rPr>
              <a:t>Vuelve al objetivo; queda registrado.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Bucle cerrado: la línea se corrige sola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566928"/>
            <a:ext cx="72014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7509B"/>
                </a:solidFill>
                <a:latin typeface="Arial"/>
              </a:rPr>
              <a:t>Motor de reglas R4P: de la medida a la acción sin esperar a nadie</a:t>
            </a:r>
          </a:p>
        </p:txBody>
      </p:sp>
      <p:pic>
        <p:nvPicPr>
          <p:cNvPr id="5" name="Picture 4" descr="r4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988420"/>
            <a:ext cx="3960774" cy="177219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5216" y="2926080"/>
            <a:ext cx="126024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cap="all">
                <a:solidFill>
                  <a:srgbClr val="27509B"/>
                </a:solidFill>
                <a:latin typeface="Michelin"/>
              </a:rPr>
              <a:t>Medir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3182112"/>
            <a:ext cx="126024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262626"/>
                </a:solidFill>
                <a:latin typeface="Arial"/>
              </a:rPr>
              <a:t>El sensor mide el componente.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35480" y="2926080"/>
            <a:ext cx="126024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cap="all">
                <a:solidFill>
                  <a:srgbClr val="27509B"/>
                </a:solidFill>
                <a:latin typeface="Michelin"/>
              </a:rPr>
              <a:t>Decidir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5480" y="3182112"/>
            <a:ext cx="126024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262626"/>
                </a:solidFill>
                <a:latin typeface="Arial"/>
              </a:rPr>
              <a:t>R4P lo compara con el objetivo.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85744" y="2926080"/>
            <a:ext cx="126024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cap="all">
                <a:solidFill>
                  <a:srgbClr val="27509B"/>
                </a:solidFill>
                <a:latin typeface="Michelin"/>
              </a:rPr>
              <a:t>Actuar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85744" y="3182112"/>
            <a:ext cx="126024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262626"/>
                </a:solidFill>
                <a:latin typeface="Arial"/>
              </a:rPr>
              <a:t>Ajusta, bloquea o segrega.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" y="3794760"/>
            <a:ext cx="3960774" cy="731520"/>
          </a:xfrm>
          <a:prstGeom prst="rect">
            <a:avLst/>
          </a:prstGeom>
          <a:solidFill>
            <a:srgbClr val="002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0242" y="3794760"/>
            <a:ext cx="3690721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FCE500"/>
                </a:solidFill>
                <a:latin typeface="Arial"/>
              </a:rPr>
              <a:t>Ejemplo real · </a:t>
            </a:r>
            <a:r>
              <a:rPr sz="1000" b="0" i="0">
                <a:solidFill>
                  <a:srgbClr val="FFFFFF"/>
                </a:solidFill>
                <a:latin typeface="Arial"/>
              </a:rPr>
              <a:t>el borde baja al límite inferior, se activa la corrección ODM y la medida vuelve a su valor teórico sin intervención del operario.</a:t>
            </a:r>
          </a:p>
        </p:txBody>
      </p:sp>
      <p:pic>
        <p:nvPicPr>
          <p:cNvPr id="14" name="Picture 13" descr="re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1034" y="1679326"/>
            <a:ext cx="3915765" cy="189914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771034" y="4343400"/>
            <a:ext cx="391576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E6E6E"/>
                </a:solidFill>
                <a:latin typeface="Arial"/>
              </a:rPr>
              <a:t>Pantalla de regulación BJ: trusquín, corrección ODM y vuelta al objetivo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Prueba en línea: una soldadura defectuosa detectada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566928"/>
            <a:ext cx="72014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7509B"/>
                </a:solidFill>
                <a:latin typeface="Arial"/>
              </a:rPr>
              <a:t>El demostrador OLM levantó alertas de productos mal plaqués que habrían pasado desapercibidos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960120"/>
            <a:ext cx="3960774" cy="292608"/>
          </a:xfrm>
          <a:prstGeom prst="rect">
            <a:avLst/>
          </a:prstGeom>
          <a:solidFill>
            <a:srgbClr val="E300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3237" y="960120"/>
            <a:ext cx="374473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cap="all">
                <a:solidFill>
                  <a:srgbClr val="FFFFFF"/>
                </a:solidFill>
                <a:latin typeface="Michelin"/>
              </a:rPr>
              <a:t>NOK · Soldadura mal plaqué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216" y="1252728"/>
            <a:ext cx="3960774" cy="2926080"/>
          </a:xfrm>
          <a:prstGeom prst="rect">
            <a:avLst/>
          </a:prstGeom>
          <a:solidFill>
            <a:srgbClr val="0D0D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nok_ma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30" y="1491046"/>
            <a:ext cx="3816746" cy="1361306"/>
          </a:xfrm>
          <a:prstGeom prst="rect">
            <a:avLst/>
          </a:prstGeom>
        </p:spPr>
      </p:pic>
      <p:pic>
        <p:nvPicPr>
          <p:cNvPr id="9" name="Picture 8" descr="nok_sec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9289" y="3090672"/>
            <a:ext cx="1652627" cy="10058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5216" y="4251960"/>
            <a:ext cx="396077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El corte muestra un escalón en la unión: alerta.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26025" y="960120"/>
            <a:ext cx="3960774" cy="292608"/>
          </a:xfrm>
          <a:prstGeom prst="rect">
            <a:avLst/>
          </a:prstGeom>
          <a:solidFill>
            <a:srgbClr val="009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34046" y="960120"/>
            <a:ext cx="374473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cap="all">
                <a:solidFill>
                  <a:srgbClr val="FFFFFF"/>
                </a:solidFill>
                <a:latin typeface="Michelin"/>
              </a:rPr>
              <a:t>OK · Soldadura conforme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26025" y="1252728"/>
            <a:ext cx="3960774" cy="2926080"/>
          </a:xfrm>
          <a:prstGeom prst="rect">
            <a:avLst/>
          </a:prstGeom>
          <a:solidFill>
            <a:srgbClr val="0D0D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ok_map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2966" y="1325880"/>
            <a:ext cx="2826893" cy="1691640"/>
          </a:xfrm>
          <a:prstGeom prst="rect">
            <a:avLst/>
          </a:prstGeom>
        </p:spPr>
      </p:pic>
      <p:pic>
        <p:nvPicPr>
          <p:cNvPr id="15" name="Picture 14" descr="ok_sec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46810" y="3090672"/>
            <a:ext cx="2919204" cy="10058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726025" y="4251960"/>
            <a:ext cx="396077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Corte liso tras la corrección: producto liberado.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Misma plataforma, más líneas: BNS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566928"/>
            <a:ext cx="72014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7509B"/>
                </a:solidFill>
                <a:latin typeface="Arial"/>
              </a:rPr>
              <a:t>La misma plataforma digital mide ya las bandas NST1 y NST2 en la línea BNS</a:t>
            </a:r>
          </a:p>
        </p:txBody>
      </p:sp>
      <p:pic>
        <p:nvPicPr>
          <p:cNvPr id="5" name="Picture 4" descr="b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1646476"/>
            <a:ext cx="2340457" cy="1919126"/>
          </a:xfrm>
          <a:prstGeom prst="rect">
            <a:avLst/>
          </a:prstGeom>
        </p:spPr>
      </p:pic>
      <p:pic>
        <p:nvPicPr>
          <p:cNvPr id="6" name="Picture 5" descr="ns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5708" y="1200128"/>
            <a:ext cx="3960774" cy="2811822"/>
          </a:xfrm>
          <a:prstGeom prst="rect">
            <a:avLst/>
          </a:prstGeom>
        </p:spPr>
      </p:pic>
      <p:pic>
        <p:nvPicPr>
          <p:cNvPr id="7" name="Picture 6" descr="nst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6518" y="1763208"/>
            <a:ext cx="1440281" cy="168566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5216" y="4343400"/>
            <a:ext cx="810158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E6E6E"/>
                </a:solidFill>
                <a:latin typeface="Arial"/>
              </a:rPr>
              <a:t>Montaje del Gocator 2650 (láser clase 3R, a 1.244 mm &gt; NOHD 1.180 mm) · Escaneo 3D de la banda · Vista de control NST1 y NST2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Trazabilidad digital completa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566928"/>
            <a:ext cx="72014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7509B"/>
                </a:solidFill>
                <a:latin typeface="Arial"/>
              </a:rPr>
              <a:t>Toda la máquina de un vistazo; cada medida y cada alerta guardadas en PI System</a:t>
            </a:r>
          </a:p>
        </p:txBody>
      </p:sp>
      <p:pic>
        <p:nvPicPr>
          <p:cNvPr id="5" name="Picture 4" descr="overview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981082"/>
            <a:ext cx="4860950" cy="2655554"/>
          </a:xfrm>
          <a:prstGeom prst="rect">
            <a:avLst/>
          </a:prstGeom>
        </p:spPr>
      </p:pic>
      <p:pic>
        <p:nvPicPr>
          <p:cNvPr id="6" name="Picture 5" descr="lo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1210" y="1597507"/>
            <a:ext cx="3015589" cy="142270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5216" y="3794760"/>
            <a:ext cx="2565501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cap="all">
                <a:solidFill>
                  <a:srgbClr val="00205B"/>
                </a:solidFill>
                <a:latin typeface="Michelin"/>
              </a:rPr>
              <a:t>Toda la máquina en una pantalla</a:t>
            </a:r>
          </a:p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Cada puesto en verde cuando es conforme, con sus últimos valores.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53257" y="3794760"/>
            <a:ext cx="2565501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cap="all">
                <a:solidFill>
                  <a:srgbClr val="00205B"/>
                </a:solidFill>
                <a:latin typeface="Michelin"/>
              </a:rPr>
              <a:t>Histórico de alertas</a:t>
            </a:r>
          </a:p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Cuándo empezó, cuándo terminó y qué se hizo.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1298" y="3794760"/>
            <a:ext cx="2565501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cap="all">
                <a:solidFill>
                  <a:srgbClr val="00205B"/>
                </a:solidFill>
                <a:latin typeface="Michelin"/>
              </a:rPr>
              <a:t>Listo para auditorías</a:t>
            </a:r>
          </a:p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Datos objetivos para analizar cualquier incidencia con ustedes.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CE500"/>
                </a:solidFill>
              </a:rPr>
              <a:t>03</a:t>
            </a:r>
          </a:p>
          <a:p>
            <a:r>
              <a:t>Valor para Hyundai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8404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rial"/>
              </a:rPr>
              <a:t>Calidad constante, transparencia y un socio preparado para el futuro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Primacy 5 Energy para el nuevo Tucson 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566928"/>
            <a:ext cx="72014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7509B"/>
                </a:solidFill>
                <a:latin typeface="Arial"/>
              </a:rPr>
              <a:t>Desarrollado para su vehículo, fabricado dentro de este ecosistema digital</a:t>
            </a:r>
          </a:p>
        </p:txBody>
      </p:sp>
      <p:pic>
        <p:nvPicPr>
          <p:cNvPr id="5" name="Picture 4" descr="tucson.jpg"/>
          <p:cNvPicPr>
            <a:picLocks noChangeAspect="1"/>
          </p:cNvPicPr>
          <p:nvPr/>
        </p:nvPicPr>
        <p:blipFill>
          <a:blip r:embed="rId3"/>
          <a:srcRect l="13714" r="13714"/>
          <a:stretch>
            <a:fillRect/>
          </a:stretch>
        </p:blipFill>
        <p:spPr>
          <a:xfrm>
            <a:off x="585216" y="960120"/>
            <a:ext cx="4500879" cy="3566160"/>
          </a:xfrm>
          <a:prstGeom prst="rect">
            <a:avLst/>
          </a:prstGeom>
        </p:spPr>
      </p:pic>
      <p:pic>
        <p:nvPicPr>
          <p:cNvPr id="6" name="Picture 5" descr="ti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5708" y="2530957"/>
            <a:ext cx="2070404" cy="207040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356148" y="1005840"/>
            <a:ext cx="333065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cap="all">
                <a:solidFill>
                  <a:srgbClr val="6E6E6E"/>
                </a:solidFill>
                <a:latin typeface="Arial"/>
              </a:rPr>
              <a:t>Modelo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56148" y="1188720"/>
            <a:ext cx="3330651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205B"/>
                </a:solidFill>
                <a:latin typeface="Michelin"/>
              </a:rPr>
              <a:t>Michelin Primacy 5 Energy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56148" y="1554480"/>
            <a:ext cx="333065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cap="all">
                <a:solidFill>
                  <a:srgbClr val="6E6E6E"/>
                </a:solidFill>
                <a:latin typeface="Arial"/>
              </a:rPr>
              <a:t>Medida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56148" y="1737360"/>
            <a:ext cx="3330651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205B"/>
                </a:solidFill>
                <a:latin typeface="Michelin"/>
              </a:rPr>
              <a:t>235/45 R20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56148" y="2103120"/>
            <a:ext cx="333065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cap="all">
                <a:solidFill>
                  <a:srgbClr val="6E6E6E"/>
                </a:solidFill>
                <a:latin typeface="Arial"/>
              </a:rPr>
              <a:t>Vehículo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56148" y="2286000"/>
            <a:ext cx="3330651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205B"/>
                </a:solidFill>
                <a:latin typeface="Michelin"/>
              </a:rPr>
              <a:t>Hyundai Tucson 2027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56148" y="2651760"/>
            <a:ext cx="333065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cap="all">
                <a:solidFill>
                  <a:srgbClr val="6E6E6E"/>
                </a:solidFill>
                <a:latin typeface="Arial"/>
              </a:rPr>
              <a:t>Código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56148" y="2834640"/>
            <a:ext cx="3330651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205B"/>
                </a:solidFill>
                <a:latin typeface="Michelin"/>
              </a:rPr>
              <a:t>5759 · CAI 514126A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56148" y="3337560"/>
            <a:ext cx="3330651" cy="1188720"/>
          </a:xfrm>
          <a:prstGeom prst="rect">
            <a:avLst/>
          </a:prstGeom>
          <a:solidFill>
            <a:srgbClr val="002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91175" y="3337560"/>
            <a:ext cx="3060598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Cada unidad que reciben se mide y se controla para que sea idéntica al neumático que ustedes homologaron.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Qué gana Hyundai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566928"/>
            <a:ext cx="72014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7509B"/>
                </a:solidFill>
                <a:latin typeface="Arial"/>
              </a:rPr>
              <a:t>Calidad constante, menos incidencias y un socio preparado para lo que viene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005840"/>
            <a:ext cx="3960774" cy="160020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5251" y="1143000"/>
            <a:ext cx="63012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27509B"/>
                </a:solidFill>
                <a:latin typeface="Michelin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0383" y="1188720"/>
            <a:ext cx="29255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cap="all">
                <a:solidFill>
                  <a:srgbClr val="00205B"/>
                </a:solidFill>
                <a:latin typeface="Michelin"/>
              </a:rPr>
              <a:t>Calidad constante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0383" y="1600200"/>
            <a:ext cx="292557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Cada Primacy 5 Energy igual al homologado: misma geometría, mismo comportamiento en el Tucson.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726025" y="1005840"/>
            <a:ext cx="3960774" cy="160020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06060" y="1143000"/>
            <a:ext cx="63012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27509B"/>
                </a:solidFill>
                <a:latin typeface="Michelin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81192" y="1188720"/>
            <a:ext cx="29255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cap="all">
                <a:solidFill>
                  <a:srgbClr val="00205B"/>
                </a:solidFill>
                <a:latin typeface="Michelin"/>
              </a:rPr>
              <a:t>Menos incidencias en su planta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81192" y="1600200"/>
            <a:ext cx="292557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Los defectos se detienen en nuestra máquina, no en su línea de montaje ni en el cliente final.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216" y="2743200"/>
            <a:ext cx="3960774" cy="160020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5251" y="2880360"/>
            <a:ext cx="63012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27509B"/>
                </a:solidFill>
                <a:latin typeface="Michelin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40383" y="2926080"/>
            <a:ext cx="29255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cap="all">
                <a:solidFill>
                  <a:srgbClr val="00205B"/>
                </a:solidFill>
                <a:latin typeface="Michelin"/>
              </a:rPr>
              <a:t>Transparencia del dato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40383" y="3337560"/>
            <a:ext cx="292557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Medidas y alertas trazables, listas para revisar juntos y compartir como KPI de calidad.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26025" y="2743200"/>
            <a:ext cx="3960774" cy="160020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06060" y="2880360"/>
            <a:ext cx="63012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27509B"/>
                </a:solidFill>
                <a:latin typeface="Michelin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81192" y="2926080"/>
            <a:ext cx="29255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cap="all">
                <a:solidFill>
                  <a:srgbClr val="00205B"/>
                </a:solidFill>
                <a:latin typeface="Michelin"/>
              </a:rPr>
              <a:t>Preparados para el futuro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81192" y="3337560"/>
            <a:ext cx="292557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La misma cultura del dato en tiempo real que guía nuestra I+D conjunta en eléctricos y monitorización.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914400"/>
            <a:ext cx="6400800" cy="914400"/>
          </a:xfrm>
        </p:spPr>
        <p:txBody>
          <a:bodyPr/>
          <a:lstStyle/>
          <a:p>
            <a:r>
              <a:t>Véanlo en acción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2103120"/>
            <a:ext cx="384048" cy="384048"/>
          </a:xfrm>
          <a:prstGeom prst="rect">
            <a:avLst/>
          </a:prstGeom>
          <a:solidFill>
            <a:srgbClr val="FCE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0312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00205B"/>
                </a:solidFill>
                <a:latin typeface="Michelin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56692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Arial"/>
              </a:rPr>
              <a:t>Visita a planta: líneas MAC y BNS con OLM funcionando en directo.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724912"/>
            <a:ext cx="384048" cy="384048"/>
          </a:xfrm>
          <a:prstGeom prst="rect">
            <a:avLst/>
          </a:prstGeom>
          <a:solidFill>
            <a:srgbClr val="FCE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724912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00205B"/>
                </a:solidFill>
                <a:latin typeface="Michelin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24912"/>
            <a:ext cx="56692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Arial"/>
              </a:rPr>
              <a:t>Taller con su equipo de calidad para definir KPI digitales de calidad compartidos.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346704"/>
            <a:ext cx="384048" cy="384048"/>
          </a:xfrm>
          <a:prstGeom prst="rect">
            <a:avLst/>
          </a:prstGeom>
          <a:solidFill>
            <a:srgbClr val="FCE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346704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00205B"/>
                </a:solidFill>
                <a:latin typeface="Michelin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346704"/>
            <a:ext cx="56692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Arial"/>
              </a:rPr>
              <a:t>Seguimiento conjunto del Primacy 5 Energy durante el lanzamiento del Tucson 2027.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2_Thème Office">
  <a:themeElements>
    <a:clrScheme name="MICHELIN 201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205B"/>
      </a:accent1>
      <a:accent2>
        <a:srgbClr val="27509B"/>
      </a:accent2>
      <a:accent3>
        <a:srgbClr val="FCE500"/>
      </a:accent3>
      <a:accent4>
        <a:srgbClr val="FFFFFF"/>
      </a:accent4>
      <a:accent5>
        <a:srgbClr val="000000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1066b9f-1ae1-4daf-812e-a93b4cdbd378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7ADC7F99D42724899C9CB331C8C455E" ma:contentTypeVersion="8" ma:contentTypeDescription="Crear nuevo documento." ma:contentTypeScope="" ma:versionID="e2e3a7fee48f7dcfb2a6486720dab61e">
  <xsd:schema xmlns:xsd="http://www.w3.org/2001/XMLSchema" xmlns:xs="http://www.w3.org/2001/XMLSchema" xmlns:p="http://schemas.microsoft.com/office/2006/metadata/properties" xmlns:ns2="91066b9f-1ae1-4daf-812e-a93b4cdbd378" targetNamespace="http://schemas.microsoft.com/office/2006/metadata/properties" ma:root="true" ma:fieldsID="be9ed0b7e1fef527f924c0e414a0025b" ns2:_="">
    <xsd:import namespace="91066b9f-1ae1-4daf-812e-a93b4cdbd37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2:lcf76f155ced4ddcb4097134ff3c332f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066b9f-1ae1-4daf-812e-a93b4cdbd37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Etiquetas de imagen" ma:readOnly="false" ma:fieldId="{5cf76f15-5ced-4ddc-b409-7134ff3c332f}" ma:taxonomyMulti="true" ma:sspId="baec4aeb-d159-410d-8e29-7b8081bc29f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6844D33-97FA-4CA1-9F2B-EE692D7A49B5}">
  <ds:schemaRefs>
    <ds:schemaRef ds:uri="91066b9f-1ae1-4daf-812e-a93b4cdbd37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3094B55E-88C1-4C38-974C-5A1CAEEDB19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FCFC560-8A98-40BC-A366-A8873A2D12F7}">
  <ds:schemaRefs>
    <ds:schemaRef ds:uri="91066b9f-1ae1-4daf-812e-a93b4cdbd37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178</Words>
  <Application>Microsoft Office PowerPoint</Application>
  <PresentationFormat>Personalizado</PresentationFormat>
  <Paragraphs>70</Paragraphs>
  <Slides>29</Slides>
  <Notes>16</Notes>
  <HiddenSlides>2</HiddenSlides>
  <MMClips>0</MMClips>
  <ScaleCrop>false</ScaleCrop>
  <HeadingPairs>
    <vt:vector size="6" baseType="variant">
      <vt:variant>
        <vt:lpstr>Fuentes usadas</vt:lpstr>
      </vt:variant>
      <vt:variant>
        <vt:i4>11</vt:i4>
      </vt:variant>
      <vt:variant>
        <vt:lpstr>Tema</vt:lpstr>
      </vt:variant>
      <vt:variant>
        <vt:i4>3</vt:i4>
      </vt:variant>
      <vt:variant>
        <vt:lpstr>Títulos de diapositiva</vt:lpstr>
      </vt:variant>
      <vt:variant>
        <vt:i4>29</vt:i4>
      </vt:variant>
    </vt:vector>
  </HeadingPairs>
  <TitlesOfParts>
    <vt:vector size="43" baseType="lpstr">
      <vt:lpstr>Aptos</vt:lpstr>
      <vt:lpstr>Arial</vt:lpstr>
      <vt:lpstr>Arial Black</vt:lpstr>
      <vt:lpstr>Calibri</vt:lpstr>
      <vt:lpstr>Lucida Grande</vt:lpstr>
      <vt:lpstr>Michelin</vt:lpstr>
      <vt:lpstr>Michelin Black</vt:lpstr>
      <vt:lpstr>Michelin Light</vt:lpstr>
      <vt:lpstr>Michelin SemiBold</vt:lpstr>
      <vt:lpstr>Wingdings</vt:lpstr>
      <vt:lpstr>Wingdings 3</vt:lpstr>
      <vt:lpstr>2_Thème Office</vt:lpstr>
      <vt:lpstr>1_Thème Office</vt:lpstr>
      <vt:lpstr>3_Thème Office</vt:lpstr>
      <vt:lpstr>OLM MAC &amp; BNS Visite Reseau Unif + MTP</vt:lpstr>
      <vt:lpstr>OLM</vt:lpstr>
      <vt:lpstr>Gocator technical information</vt:lpstr>
      <vt:lpstr>Mac5 : architecture</vt:lpstr>
      <vt:lpstr>MAC  RFI &amp; GI</vt:lpstr>
      <vt:lpstr>MAC  BT</vt:lpstr>
      <vt:lpstr>P15 BJ</vt:lpstr>
      <vt:lpstr>Mac : measurments</vt:lpstr>
      <vt:lpstr>Ihm interface</vt:lpstr>
      <vt:lpstr>OLM screens</vt:lpstr>
      <vt:lpstr>Panel general OsiSoft: Detalle medidas</vt:lpstr>
      <vt:lpstr>Panel general OsiSoft: Detalle medidas</vt:lpstr>
      <vt:lpstr>Pi visión.</vt:lpstr>
      <vt:lpstr>Pi visión.</vt:lpstr>
      <vt:lpstr>Alert.</vt:lpstr>
      <vt:lpstr>MAC : explotation</vt:lpstr>
      <vt:lpstr>R4p – Moteur de règles</vt:lpstr>
      <vt:lpstr>r4p</vt:lpstr>
      <vt:lpstr>Explication</vt:lpstr>
      <vt:lpstr>bns</vt:lpstr>
      <vt:lpstr>Acquisitions nst</vt:lpstr>
      <vt:lpstr>Acquisitions nst</vt:lpstr>
      <vt:lpstr>Presentación de PowerPoint</vt:lpstr>
      <vt:lpstr>ihm</vt:lpstr>
      <vt:lpstr>Sold.</vt:lpstr>
      <vt:lpstr>BNS : explotation </vt:lpstr>
      <vt:lpstr>BNS : explotation </vt:lpstr>
      <vt:lpstr>BNS : explotation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Christelle Garot</dc:creator>
  <cp:lastModifiedBy>Asier Del Pozo Perez</cp:lastModifiedBy>
  <cp:revision>35</cp:revision>
  <dcterms:modified xsi:type="dcterms:W3CDTF">2026-10-20T20:32:06Z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0x010100F9DAA8DF8E9A9D49B91E4B58ACE65DF7</vt:lpwstr>
  </property>
  <property fmtid="{D5CDD505-2E9C-101B-9397-08002B2CF9AE}" pid="3" name="MSIP_Label_09e9a456-2778-4ca9-be06-1190b1e1118a_Enabled">
    <vt:lpwstr>true</vt:lpwstr>
  </property>
  <property fmtid="{D5CDD505-2E9C-101B-9397-08002B2CF9AE}" pid="4" name="MSIP_Label_09e9a456-2778-4ca9-be06-1190b1e1118a_SetDate">
    <vt:lpwstr>2021-10-14T09:36:28Z</vt:lpwstr>
  </property>
  <property fmtid="{D5CDD505-2E9C-101B-9397-08002B2CF9AE}" pid="5" name="MSIP_Label_09e9a456-2778-4ca9-be06-1190b1e1118a_Method">
    <vt:lpwstr>Standard</vt:lpwstr>
  </property>
  <property fmtid="{D5CDD505-2E9C-101B-9397-08002B2CF9AE}" pid="6" name="MSIP_Label_09e9a456-2778-4ca9-be06-1190b1e1118a_Name">
    <vt:lpwstr>D3</vt:lpwstr>
  </property>
  <property fmtid="{D5CDD505-2E9C-101B-9397-08002B2CF9AE}" pid="7" name="MSIP_Label_09e9a456-2778-4ca9-be06-1190b1e1118a_SiteId">
    <vt:lpwstr>658ba197-6c73-4fea-91bd-1c7d8de6bf2c</vt:lpwstr>
  </property>
  <property fmtid="{D5CDD505-2E9C-101B-9397-08002B2CF9AE}" pid="8" name="MSIP_Label_09e9a456-2778-4ca9-be06-1190b1e1118a_ActionId">
    <vt:lpwstr>91fc227d-695e-433b-a37f-b199f7393e55</vt:lpwstr>
  </property>
  <property fmtid="{D5CDD505-2E9C-101B-9397-08002B2CF9AE}" pid="9" name="MSIP_Label_09e9a456-2778-4ca9-be06-1190b1e1118a_ContentBits">
    <vt:lpwstr>0</vt:lpwstr>
  </property>
</Properties>
</file>