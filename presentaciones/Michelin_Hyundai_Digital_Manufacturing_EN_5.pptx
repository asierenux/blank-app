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4" r:id="rId4"/>
    <p:sldMasterId id="2147483696" r:id="rId5"/>
    <p:sldMasterId id="2147483707" r:id="rId6"/>
  </p:sldMasterIdLst>
  <p:notesMasterIdLst>
    <p:notesMasterId r:id="rId32"/>
  </p:notesMasterIdLst>
  <p:handoutMasterIdLst>
    <p:handoutMasterId r:id="rId33"/>
  </p:handoutMasterIdLst>
  <p:sldIdLst>
    <p:sldId id="256" r:id="rId7"/>
    <p:sldId id="281" r:id="rId40"/>
    <p:sldId id="257" r:id="rId8"/>
    <p:sldId id="258" r:id="rId9"/>
    <p:sldId id="259" r:id="rId10"/>
    <p:sldId id="260" r:id="rId11"/>
    <p:sldId id="261" r:id="rId12"/>
    <p:sldId id="263" r:id="rId13"/>
    <p:sldId id="262" r:id="rId14"/>
    <p:sldId id="267" r:id="rId15"/>
    <p:sldId id="264" r:id="rId16"/>
    <p:sldId id="265" r:id="rId17"/>
    <p:sldId id="266" r:id="rId18"/>
    <p:sldId id="268" r:id="rId19"/>
    <p:sldId id="269" r:id="rId20"/>
    <p:sldId id="270" r:id="rId21"/>
    <p:sldId id="271" r:id="rId22"/>
    <p:sldId id="272" r:id="rId23"/>
    <p:sldId id="273" r:id="rId24"/>
    <p:sldId id="274" r:id="rId25"/>
    <p:sldId id="275" r:id="rId26"/>
    <p:sldId id="282" r:id="rId41"/>
    <p:sldId id="276" r:id="rId27"/>
    <p:sldId id="277" r:id="rId28"/>
    <p:sldId id="278" r:id="rId29"/>
    <p:sldId id="279" r:id="rId30"/>
    <p:sldId id="280" r:id="rId31"/>
  </p:sldIdLst>
  <p:sldSz cx="9144000" cy="5145088"/>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0F43E76A-4FDE-4D0C-8C0F-FC2B21F07745}">
          <p14:sldIdLst>
            <p14:sldId id="256"/>
            <p14:sldId id="257"/>
            <p14:sldId id="258"/>
            <p14:sldId id="259"/>
            <p14:sldId id="260"/>
            <p14:sldId id="261"/>
            <p14:sldId id="263"/>
            <p14:sldId id="262"/>
            <p14:sldId id="267"/>
            <p14:sldId id="264"/>
            <p14:sldId id="265"/>
            <p14:sldId id="266"/>
            <p14:sldId id="268"/>
            <p14:sldId id="269"/>
            <p14:sldId id="270"/>
            <p14:sldId id="271"/>
            <p14:sldId id="272"/>
            <p14:sldId id="273"/>
            <p14:sldId id="274"/>
            <p14:sldId id="275"/>
            <p14:sldId id="276"/>
            <p14:sldId id="277"/>
            <p14:sldId id="278"/>
            <p14:sldId id="279"/>
            <p14:sldId id="280"/>
          </p14:sldIdLst>
        </p14:section>
        <p14:section name="Brouillons" id="{5CDCE1B3-97A7-4AD6-A073-C51C88B5F8D8}">
          <p14:sldIdLst/>
        </p14:section>
      </p14:sectionLst>
    </p:ext>
    <p:ext uri="{EFAFB233-063F-42B5-8137-9DF3F51BA10A}">
      <p15:sldGuideLst xmlns:p15="http://schemas.microsoft.com/office/powerpoint/2012/main">
        <p15:guide id="1" orient="horz" pos="162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erre Dubosclard" initials="PD" lastIdx="2" clrIdx="0">
    <p:extLst>
      <p:ext uri="{19B8F6BF-5375-455C-9EA6-DF929625EA0E}">
        <p15:presenceInfo xmlns:p15="http://schemas.microsoft.com/office/powerpoint/2012/main" userId="S::pierre.dubosclard@michelin.com::f119f74d-b155-4fd7-a55e-7076dc47751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A0EE"/>
    <a:srgbClr val="70AD47"/>
    <a:srgbClr val="FF0000"/>
    <a:srgbClr val="FFFF00"/>
    <a:srgbClr val="27509B"/>
    <a:srgbClr val="92D050"/>
    <a:srgbClr val="660000"/>
    <a:srgbClr val="C6D9F1"/>
    <a:srgbClr val="2351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83BFEA-6D7C-4E90-B1FD-E1817A3C93CE}" v="13" dt="2026-05-18T14:01:56.905"/>
    <p1510:client id="{DBFB60F5-E03A-47D8-BC9F-E58386004629}" v="46" dt="2026-05-19T08:46:14.13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Style foncé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1"/>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notesMaster" Target="notesMasters/notesMaster1.xml"/><Relationship Id="rId33" Type="http://schemas.openxmlformats.org/officeDocument/2006/relationships/handoutMaster" Target="handoutMasters/handoutMaster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microsoft.com/office/2015/10/relationships/revisionInfo" Target="revisionInfo.xml"/><Relationship Id="rId40" Type="http://schemas.openxmlformats.org/officeDocument/2006/relationships/slide" Target="slides/slide2.xml"/><Relationship Id="rId41" Type="http://schemas.openxmlformats.org/officeDocument/2006/relationships/slide" Target="slides/slide2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82C4E4DA-D5EF-DF0F-E8DB-213158743FF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3C81B4E8-F426-93A5-B290-7E86EEBA86F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4441573-705E-42D7-A873-C1B9581C6AE6}" type="datetimeFigureOut">
              <a:rPr lang="es-ES" smtClean="0"/>
              <a:t>21/10/2026</a:t>
            </a:fld>
            <a:endParaRPr lang="es-ES"/>
          </a:p>
        </p:txBody>
      </p:sp>
      <p:sp>
        <p:nvSpPr>
          <p:cNvPr id="4" name="Marcador de pie de página 3">
            <a:extLst>
              <a:ext uri="{FF2B5EF4-FFF2-40B4-BE49-F238E27FC236}">
                <a16:creationId xmlns:a16="http://schemas.microsoft.com/office/drawing/2014/main" id="{3D34F614-8A3B-7993-ED12-3779ECB4527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15F21FAE-512B-3C72-9C34-0EB393F6230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974EC-1219-436B-A280-E4977D813A25}" type="slidenum">
              <a:rPr lang="es-ES" smtClean="0"/>
              <a:t>‹Nº›</a:t>
            </a:fld>
            <a:endParaRPr lang="es-ES"/>
          </a:p>
        </p:txBody>
      </p:sp>
    </p:spTree>
    <p:extLst>
      <p:ext uri="{BB962C8B-B14F-4D97-AF65-F5344CB8AC3E}">
        <p14:creationId xmlns:p14="http://schemas.microsoft.com/office/powerpoint/2010/main" val="58575732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4E5AE22-ADFC-4555-9759-8728DB685593}" type="datetimeFigureOut">
              <a:rPr lang="fr-FR" smtClean="0"/>
              <a:t>21/10/2026</a:t>
            </a:fld>
            <a:endParaRPr lang="fr-FR"/>
          </a:p>
        </p:txBody>
      </p:sp>
      <p:sp>
        <p:nvSpPr>
          <p:cNvPr id="4" name="Espace réservé de l'image des diapositives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ACF86CB-D3AD-40BD-8754-0A6DBAFC51E5}" type="slidenum">
              <a:rPr lang="fr-FR" smtClean="0"/>
              <a:t>‹Nº›</a:t>
            </a:fld>
            <a:endParaRPr lang="fr-FR"/>
          </a:p>
        </p:txBody>
      </p:sp>
    </p:spTree>
    <p:extLst>
      <p:ext uri="{BB962C8B-B14F-4D97-AF65-F5344CB8AC3E}">
        <p14:creationId xmlns:p14="http://schemas.microsoft.com/office/powerpoint/2010/main" val="93359234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calmly and with pride. The title sums up the promise: quality is not inspected at the end, it is decided at every second of production.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Curiosity hook: ask the question and wait two seconds. A question opens the listener's mind far more than a statement. Then: 'Today it does. Let us show you how.'</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Contrast principle: first the traditional model, which the customer knows well; then ours. No criticism of anyone: the contrast speaks for itself and anchors the perceived value.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Mental map of the whole presentation. The brain remembers a simple, circular structure better: See, Understand, Decide, Anticipate. At the centre, IQF: the whole system works to protect our quality indicator. Tools for each step: Gocator laser profilers (see), PI System and PI Vision (understand), R4P (decide), Dataiku and AI (anticipate).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step of the cycle: See. Keeping the four-verb structure throughout helps the customer follow and remember the message.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Gocator 3D laser profilers (LMI): up to 5,000 profiles per second and micron-level repeatability depending on the model. On the MAC: 8 stations, 16 sensors, 1 PLC and 4 PCs. Explain the colour map: each colour is a height; an abnormal relief stands out immediately.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an NST splice is measured on the BNS line: the profiler generates a 3D map of the splice (1), a measurement section is drawn across the splice (2) and the resulting profile (3) quantifies it. On the BNS62 screen these measurements are monitored continuously: overlap, height, offset and splice quality.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 MAC4 screen (March 2026). Each column is a machine station (GI, RFI, NC1, BT, TT, PS, BJ, PT, FE...), with its edge position (trusquín), width, diameter and splice measurements. The colour code distinguishes watch and control limits, and the '100 % measured' indicator confirms every tire is measured.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 BNS62 screen (March 2026). At the top, the alert rule and colour code (1). Each block is a station with centring, width and splice (2). From the screen itself you can access IQF, images and alert history (3). On the KM, splice height, quality and offset are monitored (4).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Second step: Understand. Data alone is useless; what matters is reading it in time and making sure the right person knows.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numbers on the real screen. Full transparency: this is the screen our teams use. The median of the last 20 measurements filters noise and shows the trend; tolerances and the theoretical value are always visible.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Tell the chart as a story: the trend rises and crosses the tolerance (1): the alert fires and reaches the owner's phone. Action is taken and the trend comes back (2). Alert rule: median of the last 20 measurements out of tolerance on MAC; of the last 10 on BNS. Alerts go to the right team: process (CARE) or maintenance (TECH).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Traceability: in PI Vision you select a station and retrieve the image of every product with its date and time; the alert history logs station, type, start, end and duration. This archive of images and data is also the foundation on which we will train AI.</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Climax of the presentation. From here the message changes: we don't just see and understand; the system decides and acts on its own.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Metaphor: R4P is like having our best process technician watching every tire, on every shift, without getting tired. Its rules capture expert knowledge and apply it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clear options, from gentlest to firmest. Alert and adjust run today, block is in testing; automatic segregation is the next phase according to the R4P design itself. Being transparent strengthens credibility.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Tell the case in four steps on the real screen (MAC6, P17, January 2026). 1: the edge position (trusquín) reaches the lower limit. 2: R4P activates the ODM correction. 3: the measurement returns to the theoretical value. 4: when the correction is deactivated, the measurement drifts again. That contrast is the best proof that the correction works.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slide to sell R4P. Illustrative diagram (not real data): each circle is a tire leaving the machine. Without R4P, from the moment drift starts until someone sees the alert, reaches the machine and adjusts it, tires keep being built off target. With R4P, the rule acts as soon as the measurement deviates and production is back on target immediately. Every minute R4P saves means tires that never leave their theoretical value. And the rules are the same on every shift, with every decision logged in PI.</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Fourth step, the future: looking ahead builds enthusiasm and trust (future pacing). The customer also buys into where we are heading.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Dataiku is an advanced analytics and data science platform. It lets us combine PI System measurement data, images and quality results (IQF) in a single flow, and look for the patterns that repeat before a quality issue or a drift. Most valuable: it is used by our own process and quality technicians and engineers, not only data specialists. What we find becomes new rules, alerts and process improvements.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message: AI does not replace measurement. Measurements are always made with the laser profilers and their dimensions and tolerances (width, edge position, centring, splice). AI works on those same images to detect product characteristics that cannot be expressed as a dimension: surface roughness and texture, possible foreign matter, poorly dispersed rubber and other product aspects. It is trained on images of good product and flags anything out of the ordinary. The foundation already exists: thousands of real images archived in PI. Status: under study.</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technical part with the full cycle, the same as at the start (repetition = recall). Every turn adds knowledge: what we discover with Dataiku and AI becomes new R4P rules and a better IQF. It is a living system that learns.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about people, without overstating: the system replaces no one, it gives each role what it needs to act. Operator: real-time status of their station. Process (CARE) and maintenance (TECH) technicians: alerts on screen and on mobile. Engineering and quality: technical analysis screens to study trends and improve the rules and IQF.</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Memorable close: repeat the four verbs. Leave a silence at the end. This is the sentence we want them to remember.</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Personalised for Hyundai: connect with their product from the very start. Same message as the Tucson 2027 leaflet (Primacy 5 Energy 235/45 R20, code 5759, CAI 514126A). The sentence at the bottom bridges to the rest: everything they will see applies to the tires on their Tucson.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Flow screen from a Dataiku project dedicated to quality characteristic CQ 38.1 (green zone). Read it from left to right. 1) Sources: the PI plugin (red icons) reads each machine station's measurements directly from PI System (for example FE, PT and BJ). 2) Preparation recipes (yellow brush icons): clean and organise the data automatically, always the same way. 3) Time-series and join recipes: align the measurements of the different stations in time and combine them. 4) The serial number: links all measurements to the identity of each tire. 5) 'Cocción Prensa C11' zone: curing press data is added, so each tire has its complete history, from building to curing. The result is a table ready to search for patterns (which conditions appear before a drift or a quality issue) and to cross with IQF. The whole flow re-runs automatically when new data arrives (Build), with no manual work. The project has 154 items.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9.png"/><Relationship Id="rId4"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12.png"/><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image" Target="../media/image1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image" Target="../media/image1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image" Target="../media/image1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image" Target="../media/image1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eg"/><Relationship Id="rId3" Type="http://schemas.openxmlformats.org/officeDocument/2006/relationships/image" Target="../media/image25.png"/><Relationship Id="rId4" Type="http://schemas.openxmlformats.org/officeDocument/2006/relationships/image" Target="../media/image2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3.jpeg"/><Relationship Id="rId4" Type="http://schemas.openxmlformats.org/officeDocument/2006/relationships/image" Target="../media/image4.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jpeg"/><Relationship Id="rId3" Type="http://schemas.openxmlformats.org/officeDocument/2006/relationships/image" Target="../media/image2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jpeg"/><Relationship Id="rId3" Type="http://schemas.openxmlformats.org/officeDocument/2006/relationships/image" Target="../media/image2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jpeg"/><Relationship Id="rId3" Type="http://schemas.openxmlformats.org/officeDocument/2006/relationships/image" Target="../media/image2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2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 Id="rId3" Type="http://schemas.openxmlformats.org/officeDocument/2006/relationships/image" Target="../media/image2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jpeg"/><Relationship Id="rId3" Type="http://schemas.openxmlformats.org/officeDocument/2006/relationships/image" Target="../media/image2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eg"/><Relationship Id="rId3" Type="http://schemas.openxmlformats.org/officeDocument/2006/relationships/image" Target="../media/image2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jpeg"/><Relationship Id="rId3" Type="http://schemas.openxmlformats.org/officeDocument/2006/relationships/image" Target="../media/image2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jpeg"/><Relationship Id="rId3" Type="http://schemas.openxmlformats.org/officeDocument/2006/relationships/image" Target="../media/image2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3.png"/><Relationship Id="rId3" Type="http://schemas.openxmlformats.org/officeDocument/2006/relationships/image" Target="../media/image2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14" name="Rectangle 13"/>
          <p:cNvSpPr/>
          <p:nvPr userDrawn="1"/>
        </p:nvSpPr>
        <p:spPr>
          <a:xfrm>
            <a:off x="0" y="0"/>
            <a:ext cx="457200" cy="5143500"/>
          </a:xfrm>
          <a:prstGeom prst="rect">
            <a:avLst/>
          </a:prstGeom>
          <a:solidFill>
            <a:srgbClr val="27509B"/>
          </a:solidFill>
          <a:ln w="6350" cap="flat" cmpd="sng" algn="ctr">
            <a:no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5"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57200" y="3796680"/>
            <a:ext cx="3148881" cy="118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584" y="326589"/>
            <a:ext cx="1905368" cy="911771"/>
          </a:xfrm>
          <a:prstGeom prst="rect">
            <a:avLst/>
          </a:prstGeom>
        </p:spPr>
      </p:pic>
      <p:sp>
        <p:nvSpPr>
          <p:cNvPr id="17" name="Titre 1"/>
          <p:cNvSpPr>
            <a:spLocks noGrp="1"/>
          </p:cNvSpPr>
          <p:nvPr>
            <p:ph type="title" hasCustomPrompt="1"/>
          </p:nvPr>
        </p:nvSpPr>
        <p:spPr>
          <a:xfrm>
            <a:off x="584200" y="1846807"/>
            <a:ext cx="8229600" cy="857250"/>
          </a:xfrm>
          <a:prstGeom prst="rect">
            <a:avLst/>
          </a:prstGeom>
        </p:spPr>
        <p:txBody>
          <a:bodyPr anchor="ctr"/>
          <a:lstStyle>
            <a:lvl1pPr algn="ctr">
              <a:defRPr lang="fr-FR" sz="2400" b="1" i="0" kern="1200" cap="all" baseline="0" smtClean="0">
                <a:solidFill>
                  <a:srgbClr val="27509B"/>
                </a:solidFill>
                <a:latin typeface="Michelin" pitchFamily="50" charset="0"/>
                <a:ea typeface="+mj-ea"/>
                <a:cs typeface="Arial" panose="020B0604020202020204" pitchFamily="34" charset="0"/>
              </a:defRPr>
            </a:lvl1pPr>
          </a:lstStyle>
          <a:p>
            <a:r>
              <a:rPr lang="fr-FR"/>
              <a:t>Titre</a:t>
            </a:r>
          </a:p>
        </p:txBody>
      </p:sp>
      <p:sp>
        <p:nvSpPr>
          <p:cNvPr id="18" name="Sous-titre 2"/>
          <p:cNvSpPr>
            <a:spLocks noGrp="1"/>
          </p:cNvSpPr>
          <p:nvPr>
            <p:ph type="subTitle" idx="1" hasCustomPrompt="1"/>
          </p:nvPr>
        </p:nvSpPr>
        <p:spPr>
          <a:xfrm>
            <a:off x="5385917" y="2708903"/>
            <a:ext cx="3427884" cy="345796"/>
          </a:xfrm>
          <a:prstGeom prst="rect">
            <a:avLst/>
          </a:prstGeom>
        </p:spPr>
        <p:txBody>
          <a:bodyPr/>
          <a:lstStyle>
            <a:lvl1pPr marL="0" indent="0" algn="ctr">
              <a:buNone/>
              <a:defRPr lang="fr-FR" sz="1800" kern="1200" cap="none" baseline="0" smtClean="0">
                <a:solidFill>
                  <a:srgbClr val="27509B"/>
                </a:solidFill>
                <a:latin typeface="+mj-lt"/>
                <a:ea typeface="+mn-ea"/>
                <a:cs typeface="Aria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r-FR"/>
              <a:t>Sous titre</a:t>
            </a:r>
          </a:p>
        </p:txBody>
      </p:sp>
    </p:spTree>
    <p:extLst>
      <p:ext uri="{BB962C8B-B14F-4D97-AF65-F5344CB8AC3E}">
        <p14:creationId xmlns:p14="http://schemas.microsoft.com/office/powerpoint/2010/main" val="2737112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30BAD991-AE32-44B0-94BC-7C4D2163A3A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25F2C39A-F2AE-4E4D-8C04-1EC2E580CBE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3208471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Image 10">
            <a:extLst>
              <a:ext uri="{FF2B5EF4-FFF2-40B4-BE49-F238E27FC236}">
                <a16:creationId xmlns:a16="http://schemas.microsoft.com/office/drawing/2014/main" id="{36891FA0-8558-4D8B-B90D-6FA71DC5D80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653539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4146602"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Espace réservé pour une image  2"/>
          <p:cNvSpPr>
            <a:spLocks noGrp="1"/>
          </p:cNvSpPr>
          <p:nvPr>
            <p:ph type="pic" sz="quarter" idx="11"/>
          </p:nvPr>
        </p:nvSpPr>
        <p:spPr>
          <a:xfrm>
            <a:off x="4762500" y="661948"/>
            <a:ext cx="3903663" cy="2041496"/>
          </a:xfrm>
          <a:prstGeom prst="rect">
            <a:avLst/>
          </a:prstGeom>
        </p:spPr>
        <p:txBody>
          <a:bodyPr/>
          <a:lstStyle>
            <a:lvl1pPr marL="0" indent="0">
              <a:buNone/>
              <a:defRPr sz="1600">
                <a:latin typeface="Arial" panose="020B0604020202020204" pitchFamily="34" charset="0"/>
                <a:cs typeface="Arial" panose="020B0604020202020204" pitchFamily="34" charset="0"/>
              </a:defRPr>
            </a:lvl1pPr>
          </a:lstStyle>
          <a:p>
            <a:endParaRPr lang="fr-FR"/>
          </a:p>
        </p:txBody>
      </p:sp>
      <p:sp>
        <p:nvSpPr>
          <p:cNvPr id="11" name="Espace réservé pour une image  2"/>
          <p:cNvSpPr>
            <a:spLocks noGrp="1"/>
          </p:cNvSpPr>
          <p:nvPr>
            <p:ph type="pic" sz="quarter" idx="12"/>
          </p:nvPr>
        </p:nvSpPr>
        <p:spPr>
          <a:xfrm>
            <a:off x="4763826" y="2767054"/>
            <a:ext cx="3903663" cy="2052763"/>
          </a:xfrm>
          <a:prstGeom prst="rect">
            <a:avLst/>
          </a:prstGeom>
        </p:spPr>
        <p:txBody>
          <a:bodyPr/>
          <a:lstStyle>
            <a:lvl1pPr marL="0" indent="0">
              <a:buNone/>
              <a:defRPr sz="1600">
                <a:latin typeface="Arial" panose="020B0604020202020204" pitchFamily="34" charset="0"/>
                <a:cs typeface="Arial" panose="020B0604020202020204" pitchFamily="34" charset="0"/>
              </a:defRPr>
            </a:lvl1pPr>
          </a:lstStyle>
          <a:p>
            <a:endParaRPr lang="fr-FR"/>
          </a:p>
        </p:txBody>
      </p:sp>
      <p:pic>
        <p:nvPicPr>
          <p:cNvPr id="12" name="Image 11">
            <a:extLst>
              <a:ext uri="{FF2B5EF4-FFF2-40B4-BE49-F238E27FC236}">
                <a16:creationId xmlns:a16="http://schemas.microsoft.com/office/drawing/2014/main" id="{E97869F9-F421-4F81-A85B-6F1CA44A745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3749440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F5DE6D41-9065-4856-9F5A-F649BD41BE5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3043585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chemeClr val="bg2">
              <a:lumMod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2FEAE6E7-840D-4467-8A1D-6B3208F2586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885184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9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11B19846-93BA-468B-9EC8-D57BE2FC13C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3493308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chemeClr val="accent5">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80261407-3D4C-4C90-9F7B-0B8A003AFD1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956559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chemeClr val="accent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32CD6791-8A35-4A86-B1B9-C9B061402DB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956559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9_Titre et contenu sans logo sans sous titrre">
    <p:bg>
      <p:bgPr>
        <a:solidFill>
          <a:srgbClr val="FFFFFF"/>
        </a:solidFill>
        <a:effectLst/>
      </p:bgPr>
    </p:bg>
    <p:spTree>
      <p:nvGrpSpPr>
        <p:cNvPr id="1" name=""/>
        <p:cNvGrpSpPr/>
        <p:nvPr/>
      </p:nvGrpSpPr>
      <p:grpSpPr>
        <a:xfrm>
          <a:off x="0" y="0"/>
          <a:ext cx="0" cy="0"/>
          <a:chOff x="0" y="0"/>
          <a:chExt cx="0" cy="0"/>
        </a:xfrm>
      </p:grpSpPr>
      <p:sp>
        <p:nvSpPr>
          <p:cNvPr id="11" name="Titre 1"/>
          <p:cNvSpPr>
            <a:spLocks noGrp="1"/>
          </p:cNvSpPr>
          <p:nvPr>
            <p:ph type="title" hasCustomPrompt="1"/>
          </p:nvPr>
        </p:nvSpPr>
        <p:spPr>
          <a:xfrm>
            <a:off x="828000" y="72022"/>
            <a:ext cx="8108039" cy="568555"/>
          </a:xfrm>
        </p:spPr>
        <p:txBody>
          <a:bodyPr>
            <a:noAutofit/>
          </a:bodyPr>
          <a:lstStyle>
            <a:lvl1pPr algn="l">
              <a:defRPr sz="2400" i="1" baseline="0">
                <a:solidFill>
                  <a:schemeClr val="tx2"/>
                </a:solidFill>
                <a:latin typeface="Arial Black" panose="020B0A04020102090204" pitchFamily="34" charset="0"/>
              </a:defRPr>
            </a:lvl1pPr>
          </a:lstStyle>
          <a:p>
            <a:r>
              <a:rPr lang="fr-FR"/>
              <a:t>TITRE DE LA PAGE</a:t>
            </a:r>
          </a:p>
        </p:txBody>
      </p:sp>
      <p:sp>
        <p:nvSpPr>
          <p:cNvPr id="12" name="Espace réservé du contenu 2"/>
          <p:cNvSpPr>
            <a:spLocks noGrp="1"/>
          </p:cNvSpPr>
          <p:nvPr>
            <p:ph idx="1" hasCustomPrompt="1"/>
          </p:nvPr>
        </p:nvSpPr>
        <p:spPr>
          <a:xfrm>
            <a:off x="380076" y="947209"/>
            <a:ext cx="8507845" cy="3735587"/>
          </a:xfrm>
        </p:spPr>
        <p:txBody>
          <a:bodyPr>
            <a:normAutofit/>
          </a:bodyPr>
          <a:lstStyle>
            <a:lvl1pPr marL="252413" indent="-252413">
              <a:buClr>
                <a:schemeClr val="bg2"/>
              </a:buClr>
              <a:buFontTx/>
              <a:buBlip>
                <a:blip r:embed="rId2"/>
              </a:buBlip>
              <a:defRPr sz="1800" b="1">
                <a:solidFill>
                  <a:schemeClr val="accent1"/>
                </a:solidFill>
                <a:latin typeface="Arial" panose="020B0604020202020204" pitchFamily="34" charset="0"/>
                <a:cs typeface="Arial" panose="020B0604020202020204" pitchFamily="34" charset="0"/>
              </a:defRPr>
            </a:lvl1pPr>
            <a:lvl2pPr marL="625475" indent="-266700">
              <a:buClr>
                <a:schemeClr val="tx2"/>
              </a:buClr>
              <a:buSzPct val="80000"/>
              <a:buFont typeface="Wingdings 3" panose="05040102010807070707" pitchFamily="18" charset="2"/>
              <a:buChar char=""/>
              <a:defRPr sz="1800">
                <a:solidFill>
                  <a:schemeClr val="accent2"/>
                </a:solidFill>
                <a:latin typeface="Arial" panose="020B0604020202020204" pitchFamily="34" charset="0"/>
                <a:cs typeface="Arial" panose="020B0604020202020204" pitchFamily="34" charset="0"/>
              </a:defRPr>
            </a:lvl2pPr>
            <a:lvl3pPr marL="898525" indent="-273050">
              <a:buClr>
                <a:schemeClr val="tx2"/>
              </a:buClr>
              <a:buFont typeface="Arial" panose="020B0604020202020204" pitchFamily="34" charset="0"/>
              <a:buChar char="•"/>
              <a:defRPr sz="1600" i="1">
                <a:solidFill>
                  <a:schemeClr val="accent2"/>
                </a:solidFill>
                <a:latin typeface="Arial" panose="020B0604020202020204" pitchFamily="34" charset="0"/>
                <a:cs typeface="Arial" panose="020B0604020202020204" pitchFamily="34" charset="0"/>
              </a:defRPr>
            </a:lvl3pPr>
            <a:lvl4pPr>
              <a:defRPr>
                <a:latin typeface="Michelin" pitchFamily="50" charset="0"/>
              </a:defRPr>
            </a:lvl4pPr>
            <a:lvl5pPr>
              <a:defRPr>
                <a:latin typeface="Michelin" pitchFamily="50" charset="0"/>
              </a:defRPr>
            </a:lvl5pPr>
          </a:lstStyle>
          <a:p>
            <a:pPr lvl="0"/>
            <a:r>
              <a:rPr lang="en-US" noProof="0"/>
              <a:t>Cliquer pour modifier les styles du </a:t>
            </a:r>
            <a:r>
              <a:rPr lang="en-US" noProof="0" err="1"/>
              <a:t>texte</a:t>
            </a:r>
            <a:r>
              <a:rPr lang="en-US" noProof="0"/>
              <a:t> du masque</a:t>
            </a:r>
          </a:p>
          <a:p>
            <a:pPr lvl="1"/>
            <a:r>
              <a:rPr lang="en-US" noProof="0" err="1"/>
              <a:t>Deuxième</a:t>
            </a:r>
            <a:r>
              <a:rPr lang="en-US" noProof="0"/>
              <a:t> </a:t>
            </a:r>
            <a:r>
              <a:rPr lang="en-US" noProof="0" err="1"/>
              <a:t>niveau</a:t>
            </a:r>
            <a:endParaRPr lang="en-US" noProof="0"/>
          </a:p>
          <a:p>
            <a:pPr lvl="2"/>
            <a:r>
              <a:rPr lang="en-US" noProof="0" err="1"/>
              <a:t>Troisième</a:t>
            </a:r>
            <a:r>
              <a:rPr lang="en-US" noProof="0"/>
              <a:t> </a:t>
            </a:r>
            <a:r>
              <a:rPr lang="en-US" noProof="0" err="1"/>
              <a:t>niveau</a:t>
            </a:r>
            <a:endParaRPr lang="en-US" noProof="0"/>
          </a:p>
        </p:txBody>
      </p:sp>
      <p:sp>
        <p:nvSpPr>
          <p:cNvPr id="14" name="Rectangle 4"/>
          <p:cNvSpPr/>
          <p:nvPr userDrawn="1"/>
        </p:nvSpPr>
        <p:spPr>
          <a:xfrm>
            <a:off x="1" y="-892"/>
            <a:ext cx="760151" cy="2147654"/>
          </a:xfrm>
          <a:custGeom>
            <a:avLst/>
            <a:gdLst>
              <a:gd name="connsiteX0" fmla="*/ 0 w 1330960"/>
              <a:gd name="connsiteY0" fmla="*/ 0 h 3759199"/>
              <a:gd name="connsiteX1" fmla="*/ 1330960 w 1330960"/>
              <a:gd name="connsiteY1" fmla="*/ 0 h 3759199"/>
              <a:gd name="connsiteX2" fmla="*/ 1330960 w 1330960"/>
              <a:gd name="connsiteY2" fmla="*/ 3759199 h 3759199"/>
              <a:gd name="connsiteX3" fmla="*/ 0 w 1330960"/>
              <a:gd name="connsiteY3" fmla="*/ 3759199 h 3759199"/>
              <a:gd name="connsiteX4" fmla="*/ 0 w 1330960"/>
              <a:gd name="connsiteY4" fmla="*/ 0 h 3759199"/>
              <a:gd name="connsiteX0" fmla="*/ 0 w 1330960"/>
              <a:gd name="connsiteY0" fmla="*/ 0 h 3759199"/>
              <a:gd name="connsiteX1" fmla="*/ 1330960 w 1330960"/>
              <a:gd name="connsiteY1" fmla="*/ 0 h 3759199"/>
              <a:gd name="connsiteX2" fmla="*/ 0 w 1330960"/>
              <a:gd name="connsiteY2" fmla="*/ 3759199 h 3759199"/>
              <a:gd name="connsiteX3" fmla="*/ 0 w 1330960"/>
              <a:gd name="connsiteY3" fmla="*/ 0 h 3759199"/>
            </a:gdLst>
            <a:ahLst/>
            <a:cxnLst>
              <a:cxn ang="0">
                <a:pos x="connsiteX0" y="connsiteY0"/>
              </a:cxn>
              <a:cxn ang="0">
                <a:pos x="connsiteX1" y="connsiteY1"/>
              </a:cxn>
              <a:cxn ang="0">
                <a:pos x="connsiteX2" y="connsiteY2"/>
              </a:cxn>
              <a:cxn ang="0">
                <a:pos x="connsiteX3" y="connsiteY3"/>
              </a:cxn>
            </a:cxnLst>
            <a:rect l="l" t="t" r="r" b="b"/>
            <a:pathLst>
              <a:path w="1330960" h="3759199">
                <a:moveTo>
                  <a:pt x="0" y="0"/>
                </a:moveTo>
                <a:lnTo>
                  <a:pt x="1330960" y="0"/>
                </a:lnTo>
                <a:lnTo>
                  <a:pt x="0" y="3759199"/>
                </a:lnTo>
                <a:lnTo>
                  <a:pt x="0" y="0"/>
                </a:lnTo>
                <a:close/>
              </a:path>
            </a:pathLst>
          </a:cu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08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fr-FR" sz="1800"/>
          </a:p>
        </p:txBody>
      </p:sp>
      <p:sp>
        <p:nvSpPr>
          <p:cNvPr id="16" name="Rectangle 6"/>
          <p:cNvSpPr/>
          <p:nvPr userDrawn="1"/>
        </p:nvSpPr>
        <p:spPr>
          <a:xfrm>
            <a:off x="8710449" y="4112894"/>
            <a:ext cx="565429" cy="1146156"/>
          </a:xfrm>
          <a:custGeom>
            <a:avLst/>
            <a:gdLst>
              <a:gd name="connsiteX0" fmla="*/ 0 w 2753360"/>
              <a:gd name="connsiteY0" fmla="*/ 0 h 4968240"/>
              <a:gd name="connsiteX1" fmla="*/ 2753360 w 2753360"/>
              <a:gd name="connsiteY1" fmla="*/ 0 h 4968240"/>
              <a:gd name="connsiteX2" fmla="*/ 2753360 w 2753360"/>
              <a:gd name="connsiteY2" fmla="*/ 4968240 h 4968240"/>
              <a:gd name="connsiteX3" fmla="*/ 0 w 2753360"/>
              <a:gd name="connsiteY3" fmla="*/ 4968240 h 4968240"/>
              <a:gd name="connsiteX4" fmla="*/ 0 w 2753360"/>
              <a:gd name="connsiteY4" fmla="*/ 0 h 4968240"/>
              <a:gd name="connsiteX0" fmla="*/ 1767840 w 2753360"/>
              <a:gd name="connsiteY0" fmla="*/ 0 h 4968240"/>
              <a:gd name="connsiteX1" fmla="*/ 2753360 w 2753360"/>
              <a:gd name="connsiteY1" fmla="*/ 0 h 4968240"/>
              <a:gd name="connsiteX2" fmla="*/ 2753360 w 2753360"/>
              <a:gd name="connsiteY2" fmla="*/ 4968240 h 4968240"/>
              <a:gd name="connsiteX3" fmla="*/ 0 w 2753360"/>
              <a:gd name="connsiteY3" fmla="*/ 4968240 h 4968240"/>
              <a:gd name="connsiteX4" fmla="*/ 1767840 w 2753360"/>
              <a:gd name="connsiteY4" fmla="*/ 0 h 4968240"/>
              <a:gd name="connsiteX0" fmla="*/ 1767840 w 2753360"/>
              <a:gd name="connsiteY0" fmla="*/ 0 h 4968240"/>
              <a:gd name="connsiteX1" fmla="*/ 2753360 w 2753360"/>
              <a:gd name="connsiteY1" fmla="*/ 0 h 4968240"/>
              <a:gd name="connsiteX2" fmla="*/ 2340097 w 2753360"/>
              <a:gd name="connsiteY2" fmla="*/ 4960990 h 4968240"/>
              <a:gd name="connsiteX3" fmla="*/ 0 w 2753360"/>
              <a:gd name="connsiteY3" fmla="*/ 4968240 h 4968240"/>
              <a:gd name="connsiteX4" fmla="*/ 1767840 w 2753360"/>
              <a:gd name="connsiteY4" fmla="*/ 0 h 4968240"/>
              <a:gd name="connsiteX0" fmla="*/ 1767840 w 2340097"/>
              <a:gd name="connsiteY0" fmla="*/ 0 h 4968240"/>
              <a:gd name="connsiteX1" fmla="*/ 2332847 w 2340097"/>
              <a:gd name="connsiteY1" fmla="*/ 7250 h 4968240"/>
              <a:gd name="connsiteX2" fmla="*/ 2340097 w 2340097"/>
              <a:gd name="connsiteY2" fmla="*/ 4960990 h 4968240"/>
              <a:gd name="connsiteX3" fmla="*/ 0 w 2340097"/>
              <a:gd name="connsiteY3" fmla="*/ 4968240 h 4968240"/>
              <a:gd name="connsiteX4" fmla="*/ 1767840 w 2340097"/>
              <a:gd name="connsiteY4" fmla="*/ 0 h 4968240"/>
              <a:gd name="connsiteX0" fmla="*/ 1767840 w 2333544"/>
              <a:gd name="connsiteY0" fmla="*/ 0 h 4968240"/>
              <a:gd name="connsiteX1" fmla="*/ 2332847 w 2333544"/>
              <a:gd name="connsiteY1" fmla="*/ 7250 h 4968240"/>
              <a:gd name="connsiteX2" fmla="*/ 2332847 w 2333544"/>
              <a:gd name="connsiteY2" fmla="*/ 4960990 h 4968240"/>
              <a:gd name="connsiteX3" fmla="*/ 0 w 2333544"/>
              <a:gd name="connsiteY3" fmla="*/ 4968240 h 4968240"/>
              <a:gd name="connsiteX4" fmla="*/ 1767840 w 2333544"/>
              <a:gd name="connsiteY4" fmla="*/ 0 h 4968240"/>
              <a:gd name="connsiteX0" fmla="*/ 1767840 w 2345548"/>
              <a:gd name="connsiteY0" fmla="*/ 0 h 5253116"/>
              <a:gd name="connsiteX1" fmla="*/ 2332847 w 2345548"/>
              <a:gd name="connsiteY1" fmla="*/ 7250 h 5253116"/>
              <a:gd name="connsiteX2" fmla="*/ 2345548 w 2345548"/>
              <a:gd name="connsiteY2" fmla="*/ 5253116 h 5253116"/>
              <a:gd name="connsiteX3" fmla="*/ 0 w 2345548"/>
              <a:gd name="connsiteY3" fmla="*/ 4968240 h 5253116"/>
              <a:gd name="connsiteX4" fmla="*/ 1767840 w 2345548"/>
              <a:gd name="connsiteY4" fmla="*/ 0 h 5253116"/>
              <a:gd name="connsiteX0" fmla="*/ 1888500 w 2466208"/>
              <a:gd name="connsiteY0" fmla="*/ 0 h 5317521"/>
              <a:gd name="connsiteX1" fmla="*/ 2453507 w 2466208"/>
              <a:gd name="connsiteY1" fmla="*/ 7250 h 5317521"/>
              <a:gd name="connsiteX2" fmla="*/ 2466208 w 2466208"/>
              <a:gd name="connsiteY2" fmla="*/ 5253116 h 5317521"/>
              <a:gd name="connsiteX3" fmla="*/ 0 w 2466208"/>
              <a:gd name="connsiteY3" fmla="*/ 5317521 h 5317521"/>
              <a:gd name="connsiteX4" fmla="*/ 1888500 w 2466208"/>
              <a:gd name="connsiteY4" fmla="*/ 0 h 5317521"/>
              <a:gd name="connsiteX0" fmla="*/ 1888500 w 2472559"/>
              <a:gd name="connsiteY0" fmla="*/ 0 h 5317521"/>
              <a:gd name="connsiteX1" fmla="*/ 2453507 w 2472559"/>
              <a:gd name="connsiteY1" fmla="*/ 7250 h 5317521"/>
              <a:gd name="connsiteX2" fmla="*/ 2472559 w 2472559"/>
              <a:gd name="connsiteY2" fmla="*/ 5316621 h 5317521"/>
              <a:gd name="connsiteX3" fmla="*/ 0 w 2472559"/>
              <a:gd name="connsiteY3" fmla="*/ 5317521 h 5317521"/>
              <a:gd name="connsiteX4" fmla="*/ 1888500 w 2472559"/>
              <a:gd name="connsiteY4" fmla="*/ 0 h 5317521"/>
              <a:gd name="connsiteX0" fmla="*/ 1888500 w 2472559"/>
              <a:gd name="connsiteY0" fmla="*/ 0 h 5316621"/>
              <a:gd name="connsiteX1" fmla="*/ 2453507 w 2472559"/>
              <a:gd name="connsiteY1" fmla="*/ 7250 h 5316621"/>
              <a:gd name="connsiteX2" fmla="*/ 2472559 w 2472559"/>
              <a:gd name="connsiteY2" fmla="*/ 5316621 h 5316621"/>
              <a:gd name="connsiteX3" fmla="*/ 0 w 2472559"/>
              <a:gd name="connsiteY3" fmla="*/ 5304820 h 5316621"/>
              <a:gd name="connsiteX4" fmla="*/ 1888500 w 2472559"/>
              <a:gd name="connsiteY4" fmla="*/ 0 h 5316621"/>
              <a:gd name="connsiteX0" fmla="*/ 1894851 w 2478910"/>
              <a:gd name="connsiteY0" fmla="*/ 0 h 5316621"/>
              <a:gd name="connsiteX1" fmla="*/ 2459858 w 2478910"/>
              <a:gd name="connsiteY1" fmla="*/ 7250 h 5316621"/>
              <a:gd name="connsiteX2" fmla="*/ 2478910 w 2478910"/>
              <a:gd name="connsiteY2" fmla="*/ 5316621 h 5316621"/>
              <a:gd name="connsiteX3" fmla="*/ 0 w 2478910"/>
              <a:gd name="connsiteY3" fmla="*/ 5304820 h 5316621"/>
              <a:gd name="connsiteX4" fmla="*/ 1894851 w 2478910"/>
              <a:gd name="connsiteY4" fmla="*/ 0 h 5316621"/>
              <a:gd name="connsiteX0" fmla="*/ 1894851 w 2478910"/>
              <a:gd name="connsiteY0" fmla="*/ 0 h 5316621"/>
              <a:gd name="connsiteX1" fmla="*/ 2459858 w 2478910"/>
              <a:gd name="connsiteY1" fmla="*/ 7250 h 5316621"/>
              <a:gd name="connsiteX2" fmla="*/ 2478910 w 2478910"/>
              <a:gd name="connsiteY2" fmla="*/ 5316621 h 5316621"/>
              <a:gd name="connsiteX3" fmla="*/ 32929 w 2478910"/>
              <a:gd name="connsiteY3" fmla="*/ 5296745 h 5316621"/>
              <a:gd name="connsiteX4" fmla="*/ 0 w 2478910"/>
              <a:gd name="connsiteY4" fmla="*/ 5304820 h 5316621"/>
              <a:gd name="connsiteX5" fmla="*/ 1894851 w 2478910"/>
              <a:gd name="connsiteY5" fmla="*/ 0 h 5316621"/>
              <a:gd name="connsiteX0" fmla="*/ 1894851 w 2478910"/>
              <a:gd name="connsiteY0" fmla="*/ 0 h 5316621"/>
              <a:gd name="connsiteX1" fmla="*/ 2459858 w 2478910"/>
              <a:gd name="connsiteY1" fmla="*/ 7250 h 5316621"/>
              <a:gd name="connsiteX2" fmla="*/ 2478910 w 2478910"/>
              <a:gd name="connsiteY2" fmla="*/ 5316621 h 5316621"/>
              <a:gd name="connsiteX3" fmla="*/ 139265 w 2478910"/>
              <a:gd name="connsiteY3" fmla="*/ 5296745 h 5316621"/>
              <a:gd name="connsiteX4" fmla="*/ 0 w 2478910"/>
              <a:gd name="connsiteY4" fmla="*/ 5304820 h 5316621"/>
              <a:gd name="connsiteX5" fmla="*/ 1894851 w 2478910"/>
              <a:gd name="connsiteY5" fmla="*/ 0 h 5316621"/>
              <a:gd name="connsiteX0" fmla="*/ 1894851 w 2478910"/>
              <a:gd name="connsiteY0" fmla="*/ 0 h 5316621"/>
              <a:gd name="connsiteX1" fmla="*/ 2459858 w 2478910"/>
              <a:gd name="connsiteY1" fmla="*/ 7250 h 5316621"/>
              <a:gd name="connsiteX2" fmla="*/ 2478910 w 2478910"/>
              <a:gd name="connsiteY2" fmla="*/ 5316621 h 5316621"/>
              <a:gd name="connsiteX3" fmla="*/ 0 w 2478910"/>
              <a:gd name="connsiteY3" fmla="*/ 5304820 h 5316621"/>
              <a:gd name="connsiteX4" fmla="*/ 1894851 w 2478910"/>
              <a:gd name="connsiteY4" fmla="*/ 0 h 5316621"/>
              <a:gd name="connsiteX0" fmla="*/ 1885184 w 2469243"/>
              <a:gd name="connsiteY0" fmla="*/ 0 h 5316621"/>
              <a:gd name="connsiteX1" fmla="*/ 2450191 w 2469243"/>
              <a:gd name="connsiteY1" fmla="*/ 7250 h 5316621"/>
              <a:gd name="connsiteX2" fmla="*/ 2469243 w 2469243"/>
              <a:gd name="connsiteY2" fmla="*/ 5316621 h 5316621"/>
              <a:gd name="connsiteX3" fmla="*/ 0 w 2469243"/>
              <a:gd name="connsiteY3" fmla="*/ 5304820 h 5316621"/>
              <a:gd name="connsiteX4" fmla="*/ 1885184 w 2469243"/>
              <a:gd name="connsiteY4" fmla="*/ 0 h 5316621"/>
              <a:gd name="connsiteX0" fmla="*/ 1899684 w 2483743"/>
              <a:gd name="connsiteY0" fmla="*/ 0 h 5316621"/>
              <a:gd name="connsiteX1" fmla="*/ 2464691 w 2483743"/>
              <a:gd name="connsiteY1" fmla="*/ 7250 h 5316621"/>
              <a:gd name="connsiteX2" fmla="*/ 2483743 w 2483743"/>
              <a:gd name="connsiteY2" fmla="*/ 5316621 h 5316621"/>
              <a:gd name="connsiteX3" fmla="*/ 0 w 2483743"/>
              <a:gd name="connsiteY3" fmla="*/ 5304820 h 5316621"/>
              <a:gd name="connsiteX4" fmla="*/ 1899684 w 2483743"/>
              <a:gd name="connsiteY4" fmla="*/ 0 h 5316621"/>
              <a:gd name="connsiteX0" fmla="*/ 1896059 w 2480118"/>
              <a:gd name="connsiteY0" fmla="*/ 0 h 5316621"/>
              <a:gd name="connsiteX1" fmla="*/ 2461066 w 2480118"/>
              <a:gd name="connsiteY1" fmla="*/ 7250 h 5316621"/>
              <a:gd name="connsiteX2" fmla="*/ 2480118 w 2480118"/>
              <a:gd name="connsiteY2" fmla="*/ 5316621 h 5316621"/>
              <a:gd name="connsiteX3" fmla="*/ 0 w 2480118"/>
              <a:gd name="connsiteY3" fmla="*/ 5304820 h 5316621"/>
              <a:gd name="connsiteX4" fmla="*/ 1896059 w 2480118"/>
              <a:gd name="connsiteY4" fmla="*/ 0 h 5316621"/>
              <a:gd name="connsiteX0" fmla="*/ 1921460 w 2505519"/>
              <a:gd name="connsiteY0" fmla="*/ 0 h 5330222"/>
              <a:gd name="connsiteX1" fmla="*/ 2486467 w 2505519"/>
              <a:gd name="connsiteY1" fmla="*/ 7250 h 5330222"/>
              <a:gd name="connsiteX2" fmla="*/ 2505519 w 2505519"/>
              <a:gd name="connsiteY2" fmla="*/ 5316621 h 5330222"/>
              <a:gd name="connsiteX3" fmla="*/ 0 w 2505519"/>
              <a:gd name="connsiteY3" fmla="*/ 5330222 h 5330222"/>
              <a:gd name="connsiteX4" fmla="*/ 1921460 w 2505519"/>
              <a:gd name="connsiteY4" fmla="*/ 0 h 5330222"/>
              <a:gd name="connsiteX0" fmla="*/ 2023070 w 2505519"/>
              <a:gd name="connsiteY0" fmla="*/ 0 h 5406429"/>
              <a:gd name="connsiteX1" fmla="*/ 2486467 w 2505519"/>
              <a:gd name="connsiteY1" fmla="*/ 83457 h 5406429"/>
              <a:gd name="connsiteX2" fmla="*/ 2505519 w 2505519"/>
              <a:gd name="connsiteY2" fmla="*/ 5392828 h 5406429"/>
              <a:gd name="connsiteX3" fmla="*/ 0 w 2505519"/>
              <a:gd name="connsiteY3" fmla="*/ 5406429 h 5406429"/>
              <a:gd name="connsiteX4" fmla="*/ 2023070 w 2505519"/>
              <a:gd name="connsiteY4" fmla="*/ 0 h 5406429"/>
              <a:gd name="connsiteX0" fmla="*/ 1991317 w 2505519"/>
              <a:gd name="connsiteY0" fmla="*/ 0 h 5393728"/>
              <a:gd name="connsiteX1" fmla="*/ 2486467 w 2505519"/>
              <a:gd name="connsiteY1" fmla="*/ 70756 h 5393728"/>
              <a:gd name="connsiteX2" fmla="*/ 2505519 w 2505519"/>
              <a:gd name="connsiteY2" fmla="*/ 5380127 h 5393728"/>
              <a:gd name="connsiteX3" fmla="*/ 0 w 2505519"/>
              <a:gd name="connsiteY3" fmla="*/ 5393728 h 5393728"/>
              <a:gd name="connsiteX4" fmla="*/ 1991317 w 2505519"/>
              <a:gd name="connsiteY4" fmla="*/ 0 h 5393728"/>
              <a:gd name="connsiteX0" fmla="*/ 1991317 w 2505519"/>
              <a:gd name="connsiteY0" fmla="*/ 0 h 5393728"/>
              <a:gd name="connsiteX1" fmla="*/ 2486467 w 2505519"/>
              <a:gd name="connsiteY1" fmla="*/ 70756 h 5393728"/>
              <a:gd name="connsiteX2" fmla="*/ 2505519 w 2505519"/>
              <a:gd name="connsiteY2" fmla="*/ 5380127 h 5393728"/>
              <a:gd name="connsiteX3" fmla="*/ 0 w 2505519"/>
              <a:gd name="connsiteY3" fmla="*/ 5393728 h 5393728"/>
              <a:gd name="connsiteX4" fmla="*/ 1869961 w 2505519"/>
              <a:gd name="connsiteY4" fmla="*/ 333426 h 5393728"/>
              <a:gd name="connsiteX5" fmla="*/ 1991317 w 2505519"/>
              <a:gd name="connsiteY5" fmla="*/ 0 h 5393728"/>
              <a:gd name="connsiteX0" fmla="*/ 1869961 w 2505519"/>
              <a:gd name="connsiteY0" fmla="*/ 262670 h 5322972"/>
              <a:gd name="connsiteX1" fmla="*/ 2486467 w 2505519"/>
              <a:gd name="connsiteY1" fmla="*/ 0 h 5322972"/>
              <a:gd name="connsiteX2" fmla="*/ 2505519 w 2505519"/>
              <a:gd name="connsiteY2" fmla="*/ 5309371 h 5322972"/>
              <a:gd name="connsiteX3" fmla="*/ 0 w 2505519"/>
              <a:gd name="connsiteY3" fmla="*/ 5322972 h 5322972"/>
              <a:gd name="connsiteX4" fmla="*/ 1869961 w 2505519"/>
              <a:gd name="connsiteY4" fmla="*/ 262670 h 5322972"/>
              <a:gd name="connsiteX0" fmla="*/ 1869961 w 2505519"/>
              <a:gd name="connsiteY0" fmla="*/ 0 h 5060302"/>
              <a:gd name="connsiteX1" fmla="*/ 2486468 w 2505519"/>
              <a:gd name="connsiteY1" fmla="*/ 5588 h 5060302"/>
              <a:gd name="connsiteX2" fmla="*/ 2505519 w 2505519"/>
              <a:gd name="connsiteY2" fmla="*/ 5046701 h 5060302"/>
              <a:gd name="connsiteX3" fmla="*/ 0 w 2505519"/>
              <a:gd name="connsiteY3" fmla="*/ 5060302 h 5060302"/>
              <a:gd name="connsiteX4" fmla="*/ 1869961 w 2505519"/>
              <a:gd name="connsiteY4" fmla="*/ 0 h 5060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5519" h="5060302">
                <a:moveTo>
                  <a:pt x="1869961" y="0"/>
                </a:moveTo>
                <a:lnTo>
                  <a:pt x="2486468" y="5588"/>
                </a:lnTo>
                <a:cubicBezTo>
                  <a:pt x="2488885" y="1656835"/>
                  <a:pt x="2503102" y="3395454"/>
                  <a:pt x="2505519" y="5046701"/>
                </a:cubicBezTo>
                <a:lnTo>
                  <a:pt x="0" y="5060302"/>
                </a:lnTo>
                <a:lnTo>
                  <a:pt x="1869961" y="0"/>
                </a:lnTo>
                <a:close/>
              </a:path>
            </a:pathLst>
          </a:custGeom>
          <a:gradFill flip="none" rotWithShape="1">
            <a:gsLst>
              <a:gs pos="66333">
                <a:schemeClr val="bg2">
                  <a:shade val="100000"/>
                  <a:satMod val="115000"/>
                </a:schemeClr>
              </a:gs>
              <a:gs pos="0">
                <a:schemeClr val="bg2">
                  <a:shade val="67500"/>
                  <a:satMod val="115000"/>
                </a:schemeClr>
              </a:gs>
            </a:gsLst>
            <a:lin ang="4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800"/>
          </a:p>
        </p:txBody>
      </p:sp>
      <p:graphicFrame>
        <p:nvGraphicFramePr>
          <p:cNvPr id="6" name="Group 3"/>
          <p:cNvGraphicFramePr>
            <a:graphicFrameLocks noGrp="1"/>
          </p:cNvGraphicFramePr>
          <p:nvPr userDrawn="1"/>
        </p:nvGraphicFramePr>
        <p:xfrm>
          <a:off x="88901" y="4759207"/>
          <a:ext cx="8799019" cy="258842"/>
        </p:xfrm>
        <a:graphic>
          <a:graphicData uri="http://schemas.openxmlformats.org/drawingml/2006/table">
            <a:tbl>
              <a:tblPr>
                <a:tableStyleId>{2D5ABB26-0587-4C30-8999-92F81FD0307C}</a:tableStyleId>
              </a:tblPr>
              <a:tblGrid>
                <a:gridCol w="2379341">
                  <a:extLst>
                    <a:ext uri="{9D8B030D-6E8A-4147-A177-3AD203B41FA5}">
                      <a16:colId xmlns:a16="http://schemas.microsoft.com/office/drawing/2014/main" val="20000"/>
                    </a:ext>
                  </a:extLst>
                </a:gridCol>
                <a:gridCol w="2142125">
                  <a:extLst>
                    <a:ext uri="{9D8B030D-6E8A-4147-A177-3AD203B41FA5}">
                      <a16:colId xmlns:a16="http://schemas.microsoft.com/office/drawing/2014/main" val="20001"/>
                    </a:ext>
                  </a:extLst>
                </a:gridCol>
                <a:gridCol w="1152471">
                  <a:extLst>
                    <a:ext uri="{9D8B030D-6E8A-4147-A177-3AD203B41FA5}">
                      <a16:colId xmlns:a16="http://schemas.microsoft.com/office/drawing/2014/main" val="20002"/>
                    </a:ext>
                  </a:extLst>
                </a:gridCol>
                <a:gridCol w="1160865">
                  <a:extLst>
                    <a:ext uri="{9D8B030D-6E8A-4147-A177-3AD203B41FA5}">
                      <a16:colId xmlns:a16="http://schemas.microsoft.com/office/drawing/2014/main" val="20003"/>
                    </a:ext>
                  </a:extLst>
                </a:gridCol>
                <a:gridCol w="1186101">
                  <a:extLst>
                    <a:ext uri="{9D8B030D-6E8A-4147-A177-3AD203B41FA5}">
                      <a16:colId xmlns:a16="http://schemas.microsoft.com/office/drawing/2014/main" val="20004"/>
                    </a:ext>
                  </a:extLst>
                </a:gridCol>
                <a:gridCol w="778116">
                  <a:extLst>
                    <a:ext uri="{9D8B030D-6E8A-4147-A177-3AD203B41FA5}">
                      <a16:colId xmlns:a16="http://schemas.microsoft.com/office/drawing/2014/main" val="20005"/>
                    </a:ext>
                  </a:extLst>
                </a:gridCol>
              </a:tblGrid>
              <a:tr h="25884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sz="600" u="none" strike="noStrike" cap="none" normalizeH="0" baseline="0">
                          <a:ln>
                            <a:noFill/>
                          </a:ln>
                          <a:solidFill>
                            <a:schemeClr val="tx2"/>
                          </a:solidFill>
                          <a:effectLst/>
                        </a:rPr>
                        <a:t>MB² - INCREASE RANGE ATS &amp; FORM QUICK CHANGE                  </a:t>
                      </a:r>
                      <a:endParaRPr kumimoji="0" lang="fr-FR" sz="600" b="0" i="0" u="none" strike="noStrike" cap="none" normalizeH="0" baseline="0">
                        <a:ln>
                          <a:noFill/>
                        </a:ln>
                        <a:solidFill>
                          <a:schemeClr val="tx2"/>
                        </a:solidFill>
                        <a:effectLst/>
                        <a:latin typeface="Arial" charset="0"/>
                      </a:endParaRPr>
                    </a:p>
                  </a:txBody>
                  <a:tcPr marT="34301" marB="34301"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sz="600" u="none" strike="noStrike" cap="none" normalizeH="0" baseline="0">
                          <a:ln>
                            <a:noFill/>
                          </a:ln>
                          <a:solidFill>
                            <a:schemeClr val="tx2"/>
                          </a:solidFill>
                          <a:effectLst/>
                        </a:rPr>
                        <a:t> N.PERRICHOT – DOMF/ME/PG</a:t>
                      </a:r>
                      <a:endParaRPr kumimoji="0" lang="fr-FR" sz="600" b="0" i="0" u="none" strike="noStrike" cap="none" normalizeH="0" baseline="0">
                        <a:ln>
                          <a:noFill/>
                        </a:ln>
                        <a:solidFill>
                          <a:schemeClr val="tx2"/>
                        </a:solidFill>
                        <a:effectLst/>
                        <a:latin typeface="Arial" charset="0"/>
                      </a:endParaRPr>
                    </a:p>
                  </a:txBody>
                  <a:tcPr marT="34301" marB="34301"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fr-FR" sz="600" u="none" strike="noStrike" cap="none" normalizeH="0" baseline="0">
                          <a:ln>
                            <a:noFill/>
                          </a:ln>
                          <a:solidFill>
                            <a:schemeClr val="tx2"/>
                          </a:solidFill>
                          <a:effectLst/>
                        </a:rPr>
                        <a:t>19/12/2019</a:t>
                      </a:r>
                      <a:endParaRPr kumimoji="0" lang="fr-FR" sz="600" b="0" i="0" u="none" strike="noStrike" cap="none" normalizeH="0" baseline="0">
                        <a:ln>
                          <a:noFill/>
                        </a:ln>
                        <a:solidFill>
                          <a:schemeClr val="tx2"/>
                        </a:solidFill>
                        <a:effectLst/>
                        <a:latin typeface="Arial" charset="0"/>
                      </a:endParaRPr>
                    </a:p>
                  </a:txBody>
                  <a:tcPr marT="34301" marB="34301"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sz="600" u="none" strike="noStrike" cap="none" normalizeH="0" baseline="0">
                          <a:ln>
                            <a:noFill/>
                          </a:ln>
                          <a:solidFill>
                            <a:schemeClr val="tx2"/>
                          </a:solidFill>
                          <a:effectLst/>
                        </a:rPr>
                        <a:t>Classification : D3</a:t>
                      </a:r>
                      <a:endParaRPr kumimoji="0" lang="fr-FR" sz="600" b="0" i="0" u="none" strike="noStrike" cap="none" normalizeH="0" baseline="0">
                        <a:ln>
                          <a:noFill/>
                        </a:ln>
                        <a:solidFill>
                          <a:schemeClr val="tx2"/>
                        </a:solidFill>
                        <a:effectLst/>
                        <a:latin typeface="Arial" charset="0"/>
                      </a:endParaRPr>
                    </a:p>
                  </a:txBody>
                  <a:tcPr marT="34301" marB="34301"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sz="600" u="none" strike="noStrike" cap="none" normalizeH="0" baseline="0">
                          <a:ln>
                            <a:noFill/>
                          </a:ln>
                          <a:solidFill>
                            <a:schemeClr val="tx2"/>
                          </a:solidFill>
                          <a:effectLst/>
                        </a:rPr>
                        <a:t>Conservation :  YC+10</a:t>
                      </a:r>
                      <a:endParaRPr kumimoji="0" lang="fr-FR" sz="600" b="0" i="0" u="none" strike="noStrike" cap="none" normalizeH="0" baseline="0">
                        <a:ln>
                          <a:noFill/>
                        </a:ln>
                        <a:solidFill>
                          <a:schemeClr val="tx2"/>
                        </a:solidFill>
                        <a:effectLst/>
                        <a:latin typeface="Arial" charset="0"/>
                      </a:endParaRPr>
                    </a:p>
                  </a:txBody>
                  <a:tcPr marT="34301" marB="34301"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sz="600" u="none" strike="noStrike" cap="none" normalizeH="0" baseline="0">
                          <a:ln>
                            <a:noFill/>
                          </a:ln>
                          <a:solidFill>
                            <a:schemeClr val="tx2"/>
                          </a:solidFill>
                          <a:effectLst/>
                        </a:rPr>
                        <a:t>Page :</a:t>
                      </a:r>
                      <a:endParaRPr kumimoji="0" lang="fr-FR" sz="600" b="0" i="0" u="none" strike="noStrike" cap="none" normalizeH="0" baseline="0">
                        <a:ln>
                          <a:noFill/>
                        </a:ln>
                        <a:solidFill>
                          <a:schemeClr val="tx2"/>
                        </a:solidFill>
                        <a:effectLst/>
                        <a:latin typeface="Arial" charset="0"/>
                      </a:endParaRPr>
                    </a:p>
                  </a:txBody>
                  <a:tcPr marT="34301" marB="34301" anchor="ctr" horzOverflow="overflow">
                    <a:lnL w="12700" cap="flat" cmpd="sng" algn="ctr">
                      <a:noFill/>
                      <a:prstDash val="solid"/>
                      <a:round/>
                      <a:headEnd type="none" w="med" len="med"/>
                      <a:tailEnd type="none" w="med" len="med"/>
                    </a:lnL>
                  </a:tcPr>
                </a:tc>
                <a:extLst>
                  <a:ext uri="{0D108BD9-81ED-4DB2-BD59-A6C34878D82A}">
                    <a16:rowId xmlns:a16="http://schemas.microsoft.com/office/drawing/2014/main" val="10000"/>
                  </a:ext>
                </a:extLst>
              </a:tr>
            </a:tbl>
          </a:graphicData>
        </a:graphic>
      </p:graphicFrame>
      <p:sp>
        <p:nvSpPr>
          <p:cNvPr id="2" name="ZoneTexte 1"/>
          <p:cNvSpPr txBox="1"/>
          <p:nvPr userDrawn="1"/>
        </p:nvSpPr>
        <p:spPr>
          <a:xfrm>
            <a:off x="8322491" y="4795731"/>
            <a:ext cx="321763" cy="184723"/>
          </a:xfrm>
          <a:prstGeom prst="rect">
            <a:avLst/>
          </a:prstGeom>
          <a:noFill/>
        </p:spPr>
        <p:txBody>
          <a:bodyPr wrap="square" rtlCol="0">
            <a:spAutoFit/>
          </a:bodyPr>
          <a:lstStyle/>
          <a:p>
            <a:fld id="{7EB78116-72B4-4DCB-8ED4-66AE46B4EB74}" type="slidenum">
              <a:rPr kumimoji="0" lang="fr-FR" sz="600" u="none" strike="noStrike" kern="1200" cap="none" normalizeH="0" baseline="0" smtClean="0">
                <a:ln>
                  <a:noFill/>
                </a:ln>
                <a:solidFill>
                  <a:schemeClr val="tx2"/>
                </a:solidFill>
                <a:effectLst/>
                <a:latin typeface="+mn-lt"/>
                <a:ea typeface="+mn-ea"/>
                <a:cs typeface="+mn-cs"/>
              </a:rPr>
              <a:t>‹Nº›</a:t>
            </a:fld>
            <a:endParaRPr kumimoji="0" lang="fr-FR" sz="600" u="none" strike="noStrike" kern="1200" cap="none" normalizeH="0" baseline="0">
              <a:ln>
                <a:noFill/>
              </a:ln>
              <a:solidFill>
                <a:schemeClr val="tx2"/>
              </a:solidFill>
              <a:effectLst/>
              <a:latin typeface="+mn-lt"/>
              <a:ea typeface="+mn-ea"/>
              <a:cs typeface="+mn-cs"/>
            </a:endParaRPr>
          </a:p>
        </p:txBody>
      </p:sp>
      <p:pic>
        <p:nvPicPr>
          <p:cNvPr id="8" name="Image 7">
            <a:extLst>
              <a:ext uri="{FF2B5EF4-FFF2-40B4-BE49-F238E27FC236}">
                <a16:creationId xmlns:a16="http://schemas.microsoft.com/office/drawing/2014/main" id="{DE06520A-D958-47A8-BB26-0C72B523D2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421908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7" name="Image 6"/>
          <p:cNvPicPr>
            <a:picLocks noChangeAspect="1"/>
          </p:cNvPicPr>
          <p:nvPr userDrawn="1"/>
        </p:nvPicPr>
        <p:blipFill rotWithShape="1">
          <a:blip r:embed="rId2">
            <a:extLst>
              <a:ext uri="{28A0092B-C50C-407E-A947-70E740481C1C}">
                <a14:useLocalDpi xmlns:a14="http://schemas.microsoft.com/office/drawing/2010/main" val="0"/>
              </a:ext>
            </a:extLst>
          </a:blip>
          <a:srcRect b="4370"/>
          <a:stretch/>
        </p:blipFill>
        <p:spPr>
          <a:xfrm>
            <a:off x="0" y="0"/>
            <a:ext cx="9144000" cy="4920229"/>
          </a:xfrm>
          <a:prstGeom prst="rect">
            <a:avLst/>
          </a:prstGeom>
        </p:spPr>
      </p:pic>
      <p:pic>
        <p:nvPicPr>
          <p:cNvPr id="6"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23528" y="186365"/>
            <a:ext cx="1963103" cy="939689"/>
          </a:xfrm>
          <a:prstGeom prst="rect">
            <a:avLst/>
          </a:prstGeom>
        </p:spPr>
      </p:pic>
      <p:sp>
        <p:nvSpPr>
          <p:cNvPr id="16" name="Titre 1"/>
          <p:cNvSpPr>
            <a:spLocks noGrp="1"/>
          </p:cNvSpPr>
          <p:nvPr>
            <p:ph type="title" hasCustomPrompt="1"/>
          </p:nvPr>
        </p:nvSpPr>
        <p:spPr>
          <a:xfrm>
            <a:off x="584200" y="1847377"/>
            <a:ext cx="8229600" cy="857515"/>
          </a:xfrm>
          <a:prstGeom prst="rect">
            <a:avLst/>
          </a:prstGeom>
          <a:solidFill>
            <a:srgbClr val="FFFFFF">
              <a:alpha val="80000"/>
            </a:srgbClr>
          </a:solidFill>
          <a:ln>
            <a:noFill/>
          </a:ln>
        </p:spPr>
        <p:txBody>
          <a:bodyPr vert="horz" lIns="91430" tIns="45715" rIns="91430" bIns="45715" rtlCol="0" anchor="ctr">
            <a:noAutofit/>
          </a:bodyPr>
          <a:lstStyle>
            <a:lvl1pPr algn="ctr">
              <a:defRPr lang="fr-FR"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pPr lvl="0" algn="r" defTabSz="457189" rtl="0" eaLnBrk="1" latinLnBrk="0" hangingPunct="1">
              <a:spcBef>
                <a:spcPct val="0"/>
              </a:spcBef>
              <a:buNone/>
            </a:pPr>
            <a:r>
              <a:rPr lang="fr-FR"/>
              <a:t>Titre</a:t>
            </a:r>
          </a:p>
        </p:txBody>
      </p:sp>
      <p:sp>
        <p:nvSpPr>
          <p:cNvPr id="17" name="Sous-titre 2"/>
          <p:cNvSpPr>
            <a:spLocks noGrp="1"/>
          </p:cNvSpPr>
          <p:nvPr>
            <p:ph type="subTitle" idx="1" hasCustomPrompt="1"/>
          </p:nvPr>
        </p:nvSpPr>
        <p:spPr>
          <a:xfrm>
            <a:off x="5385917" y="2769139"/>
            <a:ext cx="3427884" cy="345903"/>
          </a:xfrm>
          <a:prstGeom prst="rect">
            <a:avLst/>
          </a:prstGeom>
          <a:solidFill>
            <a:srgbClr val="FFFFFF">
              <a:alpha val="80000"/>
            </a:srgbClr>
          </a:solidFill>
          <a:ln>
            <a:noFill/>
          </a:ln>
        </p:spPr>
        <p:txBody>
          <a:bodyPr/>
          <a:lstStyle>
            <a:lvl1pPr marL="0" indent="0" algn="ctr" defTabSz="457189" rtl="0" eaLnBrk="1" latinLnBrk="0" hangingPunct="1">
              <a:spcBef>
                <a:spcPct val="20000"/>
              </a:spcBef>
              <a:buFont typeface="Arial"/>
              <a:buNone/>
              <a:defRPr lang="fr-FR" sz="1800" kern="1200" baseline="0" noProof="0" dirty="0">
                <a:solidFill>
                  <a:srgbClr val="27509B"/>
                </a:solidFill>
                <a:latin typeface="Arial" panose="020B0604020202020204" pitchFamily="34" charset="0"/>
                <a:ea typeface="+mn-ea"/>
                <a:cs typeface="Arial"/>
              </a:defRPr>
            </a:lvl1pPr>
            <a:lvl2pPr marL="457137" indent="0" algn="ctr">
              <a:buNone/>
              <a:defRPr>
                <a:solidFill>
                  <a:schemeClr val="tx1">
                    <a:tint val="75000"/>
                  </a:schemeClr>
                </a:solidFill>
              </a:defRPr>
            </a:lvl2pPr>
            <a:lvl3pPr marL="914273" indent="0" algn="ctr">
              <a:buNone/>
              <a:defRPr>
                <a:solidFill>
                  <a:schemeClr val="tx1">
                    <a:tint val="75000"/>
                  </a:schemeClr>
                </a:solidFill>
              </a:defRPr>
            </a:lvl3pPr>
            <a:lvl4pPr marL="1371410" indent="0" algn="ctr">
              <a:buNone/>
              <a:defRPr>
                <a:solidFill>
                  <a:schemeClr val="tx1">
                    <a:tint val="75000"/>
                  </a:schemeClr>
                </a:solidFill>
              </a:defRPr>
            </a:lvl4pPr>
            <a:lvl5pPr marL="1828546" indent="0" algn="ctr">
              <a:buNone/>
              <a:defRPr>
                <a:solidFill>
                  <a:schemeClr val="tx1">
                    <a:tint val="75000"/>
                  </a:schemeClr>
                </a:solidFill>
              </a:defRPr>
            </a:lvl5pPr>
            <a:lvl6pPr marL="2285683" indent="0" algn="ctr">
              <a:buNone/>
              <a:defRPr>
                <a:solidFill>
                  <a:schemeClr val="tx1">
                    <a:tint val="75000"/>
                  </a:schemeClr>
                </a:solidFill>
              </a:defRPr>
            </a:lvl6pPr>
            <a:lvl7pPr marL="2742819" indent="0" algn="ctr">
              <a:buNone/>
              <a:defRPr>
                <a:solidFill>
                  <a:schemeClr val="tx1">
                    <a:tint val="75000"/>
                  </a:schemeClr>
                </a:solidFill>
              </a:defRPr>
            </a:lvl7pPr>
            <a:lvl8pPr marL="3199956" indent="0" algn="ctr">
              <a:buNone/>
              <a:defRPr>
                <a:solidFill>
                  <a:schemeClr val="tx1">
                    <a:tint val="75000"/>
                  </a:schemeClr>
                </a:solidFill>
              </a:defRPr>
            </a:lvl8pPr>
            <a:lvl9pPr marL="3657093" indent="0" algn="ctr">
              <a:buNone/>
              <a:defRPr>
                <a:solidFill>
                  <a:schemeClr val="tx1">
                    <a:tint val="75000"/>
                  </a:schemeClr>
                </a:solidFill>
              </a:defRPr>
            </a:lvl9pPr>
          </a:lstStyle>
          <a:p>
            <a:r>
              <a:rPr lang="fr-FR"/>
              <a:t>Sous titre</a:t>
            </a:r>
          </a:p>
        </p:txBody>
      </p:sp>
      <p:pic>
        <p:nvPicPr>
          <p:cNvPr id="1026"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24544" y="3796680"/>
            <a:ext cx="3581977" cy="1492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79354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pic>
        <p:nvPicPr>
          <p:cNvPr id="7" name="Image 6"/>
          <p:cNvPicPr>
            <a:picLocks noChangeAspect="1"/>
          </p:cNvPicPr>
          <p:nvPr userDrawn="1"/>
        </p:nvPicPr>
        <p:blipFill rotWithShape="1">
          <a:blip r:embed="rId2">
            <a:extLst>
              <a:ext uri="{28A0092B-C50C-407E-A947-70E740481C1C}">
                <a14:useLocalDpi xmlns:a14="http://schemas.microsoft.com/office/drawing/2010/main" val="0"/>
              </a:ext>
            </a:extLst>
          </a:blip>
          <a:srcRect l="7004" t="-41" b="10989"/>
          <a:stretch/>
        </p:blipFill>
        <p:spPr>
          <a:xfrm>
            <a:off x="1" y="-2306"/>
            <a:ext cx="9144001" cy="4926983"/>
          </a:xfrm>
          <a:prstGeom prst="rect">
            <a:avLst/>
          </a:prstGeom>
        </p:spPr>
      </p:pic>
      <p:sp>
        <p:nvSpPr>
          <p:cNvPr id="6" name="Titre 1"/>
          <p:cNvSpPr>
            <a:spLocks noGrp="1"/>
          </p:cNvSpPr>
          <p:nvPr>
            <p:ph type="title" hasCustomPrompt="1"/>
          </p:nvPr>
        </p:nvSpPr>
        <p:spPr>
          <a:xfrm>
            <a:off x="421419" y="1847377"/>
            <a:ext cx="8392381" cy="857515"/>
          </a:xfrm>
          <a:prstGeom prst="rect">
            <a:avLst/>
          </a:prstGeom>
          <a:solidFill>
            <a:srgbClr val="FFFFFF">
              <a:alpha val="80000"/>
            </a:srgbClr>
          </a:solidFill>
          <a:ln>
            <a:noFill/>
          </a:ln>
        </p:spPr>
        <p:txBody>
          <a:bodyPr vert="horz" lIns="91430" tIns="45715" rIns="91430" bIns="45715" rtlCol="0" anchor="ctr">
            <a:noAutofit/>
          </a:bodyPr>
          <a:lstStyle>
            <a:lvl1pPr algn="ctr">
              <a:defRPr lang="fr-FR" sz="2800" b="0" i="0" kern="1200" cap="all" baseline="0" dirty="0">
                <a:solidFill>
                  <a:srgbClr val="27509B"/>
                </a:solidFill>
                <a:latin typeface="Michelin" pitchFamily="50" charset="0"/>
                <a:ea typeface="+mj-ea"/>
                <a:cs typeface="Arial" panose="020B0604020202020204" pitchFamily="34" charset="0"/>
              </a:defRPr>
            </a:lvl1pPr>
          </a:lstStyle>
          <a:p>
            <a:pPr lvl="0" algn="r" defTabSz="457189" rtl="0" eaLnBrk="1" latinLnBrk="0" hangingPunct="1">
              <a:spcBef>
                <a:spcPct val="0"/>
              </a:spcBef>
              <a:buNone/>
            </a:pPr>
            <a:r>
              <a:rPr lang="fr-FR"/>
              <a:t>Titre</a:t>
            </a:r>
          </a:p>
        </p:txBody>
      </p:sp>
      <p:sp>
        <p:nvSpPr>
          <p:cNvPr id="8" name="Sous-titre 2"/>
          <p:cNvSpPr>
            <a:spLocks noGrp="1"/>
          </p:cNvSpPr>
          <p:nvPr>
            <p:ph type="subTitle" idx="1" hasCustomPrompt="1"/>
          </p:nvPr>
        </p:nvSpPr>
        <p:spPr>
          <a:xfrm>
            <a:off x="3983603" y="2769139"/>
            <a:ext cx="4830198" cy="345903"/>
          </a:xfrm>
          <a:prstGeom prst="rect">
            <a:avLst/>
          </a:prstGeom>
          <a:solidFill>
            <a:srgbClr val="FFFFFF">
              <a:alpha val="80000"/>
            </a:srgbClr>
          </a:solidFill>
          <a:ln>
            <a:noFill/>
          </a:ln>
        </p:spPr>
        <p:txBody>
          <a:bodyPr/>
          <a:lstStyle>
            <a:lvl1pPr marL="0" indent="0" algn="ctr" defTabSz="457189" rtl="0" eaLnBrk="1" latinLnBrk="0" hangingPunct="1">
              <a:spcBef>
                <a:spcPct val="20000"/>
              </a:spcBef>
              <a:buFont typeface="Arial"/>
              <a:buNone/>
              <a:defRPr lang="fr-FR" sz="1800" kern="1200" baseline="0" noProof="0" dirty="0">
                <a:solidFill>
                  <a:srgbClr val="27509B"/>
                </a:solidFill>
                <a:latin typeface="Arial" panose="020B0604020202020204" pitchFamily="34" charset="0"/>
                <a:ea typeface="+mn-ea"/>
                <a:cs typeface="Arial"/>
              </a:defRPr>
            </a:lvl1pPr>
            <a:lvl2pPr marL="457137" indent="0" algn="ctr">
              <a:buNone/>
              <a:defRPr>
                <a:solidFill>
                  <a:schemeClr val="tx1">
                    <a:tint val="75000"/>
                  </a:schemeClr>
                </a:solidFill>
              </a:defRPr>
            </a:lvl2pPr>
            <a:lvl3pPr marL="914273" indent="0" algn="ctr">
              <a:buNone/>
              <a:defRPr>
                <a:solidFill>
                  <a:schemeClr val="tx1">
                    <a:tint val="75000"/>
                  </a:schemeClr>
                </a:solidFill>
              </a:defRPr>
            </a:lvl3pPr>
            <a:lvl4pPr marL="1371410" indent="0" algn="ctr">
              <a:buNone/>
              <a:defRPr>
                <a:solidFill>
                  <a:schemeClr val="tx1">
                    <a:tint val="75000"/>
                  </a:schemeClr>
                </a:solidFill>
              </a:defRPr>
            </a:lvl4pPr>
            <a:lvl5pPr marL="1828546" indent="0" algn="ctr">
              <a:buNone/>
              <a:defRPr>
                <a:solidFill>
                  <a:schemeClr val="tx1">
                    <a:tint val="75000"/>
                  </a:schemeClr>
                </a:solidFill>
              </a:defRPr>
            </a:lvl5pPr>
            <a:lvl6pPr marL="2285683" indent="0" algn="ctr">
              <a:buNone/>
              <a:defRPr>
                <a:solidFill>
                  <a:schemeClr val="tx1">
                    <a:tint val="75000"/>
                  </a:schemeClr>
                </a:solidFill>
              </a:defRPr>
            </a:lvl6pPr>
            <a:lvl7pPr marL="2742819" indent="0" algn="ctr">
              <a:buNone/>
              <a:defRPr>
                <a:solidFill>
                  <a:schemeClr val="tx1">
                    <a:tint val="75000"/>
                  </a:schemeClr>
                </a:solidFill>
              </a:defRPr>
            </a:lvl7pPr>
            <a:lvl8pPr marL="3199956" indent="0" algn="ctr">
              <a:buNone/>
              <a:defRPr>
                <a:solidFill>
                  <a:schemeClr val="tx1">
                    <a:tint val="75000"/>
                  </a:schemeClr>
                </a:solidFill>
              </a:defRPr>
            </a:lvl8pPr>
            <a:lvl9pPr marL="3657093" indent="0" algn="ctr">
              <a:buNone/>
              <a:defRPr>
                <a:solidFill>
                  <a:schemeClr val="tx1">
                    <a:tint val="75000"/>
                  </a:schemeClr>
                </a:solidFill>
              </a:defRPr>
            </a:lvl9pPr>
          </a:lstStyle>
          <a:p>
            <a:r>
              <a:rPr lang="fr-FR"/>
              <a:t>Sous titre</a:t>
            </a:r>
          </a:p>
        </p:txBody>
      </p:sp>
      <p:pic>
        <p:nvPicPr>
          <p:cNvPr id="10"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70172" y="351512"/>
            <a:ext cx="1905368" cy="912052"/>
          </a:xfrm>
          <a:prstGeom prst="rect">
            <a:avLst/>
          </a:prstGeom>
        </p:spPr>
      </p:pic>
      <p:pic>
        <p:nvPicPr>
          <p:cNvPr id="205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51113" y="3302489"/>
            <a:ext cx="2547938" cy="254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77352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Disposition personnalisée">
    <p:spTree>
      <p:nvGrpSpPr>
        <p:cNvPr id="1" name=""/>
        <p:cNvGrpSpPr/>
        <p:nvPr/>
      </p:nvGrpSpPr>
      <p:grpSpPr>
        <a:xfrm>
          <a:off x="0" y="0"/>
          <a:ext cx="0" cy="0"/>
          <a:chOff x="0" y="0"/>
          <a:chExt cx="0" cy="0"/>
        </a:xfrm>
      </p:grpSpPr>
      <p:sp>
        <p:nvSpPr>
          <p:cNvPr id="10" name="Titre 1"/>
          <p:cNvSpPr>
            <a:spLocks noGrp="1"/>
          </p:cNvSpPr>
          <p:nvPr>
            <p:ph type="title" hasCustomPrompt="1"/>
          </p:nvPr>
        </p:nvSpPr>
        <p:spPr>
          <a:xfrm>
            <a:off x="584200" y="1847377"/>
            <a:ext cx="8229600" cy="857515"/>
          </a:xfrm>
          <a:prstGeom prst="rect">
            <a:avLst/>
          </a:prstGeom>
        </p:spPr>
        <p:txBody>
          <a:bodyPr anchor="ctr"/>
          <a:lstStyle>
            <a:lvl1pPr algn="ctr">
              <a:defRPr lang="fr-FR" sz="2800" b="0" i="0" kern="1200" cap="all" baseline="0" smtClean="0">
                <a:solidFill>
                  <a:srgbClr val="27509B"/>
                </a:solidFill>
                <a:latin typeface="Michelin" pitchFamily="50" charset="0"/>
                <a:ea typeface="+mj-ea"/>
                <a:cs typeface="Arial" panose="020B0604020202020204" pitchFamily="34" charset="0"/>
              </a:defRPr>
            </a:lvl1pPr>
          </a:lstStyle>
          <a:p>
            <a:r>
              <a:rPr lang="fr-FR"/>
              <a:t>Titre</a:t>
            </a:r>
          </a:p>
        </p:txBody>
      </p:sp>
      <p:sp>
        <p:nvSpPr>
          <p:cNvPr id="11" name="Sous-titre 2"/>
          <p:cNvSpPr>
            <a:spLocks noGrp="1"/>
          </p:cNvSpPr>
          <p:nvPr>
            <p:ph type="subTitle" idx="1" hasCustomPrompt="1"/>
          </p:nvPr>
        </p:nvSpPr>
        <p:spPr>
          <a:xfrm>
            <a:off x="5385917" y="2709739"/>
            <a:ext cx="3427884" cy="345903"/>
          </a:xfrm>
          <a:prstGeom prst="rect">
            <a:avLst/>
          </a:prstGeom>
        </p:spPr>
        <p:txBody>
          <a:bodyPr/>
          <a:lstStyle>
            <a:lvl1pPr marL="0" indent="0" algn="ctr">
              <a:buNone/>
              <a:defRPr lang="fr-FR" sz="1800" kern="1200" cap="none" baseline="0" smtClean="0">
                <a:solidFill>
                  <a:srgbClr val="27509B"/>
                </a:solidFill>
                <a:latin typeface="Arial"/>
                <a:ea typeface="+mn-ea"/>
                <a:cs typeface="Aria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r-FR"/>
              <a:t>Sous titre</a:t>
            </a:r>
          </a:p>
        </p:txBody>
      </p:sp>
      <p:pic>
        <p:nvPicPr>
          <p:cNvPr id="14"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21404" y="351512"/>
            <a:ext cx="1905368" cy="912052"/>
          </a:xfrm>
          <a:prstGeom prst="rect">
            <a:avLst/>
          </a:prstGeom>
        </p:spPr>
      </p:pic>
      <p:sp>
        <p:nvSpPr>
          <p:cNvPr id="15" name="Rectangle 14"/>
          <p:cNvSpPr/>
          <p:nvPr userDrawn="1"/>
        </p:nvSpPr>
        <p:spPr>
          <a:xfrm>
            <a:off x="0" y="0"/>
            <a:ext cx="457200" cy="514508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457200"/>
            <a:endParaRPr lang="en-GB" sz="2400">
              <a:solidFill>
                <a:prstClr val="white"/>
              </a:solidFill>
            </a:endParaRPr>
          </a:p>
        </p:txBody>
      </p:sp>
      <p:pic>
        <p:nvPicPr>
          <p:cNvPr id="3075"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57201" y="0"/>
            <a:ext cx="3148881" cy="1180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62084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Disposition personnalisée">
    <p:spTree>
      <p:nvGrpSpPr>
        <p:cNvPr id="1" name=""/>
        <p:cNvGrpSpPr/>
        <p:nvPr/>
      </p:nvGrpSpPr>
      <p:grpSpPr>
        <a:xfrm>
          <a:off x="0" y="0"/>
          <a:ext cx="0" cy="0"/>
          <a:chOff x="0" y="0"/>
          <a:chExt cx="0" cy="0"/>
        </a:xfrm>
      </p:grpSpPr>
      <p:sp>
        <p:nvSpPr>
          <p:cNvPr id="10" name="Titre 1"/>
          <p:cNvSpPr>
            <a:spLocks noGrp="1"/>
          </p:cNvSpPr>
          <p:nvPr>
            <p:ph type="title" hasCustomPrompt="1"/>
          </p:nvPr>
        </p:nvSpPr>
        <p:spPr>
          <a:xfrm>
            <a:off x="584200" y="1847377"/>
            <a:ext cx="8229600" cy="857515"/>
          </a:xfrm>
          <a:prstGeom prst="rect">
            <a:avLst/>
          </a:prstGeom>
        </p:spPr>
        <p:txBody>
          <a:bodyPr anchor="ctr"/>
          <a:lstStyle>
            <a:lvl1pPr algn="ctr">
              <a:defRPr lang="fr-FR" sz="2800" b="0" i="0" kern="1200" cap="all" baseline="0" smtClean="0">
                <a:solidFill>
                  <a:srgbClr val="27509B"/>
                </a:solidFill>
                <a:latin typeface="Michelin" pitchFamily="50" charset="0"/>
                <a:ea typeface="+mj-ea"/>
                <a:cs typeface="Arial" panose="020B0604020202020204" pitchFamily="34" charset="0"/>
              </a:defRPr>
            </a:lvl1pPr>
          </a:lstStyle>
          <a:p>
            <a:r>
              <a:rPr lang="fr-FR"/>
              <a:t>Titre</a:t>
            </a:r>
          </a:p>
        </p:txBody>
      </p:sp>
      <p:sp>
        <p:nvSpPr>
          <p:cNvPr id="11" name="Sous-titre 2"/>
          <p:cNvSpPr>
            <a:spLocks noGrp="1"/>
          </p:cNvSpPr>
          <p:nvPr>
            <p:ph type="subTitle" idx="1" hasCustomPrompt="1"/>
          </p:nvPr>
        </p:nvSpPr>
        <p:spPr>
          <a:xfrm>
            <a:off x="5385917" y="2709739"/>
            <a:ext cx="3427884" cy="345903"/>
          </a:xfrm>
          <a:prstGeom prst="rect">
            <a:avLst/>
          </a:prstGeom>
        </p:spPr>
        <p:txBody>
          <a:bodyPr/>
          <a:lstStyle>
            <a:lvl1pPr marL="0" indent="0" algn="ctr">
              <a:buNone/>
              <a:defRPr lang="fr-FR" sz="1800" kern="1200" cap="none" baseline="0" smtClean="0">
                <a:solidFill>
                  <a:srgbClr val="27509B"/>
                </a:solidFill>
                <a:latin typeface="Arial"/>
                <a:ea typeface="+mn-ea"/>
                <a:cs typeface="Aria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r-FR"/>
              <a:t>Sous titre</a:t>
            </a:r>
          </a:p>
        </p:txBody>
      </p:sp>
      <p:pic>
        <p:nvPicPr>
          <p:cNvPr id="14"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21404" y="351512"/>
            <a:ext cx="1905368" cy="912052"/>
          </a:xfrm>
          <a:prstGeom prst="rect">
            <a:avLst/>
          </a:prstGeom>
        </p:spPr>
      </p:pic>
      <p:sp>
        <p:nvSpPr>
          <p:cNvPr id="9" name="Rectangle 8"/>
          <p:cNvSpPr/>
          <p:nvPr userDrawn="1"/>
        </p:nvSpPr>
        <p:spPr>
          <a:xfrm>
            <a:off x="-2541" y="0"/>
            <a:ext cx="457200" cy="5145088"/>
          </a:xfrm>
          <a:prstGeom prst="rect">
            <a:avLst/>
          </a:prstGeom>
          <a:solidFill>
            <a:srgbClr val="59565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457200"/>
            <a:endParaRPr lang="en-GB" sz="2400">
              <a:solidFill>
                <a:prstClr val="white"/>
              </a:solidFill>
            </a:endParaRPr>
          </a:p>
        </p:txBody>
      </p:sp>
      <p:pic>
        <p:nvPicPr>
          <p:cNvPr id="6"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57201" y="0"/>
            <a:ext cx="3148881" cy="1180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3355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Disposition personnalisée">
    <p:spTree>
      <p:nvGrpSpPr>
        <p:cNvPr id="1" name=""/>
        <p:cNvGrpSpPr/>
        <p:nvPr/>
      </p:nvGrpSpPr>
      <p:grpSpPr>
        <a:xfrm>
          <a:off x="0" y="0"/>
          <a:ext cx="0" cy="0"/>
          <a:chOff x="0" y="0"/>
          <a:chExt cx="0" cy="0"/>
        </a:xfrm>
      </p:grpSpPr>
      <p:sp>
        <p:nvSpPr>
          <p:cNvPr id="15" name="Rectangle 14"/>
          <p:cNvSpPr/>
          <p:nvPr userDrawn="1"/>
        </p:nvSpPr>
        <p:spPr>
          <a:xfrm>
            <a:off x="0" y="0"/>
            <a:ext cx="457200" cy="5145088"/>
          </a:xfrm>
          <a:prstGeom prst="rect">
            <a:avLst/>
          </a:prstGeom>
          <a:solidFill>
            <a:srgbClr val="84BD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457200"/>
            <a:endParaRPr lang="en-GB" sz="2400">
              <a:solidFill>
                <a:prstClr val="white"/>
              </a:solidFill>
            </a:endParaRPr>
          </a:p>
        </p:txBody>
      </p:sp>
      <p:sp>
        <p:nvSpPr>
          <p:cNvPr id="10" name="Titre 1"/>
          <p:cNvSpPr>
            <a:spLocks noGrp="1"/>
          </p:cNvSpPr>
          <p:nvPr>
            <p:ph type="title" hasCustomPrompt="1"/>
          </p:nvPr>
        </p:nvSpPr>
        <p:spPr>
          <a:xfrm>
            <a:off x="584200" y="1847377"/>
            <a:ext cx="8229600" cy="857515"/>
          </a:xfrm>
          <a:prstGeom prst="rect">
            <a:avLst/>
          </a:prstGeom>
        </p:spPr>
        <p:txBody>
          <a:bodyPr anchor="ctr"/>
          <a:lstStyle>
            <a:lvl1pPr algn="ctr">
              <a:defRPr lang="fr-FR" sz="2800" b="0" i="0" kern="1200" cap="all" baseline="0" smtClean="0">
                <a:solidFill>
                  <a:srgbClr val="27509B"/>
                </a:solidFill>
                <a:latin typeface="Michelin" pitchFamily="50" charset="0"/>
                <a:ea typeface="+mj-ea"/>
                <a:cs typeface="Arial" panose="020B0604020202020204" pitchFamily="34" charset="0"/>
              </a:defRPr>
            </a:lvl1pPr>
          </a:lstStyle>
          <a:p>
            <a:r>
              <a:rPr lang="fr-FR"/>
              <a:t>Titre</a:t>
            </a:r>
          </a:p>
        </p:txBody>
      </p:sp>
      <p:sp>
        <p:nvSpPr>
          <p:cNvPr id="11" name="Sous-titre 2"/>
          <p:cNvSpPr>
            <a:spLocks noGrp="1"/>
          </p:cNvSpPr>
          <p:nvPr>
            <p:ph type="subTitle" idx="1" hasCustomPrompt="1"/>
          </p:nvPr>
        </p:nvSpPr>
        <p:spPr>
          <a:xfrm>
            <a:off x="5385917" y="2709739"/>
            <a:ext cx="3427884" cy="345903"/>
          </a:xfrm>
          <a:prstGeom prst="rect">
            <a:avLst/>
          </a:prstGeom>
        </p:spPr>
        <p:txBody>
          <a:bodyPr/>
          <a:lstStyle>
            <a:lvl1pPr marL="0" indent="0" algn="ctr">
              <a:buNone/>
              <a:defRPr lang="fr-FR" sz="1800" kern="1200" cap="none" baseline="0" smtClean="0">
                <a:solidFill>
                  <a:srgbClr val="27509B"/>
                </a:solidFill>
                <a:latin typeface="Arial"/>
                <a:ea typeface="+mn-ea"/>
                <a:cs typeface="Aria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r-FR"/>
              <a:t>Sous titre</a:t>
            </a:r>
          </a:p>
        </p:txBody>
      </p:sp>
      <p:pic>
        <p:nvPicPr>
          <p:cNvPr id="14"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21404" y="351512"/>
            <a:ext cx="1905368" cy="912052"/>
          </a:xfrm>
          <a:prstGeom prst="rect">
            <a:avLst/>
          </a:prstGeom>
        </p:spPr>
      </p:pic>
      <p:pic>
        <p:nvPicPr>
          <p:cNvPr id="6"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57201" y="0"/>
            <a:ext cx="3148881" cy="1180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38592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Disposition personnalisée">
    <p:spTree>
      <p:nvGrpSpPr>
        <p:cNvPr id="1" name=""/>
        <p:cNvGrpSpPr/>
        <p:nvPr/>
      </p:nvGrpSpPr>
      <p:grpSpPr>
        <a:xfrm>
          <a:off x="0" y="0"/>
          <a:ext cx="0" cy="0"/>
          <a:chOff x="0" y="0"/>
          <a:chExt cx="0" cy="0"/>
        </a:xfrm>
      </p:grpSpPr>
      <p:sp>
        <p:nvSpPr>
          <p:cNvPr id="15" name="Rectangle 14"/>
          <p:cNvSpPr/>
          <p:nvPr userDrawn="1"/>
        </p:nvSpPr>
        <p:spPr>
          <a:xfrm>
            <a:off x="0" y="0"/>
            <a:ext cx="457200" cy="514508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457200"/>
            <a:endParaRPr lang="en-GB" sz="2400">
              <a:solidFill>
                <a:prstClr val="white"/>
              </a:solidFill>
            </a:endParaRPr>
          </a:p>
        </p:txBody>
      </p:sp>
      <p:sp>
        <p:nvSpPr>
          <p:cNvPr id="10" name="Titre 1"/>
          <p:cNvSpPr>
            <a:spLocks noGrp="1"/>
          </p:cNvSpPr>
          <p:nvPr>
            <p:ph type="title" hasCustomPrompt="1"/>
          </p:nvPr>
        </p:nvSpPr>
        <p:spPr>
          <a:xfrm>
            <a:off x="584200" y="1847377"/>
            <a:ext cx="8229600" cy="857515"/>
          </a:xfrm>
          <a:prstGeom prst="rect">
            <a:avLst/>
          </a:prstGeom>
        </p:spPr>
        <p:txBody>
          <a:bodyPr anchor="ctr"/>
          <a:lstStyle>
            <a:lvl1pPr algn="ctr">
              <a:defRPr lang="fr-FR" sz="2800" b="0" i="0" kern="1200" cap="all" baseline="0" smtClean="0">
                <a:solidFill>
                  <a:srgbClr val="27509B"/>
                </a:solidFill>
                <a:latin typeface="Michelin" pitchFamily="50" charset="0"/>
                <a:ea typeface="+mj-ea"/>
                <a:cs typeface="Arial" panose="020B0604020202020204" pitchFamily="34" charset="0"/>
              </a:defRPr>
            </a:lvl1pPr>
          </a:lstStyle>
          <a:p>
            <a:r>
              <a:rPr lang="fr-FR"/>
              <a:t>Titre</a:t>
            </a:r>
          </a:p>
        </p:txBody>
      </p:sp>
      <p:sp>
        <p:nvSpPr>
          <p:cNvPr id="11" name="Sous-titre 2"/>
          <p:cNvSpPr>
            <a:spLocks noGrp="1"/>
          </p:cNvSpPr>
          <p:nvPr>
            <p:ph type="subTitle" idx="1" hasCustomPrompt="1"/>
          </p:nvPr>
        </p:nvSpPr>
        <p:spPr>
          <a:xfrm>
            <a:off x="5385917" y="2709739"/>
            <a:ext cx="3427884" cy="345903"/>
          </a:xfrm>
          <a:prstGeom prst="rect">
            <a:avLst/>
          </a:prstGeom>
        </p:spPr>
        <p:txBody>
          <a:bodyPr/>
          <a:lstStyle>
            <a:lvl1pPr marL="0" indent="0" algn="ctr">
              <a:buNone/>
              <a:defRPr lang="fr-FR" sz="1800" kern="1200" cap="none" baseline="0" smtClean="0">
                <a:solidFill>
                  <a:srgbClr val="27509B"/>
                </a:solidFill>
                <a:latin typeface="Arial"/>
                <a:ea typeface="+mn-ea"/>
                <a:cs typeface="Aria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r-FR"/>
              <a:t>Sous titre</a:t>
            </a:r>
          </a:p>
        </p:txBody>
      </p:sp>
      <p:pic>
        <p:nvPicPr>
          <p:cNvPr id="14"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21404" y="351512"/>
            <a:ext cx="1905368" cy="912052"/>
          </a:xfrm>
          <a:prstGeom prst="rect">
            <a:avLst/>
          </a:prstGeom>
        </p:spPr>
      </p:pic>
      <p:pic>
        <p:nvPicPr>
          <p:cNvPr id="6"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57201" y="0"/>
            <a:ext cx="3148881" cy="1180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32101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3_Disposition personnalisée">
    <p:spTree>
      <p:nvGrpSpPr>
        <p:cNvPr id="1" name=""/>
        <p:cNvGrpSpPr/>
        <p:nvPr/>
      </p:nvGrpSpPr>
      <p:grpSpPr>
        <a:xfrm>
          <a:off x="0" y="0"/>
          <a:ext cx="0" cy="0"/>
          <a:chOff x="0" y="0"/>
          <a:chExt cx="0" cy="0"/>
        </a:xfrm>
      </p:grpSpPr>
      <p:sp>
        <p:nvSpPr>
          <p:cNvPr id="6" name="Rectangle 5"/>
          <p:cNvSpPr/>
          <p:nvPr userDrawn="1"/>
        </p:nvSpPr>
        <p:spPr>
          <a:xfrm>
            <a:off x="457201" y="2169695"/>
            <a:ext cx="8686803" cy="92230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GB">
              <a:solidFill>
                <a:prstClr val="white"/>
              </a:solidFill>
            </a:endParaRPr>
          </a:p>
        </p:txBody>
      </p:sp>
      <p:pic>
        <p:nvPicPr>
          <p:cNvPr id="9" name="Image 8"/>
          <p:cNvPicPr>
            <a:picLocks noChangeAspect="1"/>
          </p:cNvPicPr>
          <p:nvPr userDrawn="1"/>
        </p:nvPicPr>
        <p:blipFill rotWithShape="1">
          <a:blip r:embed="rId2" cstate="print">
            <a:duotone>
              <a:schemeClr val="bg2">
                <a:shade val="45000"/>
                <a:satMod val="135000"/>
              </a:schemeClr>
              <a:prstClr val="white"/>
            </a:duotone>
            <a:extLst>
              <a:ext uri="{28A0092B-C50C-407E-A947-70E740481C1C}">
                <a14:useLocalDpi xmlns:a14="http://schemas.microsoft.com/office/drawing/2010/main" val="0"/>
              </a:ext>
            </a:extLst>
          </a:blip>
          <a:srcRect r="6672" b="5523"/>
          <a:stretch/>
        </p:blipFill>
        <p:spPr>
          <a:xfrm>
            <a:off x="6571052" y="2884504"/>
            <a:ext cx="2572949" cy="2021844"/>
          </a:xfrm>
          <a:prstGeom prst="rect">
            <a:avLst/>
          </a:prstGeom>
        </p:spPr>
      </p:pic>
      <p:pic>
        <p:nvPicPr>
          <p:cNvPr id="10" name="Image 9" descr="usines.png"/>
          <p:cNvPicPr>
            <a:picLocks noChangeAspect="1"/>
          </p:cNvPicPr>
          <p:nvPr userDrawn="1"/>
        </p:nvPicPr>
        <p:blipFill>
          <a:blip r:embed="rId3">
            <a:lum bright="70000" contrast="-70000"/>
            <a:extLst>
              <a:ext uri="{28A0092B-C50C-407E-A947-70E740481C1C}">
                <a14:useLocalDpi xmlns:a14="http://schemas.microsoft.com/office/drawing/2010/main"/>
              </a:ext>
            </a:extLst>
          </a:blip>
          <a:stretch>
            <a:fillRect/>
          </a:stretch>
        </p:blipFill>
        <p:spPr>
          <a:xfrm>
            <a:off x="683568" y="628328"/>
            <a:ext cx="8244000" cy="1541732"/>
          </a:xfrm>
          <a:prstGeom prst="rect">
            <a:avLst/>
          </a:prstGeom>
        </p:spPr>
      </p:pic>
      <p:pic>
        <p:nvPicPr>
          <p:cNvPr id="205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457200" y="4065562"/>
            <a:ext cx="2242591" cy="840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descr="C:\Users\F375159\Desktop\Logo Michelin\Michelin_G_Horizontal_Fr_WhiteBG_0615-01.jp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457201" y="196280"/>
            <a:ext cx="2700609" cy="720080"/>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texte 2"/>
          <p:cNvSpPr>
            <a:spLocks noGrp="1"/>
          </p:cNvSpPr>
          <p:nvPr>
            <p:ph type="body" sz="quarter" idx="10"/>
          </p:nvPr>
        </p:nvSpPr>
        <p:spPr>
          <a:xfrm>
            <a:off x="457201" y="3091999"/>
            <a:ext cx="4531175" cy="403225"/>
          </a:xfrm>
          <a:prstGeom prst="rect">
            <a:avLst/>
          </a:prstGeom>
        </p:spPr>
        <p:txBody>
          <a:bodyPr/>
          <a:lstStyle>
            <a:lvl1pPr marL="0" indent="0">
              <a:buNone/>
              <a:defRPr sz="1600" cap="small" baseline="0">
                <a:solidFill>
                  <a:schemeClr val="accent2"/>
                </a:solidFill>
                <a:latin typeface="Arial" panose="020B0604020202020204" pitchFamily="34" charset="0"/>
                <a:cs typeface="Arial" panose="020B0604020202020204" pitchFamily="34" charset="0"/>
              </a:defRPr>
            </a:lvl1pPr>
          </a:lstStyle>
          <a:p>
            <a:pPr lvl="0"/>
            <a:r>
              <a:rPr lang="fr-FR"/>
              <a:t>Modifiez les styles du texte du masque</a:t>
            </a:r>
          </a:p>
        </p:txBody>
      </p:sp>
      <p:sp>
        <p:nvSpPr>
          <p:cNvPr id="7" name="Titre 3"/>
          <p:cNvSpPr>
            <a:spLocks noGrp="1"/>
          </p:cNvSpPr>
          <p:nvPr>
            <p:ph type="title" hasCustomPrompt="1"/>
          </p:nvPr>
        </p:nvSpPr>
        <p:spPr>
          <a:xfrm>
            <a:off x="688138" y="2233821"/>
            <a:ext cx="8224926" cy="698763"/>
          </a:xfrm>
          <a:prstGeom prst="rect">
            <a:avLst/>
          </a:prstGeom>
        </p:spPr>
        <p:txBody>
          <a:bodyPr anchor="ctr"/>
          <a:lstStyle>
            <a:lvl1pPr algn="l">
              <a:defRPr sz="2000" i="0" cap="all" baseline="0">
                <a:solidFill>
                  <a:schemeClr val="bg1"/>
                </a:solidFill>
                <a:latin typeface="Michelin" pitchFamily="50" charset="0"/>
              </a:defRPr>
            </a:lvl1pPr>
          </a:lstStyle>
          <a:p>
            <a:r>
              <a:rPr lang="fr-FR"/>
              <a:t>MODIFIEZ LE STYLE DU TITRE</a:t>
            </a:r>
            <a:endParaRPr lang="en-GB"/>
          </a:p>
        </p:txBody>
      </p:sp>
    </p:spTree>
    <p:extLst>
      <p:ext uri="{BB962C8B-B14F-4D97-AF65-F5344CB8AC3E}">
        <p14:creationId xmlns:p14="http://schemas.microsoft.com/office/powerpoint/2010/main" val="30560132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8_Disposition personnalisée">
    <p:spTree>
      <p:nvGrpSpPr>
        <p:cNvPr id="1" name=""/>
        <p:cNvGrpSpPr/>
        <p:nvPr/>
      </p:nvGrpSpPr>
      <p:grpSpPr>
        <a:xfrm>
          <a:off x="0" y="0"/>
          <a:ext cx="0" cy="0"/>
          <a:chOff x="0" y="0"/>
          <a:chExt cx="0" cy="0"/>
        </a:xfrm>
      </p:grpSpPr>
      <p:sp>
        <p:nvSpPr>
          <p:cNvPr id="8" name="Rectangle 7"/>
          <p:cNvSpPr/>
          <p:nvPr userDrawn="1"/>
        </p:nvSpPr>
        <p:spPr>
          <a:xfrm>
            <a:off x="0" y="0"/>
            <a:ext cx="457200" cy="5145088"/>
          </a:xfrm>
          <a:prstGeom prst="rect">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a:endParaRPr lang="en-GB">
              <a:solidFill>
                <a:prstClr val="white"/>
              </a:solidFill>
            </a:endParaRPr>
          </a:p>
        </p:txBody>
      </p:sp>
      <p:sp>
        <p:nvSpPr>
          <p:cNvPr id="11" name="Espace réservé du contenu 4"/>
          <p:cNvSpPr>
            <a:spLocks noGrp="1"/>
          </p:cNvSpPr>
          <p:nvPr>
            <p:ph sz="quarter" idx="10"/>
          </p:nvPr>
        </p:nvSpPr>
        <p:spPr>
          <a:xfrm>
            <a:off x="457203" y="800347"/>
            <a:ext cx="8229598" cy="3608718"/>
          </a:xfrm>
          <a:prstGeom prst="rect">
            <a:avLst/>
          </a:prstGeom>
        </p:spPr>
        <p:txBody>
          <a:bodyPr/>
          <a:lstStyle>
            <a:lvl1pPr>
              <a:defRPr lang="fr-FR" sz="1800" kern="1200" noProof="0" dirty="0" smtClean="0">
                <a:solidFill>
                  <a:schemeClr val="tx1">
                    <a:lumMod val="75000"/>
                    <a:lumOff val="25000"/>
                  </a:schemeClr>
                </a:solidFill>
                <a:latin typeface="Arial"/>
                <a:ea typeface="+mn-ea"/>
                <a:cs typeface="Arial"/>
              </a:defRPr>
            </a:lvl1pPr>
            <a:lvl2pPr marL="742932" indent="-285744">
              <a:buFontTx/>
              <a:buBlip>
                <a:blip r:embed="rId2"/>
              </a:buBlip>
              <a:defRPr lang="fr-FR" sz="1600" kern="1200" noProof="0" dirty="0" smtClean="0">
                <a:solidFill>
                  <a:schemeClr val="tx1">
                    <a:lumMod val="75000"/>
                    <a:lumOff val="25000"/>
                  </a:schemeClr>
                </a:solidFill>
                <a:latin typeface="Arial"/>
                <a:ea typeface="+mn-ea"/>
                <a:cs typeface="Arial"/>
              </a:defRPr>
            </a:lvl2pPr>
            <a:lvl3pPr marL="1142971" indent="-228594">
              <a:buFontTx/>
              <a:buBlip>
                <a:blip r:embed="rId3"/>
              </a:buBlip>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3pPr>
            <a:lvl4pPr marL="1600160" indent="-228594">
              <a:buFont typeface="Wingdings" panose="05000000000000000000" pitchFamily="2" charset="2"/>
              <a:buChar char="§"/>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4pPr>
            <a:lvl5pPr marL="2057349" indent="-228594">
              <a:buFont typeface="Arial" panose="020B0604020202020204" pitchFamily="34" charset="0"/>
              <a:buChar char="•"/>
              <a:defRPr lang="en-GB" sz="1400" kern="1200" dirty="0">
                <a:solidFill>
                  <a:schemeClr val="tx1">
                    <a:lumMod val="75000"/>
                    <a:lumOff val="25000"/>
                  </a:schemeClr>
                </a:solidFill>
                <a:latin typeface="Arial" panose="020B0604020202020204" pitchFamily="34" charset="0"/>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sp>
        <p:nvSpPr>
          <p:cNvPr id="9" name="Titre 3"/>
          <p:cNvSpPr>
            <a:spLocks noGrp="1"/>
          </p:cNvSpPr>
          <p:nvPr>
            <p:ph type="title" hasCustomPrompt="1"/>
          </p:nvPr>
        </p:nvSpPr>
        <p:spPr>
          <a:xfrm>
            <a:off x="457203" y="109504"/>
            <a:ext cx="7886700" cy="483200"/>
          </a:xfrm>
          <a:prstGeom prst="rect">
            <a:avLst/>
          </a:prstGeom>
        </p:spPr>
        <p:txBody>
          <a:bodyPr anchor="ctr"/>
          <a:lstStyle>
            <a:lvl1pPr algn="l" defTabSz="457189" rtl="0" eaLnBrk="1" latinLnBrk="0" hangingPunct="1">
              <a:spcBef>
                <a:spcPct val="0"/>
              </a:spcBef>
              <a:buNone/>
              <a:defRPr lang="en-GB"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r>
              <a:rPr lang="fr-FR"/>
              <a:t>MODIFIEZ LE STYLE DU TITRE</a:t>
            </a:r>
            <a:endParaRPr lang="en-GB"/>
          </a:p>
        </p:txBody>
      </p:sp>
      <p:pic>
        <p:nvPicPr>
          <p:cNvPr id="5"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2E257E41-FBF6-421D-BC54-EE7D229C4F4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18578128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9_Disposition personnalisée">
    <p:spTree>
      <p:nvGrpSpPr>
        <p:cNvPr id="1" name=""/>
        <p:cNvGrpSpPr/>
        <p:nvPr/>
      </p:nvGrpSpPr>
      <p:grpSpPr>
        <a:xfrm>
          <a:off x="0" y="0"/>
          <a:ext cx="0" cy="0"/>
          <a:chOff x="0" y="0"/>
          <a:chExt cx="0" cy="0"/>
        </a:xfrm>
      </p:grpSpPr>
      <p:sp>
        <p:nvSpPr>
          <p:cNvPr id="3" name="Rectangle 2"/>
          <p:cNvSpPr/>
          <p:nvPr userDrawn="1"/>
        </p:nvSpPr>
        <p:spPr>
          <a:xfrm>
            <a:off x="0" y="0"/>
            <a:ext cx="457200" cy="5145088"/>
          </a:xfrm>
          <a:prstGeom prst="rect">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a:endParaRPr lang="en-GB">
              <a:solidFill>
                <a:prstClr val="white"/>
              </a:solidFill>
            </a:endParaRPr>
          </a:p>
        </p:txBody>
      </p:sp>
      <p:sp>
        <p:nvSpPr>
          <p:cNvPr id="9" name="Espace réservé du contenu 4"/>
          <p:cNvSpPr>
            <a:spLocks noGrp="1"/>
          </p:cNvSpPr>
          <p:nvPr>
            <p:ph sz="quarter" idx="10"/>
          </p:nvPr>
        </p:nvSpPr>
        <p:spPr>
          <a:xfrm>
            <a:off x="457203" y="800347"/>
            <a:ext cx="8229598" cy="3608718"/>
          </a:xfrm>
          <a:prstGeom prst="rect">
            <a:avLst/>
          </a:prstGeom>
        </p:spPr>
        <p:txBody>
          <a:bodyPr/>
          <a:lstStyle>
            <a:lvl1pPr>
              <a:defRPr lang="fr-FR" sz="1800" kern="1200" noProof="0" dirty="0" smtClean="0">
                <a:solidFill>
                  <a:schemeClr val="tx1">
                    <a:lumMod val="75000"/>
                    <a:lumOff val="25000"/>
                  </a:schemeClr>
                </a:solidFill>
                <a:latin typeface="Arial"/>
                <a:ea typeface="+mn-ea"/>
                <a:cs typeface="Arial"/>
              </a:defRPr>
            </a:lvl1pPr>
            <a:lvl2pPr marL="742932" indent="-285744">
              <a:buFontTx/>
              <a:buBlip>
                <a:blip r:embed="rId2"/>
              </a:buBlip>
              <a:defRPr lang="fr-FR" sz="1600" kern="1200" noProof="0" dirty="0" smtClean="0">
                <a:solidFill>
                  <a:schemeClr val="tx1">
                    <a:lumMod val="75000"/>
                    <a:lumOff val="25000"/>
                  </a:schemeClr>
                </a:solidFill>
                <a:latin typeface="Arial"/>
                <a:ea typeface="+mn-ea"/>
                <a:cs typeface="Arial"/>
              </a:defRPr>
            </a:lvl2pPr>
            <a:lvl3pPr marL="1142971" indent="-228594">
              <a:buFontTx/>
              <a:buBlip>
                <a:blip r:embed="rId3"/>
              </a:buBlip>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3pPr>
            <a:lvl4pPr marL="1600160" indent="-228594">
              <a:buFont typeface="Wingdings" panose="05000000000000000000" pitchFamily="2" charset="2"/>
              <a:buChar char="§"/>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4pPr>
            <a:lvl5pPr marL="2057349" indent="-228594">
              <a:buFont typeface="Arial" panose="020B0604020202020204" pitchFamily="34" charset="0"/>
              <a:buChar char="•"/>
              <a:defRPr lang="en-GB" sz="1400" kern="1200" dirty="0">
                <a:solidFill>
                  <a:schemeClr val="tx1">
                    <a:lumMod val="75000"/>
                    <a:lumOff val="25000"/>
                  </a:schemeClr>
                </a:solidFill>
                <a:latin typeface="Arial" panose="020B0604020202020204" pitchFamily="34" charset="0"/>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sp>
        <p:nvSpPr>
          <p:cNvPr id="12" name="Titre 3"/>
          <p:cNvSpPr>
            <a:spLocks noGrp="1"/>
          </p:cNvSpPr>
          <p:nvPr>
            <p:ph type="title" hasCustomPrompt="1"/>
          </p:nvPr>
        </p:nvSpPr>
        <p:spPr>
          <a:xfrm>
            <a:off x="457203" y="109504"/>
            <a:ext cx="7886700" cy="483200"/>
          </a:xfrm>
          <a:prstGeom prst="rect">
            <a:avLst/>
          </a:prstGeom>
        </p:spPr>
        <p:txBody>
          <a:bodyPr anchor="ctr"/>
          <a:lstStyle>
            <a:lvl1pPr algn="l" defTabSz="457189" rtl="0" eaLnBrk="1" latinLnBrk="0" hangingPunct="1">
              <a:spcBef>
                <a:spcPct val="0"/>
              </a:spcBef>
              <a:buNone/>
              <a:defRPr lang="en-GB"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r>
              <a:rPr lang="fr-FR"/>
              <a:t>MODIFIEZ LE STYLE DU TITRE</a:t>
            </a:r>
            <a:endParaRPr lang="en-GB"/>
          </a:p>
        </p:txBody>
      </p:sp>
      <p:pic>
        <p:nvPicPr>
          <p:cNvPr id="13" name="Image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04672" y="4426066"/>
            <a:ext cx="1944000" cy="519417"/>
          </a:xfrm>
          <a:prstGeom prst="rect">
            <a:avLst/>
          </a:prstGeom>
        </p:spPr>
      </p:pic>
      <p:pic>
        <p:nvPicPr>
          <p:cNvPr id="6" name="Picture 3"/>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519746" y="4426066"/>
            <a:ext cx="1384990" cy="519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Image 6">
            <a:extLst>
              <a:ext uri="{FF2B5EF4-FFF2-40B4-BE49-F238E27FC236}">
                <a16:creationId xmlns:a16="http://schemas.microsoft.com/office/drawing/2014/main" id="{B53305C7-5BC5-4148-9CB8-211B9FDCBB9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10213262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0_Disposition personnalisée">
    <p:spTree>
      <p:nvGrpSpPr>
        <p:cNvPr id="1" name=""/>
        <p:cNvGrpSpPr/>
        <p:nvPr/>
      </p:nvGrpSpPr>
      <p:grpSpPr>
        <a:xfrm>
          <a:off x="0" y="0"/>
          <a:ext cx="0" cy="0"/>
          <a:chOff x="0" y="0"/>
          <a:chExt cx="0" cy="0"/>
        </a:xfrm>
      </p:grpSpPr>
      <p:sp>
        <p:nvSpPr>
          <p:cNvPr id="16" name="Rectangle 15"/>
          <p:cNvSpPr/>
          <p:nvPr userDrawn="1"/>
        </p:nvSpPr>
        <p:spPr>
          <a:xfrm>
            <a:off x="0" y="0"/>
            <a:ext cx="457200" cy="5145088"/>
          </a:xfrm>
          <a:prstGeom prst="rect">
            <a:avLst/>
          </a:prstGeom>
          <a:solidFill>
            <a:srgbClr val="84BD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a:endParaRPr lang="en-GB">
              <a:solidFill>
                <a:prstClr val="white"/>
              </a:solidFill>
            </a:endParaRPr>
          </a:p>
        </p:txBody>
      </p:sp>
      <p:sp>
        <p:nvSpPr>
          <p:cNvPr id="11" name="Espace réservé du contenu 4"/>
          <p:cNvSpPr>
            <a:spLocks noGrp="1"/>
          </p:cNvSpPr>
          <p:nvPr>
            <p:ph sz="quarter" idx="10"/>
          </p:nvPr>
        </p:nvSpPr>
        <p:spPr>
          <a:xfrm>
            <a:off x="457203" y="800347"/>
            <a:ext cx="8229598" cy="3608718"/>
          </a:xfrm>
          <a:prstGeom prst="rect">
            <a:avLst/>
          </a:prstGeom>
        </p:spPr>
        <p:txBody>
          <a:bodyPr/>
          <a:lstStyle>
            <a:lvl1pPr>
              <a:defRPr lang="fr-FR" sz="1800" kern="1200" noProof="0" dirty="0" smtClean="0">
                <a:solidFill>
                  <a:schemeClr val="tx1">
                    <a:lumMod val="75000"/>
                    <a:lumOff val="25000"/>
                  </a:schemeClr>
                </a:solidFill>
                <a:latin typeface="Arial"/>
                <a:ea typeface="+mn-ea"/>
                <a:cs typeface="Arial"/>
              </a:defRPr>
            </a:lvl1pPr>
            <a:lvl2pPr marL="742932" indent="-285744">
              <a:buFontTx/>
              <a:buBlip>
                <a:blip r:embed="rId2"/>
              </a:buBlip>
              <a:defRPr lang="fr-FR" sz="1600" kern="1200" noProof="0" dirty="0" smtClean="0">
                <a:solidFill>
                  <a:schemeClr val="tx1">
                    <a:lumMod val="75000"/>
                    <a:lumOff val="25000"/>
                  </a:schemeClr>
                </a:solidFill>
                <a:latin typeface="Arial"/>
                <a:ea typeface="+mn-ea"/>
                <a:cs typeface="Arial"/>
              </a:defRPr>
            </a:lvl2pPr>
            <a:lvl3pPr marL="1142971" indent="-228594">
              <a:buFontTx/>
              <a:buBlip>
                <a:blip r:embed="rId3"/>
              </a:buBlip>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3pPr>
            <a:lvl4pPr marL="1600160" indent="-228594">
              <a:buFont typeface="Wingdings" panose="05000000000000000000" pitchFamily="2" charset="2"/>
              <a:buChar char="§"/>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4pPr>
            <a:lvl5pPr marL="2057349" indent="-228594">
              <a:buFont typeface="Arial" panose="020B0604020202020204" pitchFamily="34" charset="0"/>
              <a:buChar char="•"/>
              <a:defRPr lang="en-GB" sz="1400" kern="1200" dirty="0">
                <a:solidFill>
                  <a:schemeClr val="tx1">
                    <a:lumMod val="75000"/>
                    <a:lumOff val="25000"/>
                  </a:schemeClr>
                </a:solidFill>
                <a:latin typeface="Arial" panose="020B0604020202020204" pitchFamily="34" charset="0"/>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sp>
        <p:nvSpPr>
          <p:cNvPr id="12" name="Titre 3"/>
          <p:cNvSpPr>
            <a:spLocks noGrp="1"/>
          </p:cNvSpPr>
          <p:nvPr>
            <p:ph type="title" hasCustomPrompt="1"/>
          </p:nvPr>
        </p:nvSpPr>
        <p:spPr>
          <a:xfrm>
            <a:off x="457203" y="109504"/>
            <a:ext cx="7886700" cy="483200"/>
          </a:xfrm>
          <a:prstGeom prst="rect">
            <a:avLst/>
          </a:prstGeom>
        </p:spPr>
        <p:txBody>
          <a:bodyPr anchor="ctr"/>
          <a:lstStyle>
            <a:lvl1pPr algn="l" defTabSz="457189" rtl="0" eaLnBrk="1" latinLnBrk="0" hangingPunct="1">
              <a:spcBef>
                <a:spcPct val="0"/>
              </a:spcBef>
              <a:buNone/>
              <a:defRPr lang="en-GB"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r>
              <a:rPr lang="fr-FR"/>
              <a:t>MODIFIEZ LE STYLE DU TITRE</a:t>
            </a:r>
            <a:endParaRPr lang="en-GB"/>
          </a:p>
        </p:txBody>
      </p:sp>
      <p:pic>
        <p:nvPicPr>
          <p:cNvPr id="5"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1981F529-AA17-44D5-8D38-77711D868D8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21546491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1_Disposition personnalisée">
    <p:spTree>
      <p:nvGrpSpPr>
        <p:cNvPr id="1" name=""/>
        <p:cNvGrpSpPr/>
        <p:nvPr/>
      </p:nvGrpSpPr>
      <p:grpSpPr>
        <a:xfrm>
          <a:off x="0" y="0"/>
          <a:ext cx="0" cy="0"/>
          <a:chOff x="0" y="0"/>
          <a:chExt cx="0" cy="0"/>
        </a:xfrm>
      </p:grpSpPr>
      <p:sp>
        <p:nvSpPr>
          <p:cNvPr id="7" name="Rectangle 6"/>
          <p:cNvSpPr/>
          <p:nvPr userDrawn="1"/>
        </p:nvSpPr>
        <p:spPr>
          <a:xfrm>
            <a:off x="0" y="0"/>
            <a:ext cx="457200" cy="5145088"/>
          </a:xfrm>
          <a:prstGeom prst="rect">
            <a:avLst/>
          </a:prstGeom>
          <a:solidFill>
            <a:srgbClr val="84BD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a:endParaRPr lang="en-GB">
              <a:solidFill>
                <a:prstClr val="white"/>
              </a:solidFill>
            </a:endParaRPr>
          </a:p>
        </p:txBody>
      </p:sp>
      <p:sp>
        <p:nvSpPr>
          <p:cNvPr id="9" name="Espace réservé du contenu 4"/>
          <p:cNvSpPr>
            <a:spLocks noGrp="1"/>
          </p:cNvSpPr>
          <p:nvPr>
            <p:ph sz="quarter" idx="10"/>
          </p:nvPr>
        </p:nvSpPr>
        <p:spPr>
          <a:xfrm>
            <a:off x="457203" y="800347"/>
            <a:ext cx="8229598" cy="3608718"/>
          </a:xfrm>
          <a:prstGeom prst="rect">
            <a:avLst/>
          </a:prstGeom>
        </p:spPr>
        <p:txBody>
          <a:bodyPr/>
          <a:lstStyle>
            <a:lvl1pPr>
              <a:defRPr lang="fr-FR" sz="1800" kern="1200" noProof="0" dirty="0" smtClean="0">
                <a:solidFill>
                  <a:schemeClr val="tx1">
                    <a:lumMod val="75000"/>
                    <a:lumOff val="25000"/>
                  </a:schemeClr>
                </a:solidFill>
                <a:latin typeface="Arial"/>
                <a:ea typeface="+mn-ea"/>
                <a:cs typeface="Arial"/>
              </a:defRPr>
            </a:lvl1pPr>
            <a:lvl2pPr marL="742932" indent="-285744">
              <a:buFontTx/>
              <a:buBlip>
                <a:blip r:embed="rId2"/>
              </a:buBlip>
              <a:defRPr lang="fr-FR" sz="1600" kern="1200" noProof="0" dirty="0" smtClean="0">
                <a:solidFill>
                  <a:schemeClr val="tx1">
                    <a:lumMod val="75000"/>
                    <a:lumOff val="25000"/>
                  </a:schemeClr>
                </a:solidFill>
                <a:latin typeface="Arial"/>
                <a:ea typeface="+mn-ea"/>
                <a:cs typeface="Arial"/>
              </a:defRPr>
            </a:lvl2pPr>
            <a:lvl3pPr marL="1142971" indent="-228594">
              <a:buFontTx/>
              <a:buBlip>
                <a:blip r:embed="rId3"/>
              </a:buBlip>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3pPr>
            <a:lvl4pPr marL="1600160" indent="-228594">
              <a:buFont typeface="Wingdings" panose="05000000000000000000" pitchFamily="2" charset="2"/>
              <a:buChar char="§"/>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4pPr>
            <a:lvl5pPr marL="2057349" indent="-228594">
              <a:buFont typeface="Arial" panose="020B0604020202020204" pitchFamily="34" charset="0"/>
              <a:buChar char="•"/>
              <a:defRPr lang="en-GB" sz="1400" kern="1200" dirty="0">
                <a:solidFill>
                  <a:schemeClr val="tx1">
                    <a:lumMod val="75000"/>
                    <a:lumOff val="25000"/>
                  </a:schemeClr>
                </a:solidFill>
                <a:latin typeface="Arial" panose="020B0604020202020204" pitchFamily="34" charset="0"/>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sp>
        <p:nvSpPr>
          <p:cNvPr id="14" name="Titre 3"/>
          <p:cNvSpPr>
            <a:spLocks noGrp="1"/>
          </p:cNvSpPr>
          <p:nvPr>
            <p:ph type="title" hasCustomPrompt="1"/>
          </p:nvPr>
        </p:nvSpPr>
        <p:spPr>
          <a:xfrm>
            <a:off x="457203" y="109504"/>
            <a:ext cx="7886700" cy="483200"/>
          </a:xfrm>
          <a:prstGeom prst="rect">
            <a:avLst/>
          </a:prstGeom>
        </p:spPr>
        <p:txBody>
          <a:bodyPr anchor="ctr"/>
          <a:lstStyle>
            <a:lvl1pPr algn="l" defTabSz="457189" rtl="0" eaLnBrk="1" latinLnBrk="0" hangingPunct="1">
              <a:spcBef>
                <a:spcPct val="0"/>
              </a:spcBef>
              <a:buNone/>
              <a:defRPr lang="en-GB"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r>
              <a:rPr lang="fr-FR"/>
              <a:t>MODIFIEZ LE STYLE DU TITRE</a:t>
            </a:r>
            <a:endParaRPr lang="en-GB"/>
          </a:p>
        </p:txBody>
      </p:sp>
      <p:pic>
        <p:nvPicPr>
          <p:cNvPr id="12" name="Imag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04672" y="4426066"/>
            <a:ext cx="1944000" cy="519417"/>
          </a:xfrm>
          <a:prstGeom prst="rect">
            <a:avLst/>
          </a:prstGeom>
        </p:spPr>
      </p:pic>
      <p:pic>
        <p:nvPicPr>
          <p:cNvPr id="6" name="Picture 3"/>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519746" y="4426066"/>
            <a:ext cx="1384990" cy="519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Image 7">
            <a:extLst>
              <a:ext uri="{FF2B5EF4-FFF2-40B4-BE49-F238E27FC236}">
                <a16:creationId xmlns:a16="http://schemas.microsoft.com/office/drawing/2014/main" id="{C6580618-2261-452B-B63C-B73843BF33D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34385402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2_Disposition personnalisée">
    <p:spTree>
      <p:nvGrpSpPr>
        <p:cNvPr id="1" name=""/>
        <p:cNvGrpSpPr/>
        <p:nvPr/>
      </p:nvGrpSpPr>
      <p:grpSpPr>
        <a:xfrm>
          <a:off x="0" y="0"/>
          <a:ext cx="0" cy="0"/>
          <a:chOff x="0" y="0"/>
          <a:chExt cx="0" cy="0"/>
        </a:xfrm>
      </p:grpSpPr>
      <p:sp>
        <p:nvSpPr>
          <p:cNvPr id="16" name="Rectangle 15"/>
          <p:cNvSpPr/>
          <p:nvPr userDrawn="1"/>
        </p:nvSpPr>
        <p:spPr>
          <a:xfrm>
            <a:off x="0" y="0"/>
            <a:ext cx="457200" cy="514508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a:endParaRPr lang="en-GB">
              <a:solidFill>
                <a:prstClr val="white"/>
              </a:solidFill>
            </a:endParaRPr>
          </a:p>
        </p:txBody>
      </p:sp>
      <p:sp>
        <p:nvSpPr>
          <p:cNvPr id="11" name="Espace réservé du contenu 4"/>
          <p:cNvSpPr>
            <a:spLocks noGrp="1"/>
          </p:cNvSpPr>
          <p:nvPr>
            <p:ph sz="quarter" idx="10"/>
          </p:nvPr>
        </p:nvSpPr>
        <p:spPr>
          <a:xfrm>
            <a:off x="457203" y="800347"/>
            <a:ext cx="8229598" cy="3608718"/>
          </a:xfrm>
          <a:prstGeom prst="rect">
            <a:avLst/>
          </a:prstGeom>
        </p:spPr>
        <p:txBody>
          <a:bodyPr/>
          <a:lstStyle>
            <a:lvl1pPr>
              <a:defRPr lang="fr-FR" sz="1800" kern="1200" noProof="0" dirty="0" smtClean="0">
                <a:solidFill>
                  <a:schemeClr val="tx1">
                    <a:lumMod val="75000"/>
                    <a:lumOff val="25000"/>
                  </a:schemeClr>
                </a:solidFill>
                <a:latin typeface="Arial"/>
                <a:ea typeface="+mn-ea"/>
                <a:cs typeface="Arial"/>
              </a:defRPr>
            </a:lvl1pPr>
            <a:lvl2pPr marL="742932" indent="-285744">
              <a:buFontTx/>
              <a:buBlip>
                <a:blip r:embed="rId2"/>
              </a:buBlip>
              <a:defRPr lang="fr-FR" sz="1600" kern="1200" noProof="0" dirty="0" smtClean="0">
                <a:solidFill>
                  <a:schemeClr val="tx1">
                    <a:lumMod val="75000"/>
                    <a:lumOff val="25000"/>
                  </a:schemeClr>
                </a:solidFill>
                <a:latin typeface="Arial"/>
                <a:ea typeface="+mn-ea"/>
                <a:cs typeface="Arial"/>
              </a:defRPr>
            </a:lvl2pPr>
            <a:lvl3pPr marL="1142971" indent="-228594">
              <a:buFontTx/>
              <a:buBlip>
                <a:blip r:embed="rId3"/>
              </a:buBlip>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3pPr>
            <a:lvl4pPr marL="1600160" indent="-228594">
              <a:buFont typeface="Wingdings" panose="05000000000000000000" pitchFamily="2" charset="2"/>
              <a:buChar char="§"/>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4pPr>
            <a:lvl5pPr marL="2057349" indent="-228594">
              <a:buFont typeface="Arial" panose="020B0604020202020204" pitchFamily="34" charset="0"/>
              <a:buChar char="•"/>
              <a:defRPr lang="en-GB" sz="1400" kern="1200" dirty="0">
                <a:solidFill>
                  <a:schemeClr val="tx1">
                    <a:lumMod val="75000"/>
                    <a:lumOff val="25000"/>
                  </a:schemeClr>
                </a:solidFill>
                <a:latin typeface="Arial" panose="020B0604020202020204" pitchFamily="34" charset="0"/>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sp>
        <p:nvSpPr>
          <p:cNvPr id="12" name="Titre 3"/>
          <p:cNvSpPr>
            <a:spLocks noGrp="1"/>
          </p:cNvSpPr>
          <p:nvPr>
            <p:ph type="title" hasCustomPrompt="1"/>
          </p:nvPr>
        </p:nvSpPr>
        <p:spPr>
          <a:xfrm>
            <a:off x="457203" y="109504"/>
            <a:ext cx="7886700" cy="483200"/>
          </a:xfrm>
          <a:prstGeom prst="rect">
            <a:avLst/>
          </a:prstGeom>
        </p:spPr>
        <p:txBody>
          <a:bodyPr anchor="ctr"/>
          <a:lstStyle>
            <a:lvl1pPr algn="l" defTabSz="457189" rtl="0" eaLnBrk="1" latinLnBrk="0" hangingPunct="1">
              <a:spcBef>
                <a:spcPct val="0"/>
              </a:spcBef>
              <a:buNone/>
              <a:defRPr lang="en-GB"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r>
              <a:rPr lang="fr-FR"/>
              <a:t>MODIFIEZ LE STYLE DU TITRE</a:t>
            </a:r>
            <a:endParaRPr lang="en-GB"/>
          </a:p>
        </p:txBody>
      </p:sp>
      <p:pic>
        <p:nvPicPr>
          <p:cNvPr id="5"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1CA0D2F1-F911-4251-AF05-D45176F598D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12932303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3_Disposition personnalisée">
    <p:spTree>
      <p:nvGrpSpPr>
        <p:cNvPr id="1" name=""/>
        <p:cNvGrpSpPr/>
        <p:nvPr/>
      </p:nvGrpSpPr>
      <p:grpSpPr>
        <a:xfrm>
          <a:off x="0" y="0"/>
          <a:ext cx="0" cy="0"/>
          <a:chOff x="0" y="0"/>
          <a:chExt cx="0" cy="0"/>
        </a:xfrm>
      </p:grpSpPr>
      <p:sp>
        <p:nvSpPr>
          <p:cNvPr id="7" name="Rectangle 6"/>
          <p:cNvSpPr/>
          <p:nvPr userDrawn="1"/>
        </p:nvSpPr>
        <p:spPr>
          <a:xfrm>
            <a:off x="0" y="0"/>
            <a:ext cx="457200" cy="514508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a:endParaRPr lang="en-GB">
              <a:solidFill>
                <a:prstClr val="white"/>
              </a:solidFill>
            </a:endParaRPr>
          </a:p>
        </p:txBody>
      </p:sp>
      <p:sp>
        <p:nvSpPr>
          <p:cNvPr id="12" name="Espace réservé du contenu 4"/>
          <p:cNvSpPr>
            <a:spLocks noGrp="1"/>
          </p:cNvSpPr>
          <p:nvPr>
            <p:ph sz="quarter" idx="10"/>
          </p:nvPr>
        </p:nvSpPr>
        <p:spPr>
          <a:xfrm>
            <a:off x="457203" y="800347"/>
            <a:ext cx="8229598" cy="3608718"/>
          </a:xfrm>
          <a:prstGeom prst="rect">
            <a:avLst/>
          </a:prstGeom>
        </p:spPr>
        <p:txBody>
          <a:bodyPr/>
          <a:lstStyle>
            <a:lvl1pPr>
              <a:defRPr lang="fr-FR" sz="1800" kern="1200" noProof="0" dirty="0" smtClean="0">
                <a:solidFill>
                  <a:schemeClr val="tx1">
                    <a:lumMod val="75000"/>
                    <a:lumOff val="25000"/>
                  </a:schemeClr>
                </a:solidFill>
                <a:latin typeface="Arial"/>
                <a:ea typeface="+mn-ea"/>
                <a:cs typeface="Arial"/>
              </a:defRPr>
            </a:lvl1pPr>
            <a:lvl2pPr marL="742932" indent="-285744">
              <a:buFontTx/>
              <a:buBlip>
                <a:blip r:embed="rId2"/>
              </a:buBlip>
              <a:defRPr lang="fr-FR" sz="1600" kern="1200" noProof="0" dirty="0" smtClean="0">
                <a:solidFill>
                  <a:schemeClr val="tx1">
                    <a:lumMod val="75000"/>
                    <a:lumOff val="25000"/>
                  </a:schemeClr>
                </a:solidFill>
                <a:latin typeface="Arial"/>
                <a:ea typeface="+mn-ea"/>
                <a:cs typeface="Arial"/>
              </a:defRPr>
            </a:lvl2pPr>
            <a:lvl3pPr marL="1142971" indent="-228594">
              <a:buFontTx/>
              <a:buBlip>
                <a:blip r:embed="rId3"/>
              </a:buBlip>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3pPr>
            <a:lvl4pPr marL="1600160" indent="-228594">
              <a:buFont typeface="Wingdings" panose="05000000000000000000" pitchFamily="2" charset="2"/>
              <a:buChar char="§"/>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4pPr>
            <a:lvl5pPr marL="2057349" indent="-228594">
              <a:buFont typeface="Arial" panose="020B0604020202020204" pitchFamily="34" charset="0"/>
              <a:buChar char="•"/>
              <a:defRPr lang="en-GB" sz="1400" kern="1200" dirty="0">
                <a:solidFill>
                  <a:schemeClr val="tx1">
                    <a:lumMod val="75000"/>
                    <a:lumOff val="25000"/>
                  </a:schemeClr>
                </a:solidFill>
                <a:latin typeface="Arial" panose="020B0604020202020204" pitchFamily="34" charset="0"/>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sp>
        <p:nvSpPr>
          <p:cNvPr id="14" name="Titre 3"/>
          <p:cNvSpPr>
            <a:spLocks noGrp="1"/>
          </p:cNvSpPr>
          <p:nvPr>
            <p:ph type="title" hasCustomPrompt="1"/>
          </p:nvPr>
        </p:nvSpPr>
        <p:spPr>
          <a:xfrm>
            <a:off x="457203" y="109504"/>
            <a:ext cx="7886700" cy="483200"/>
          </a:xfrm>
          <a:prstGeom prst="rect">
            <a:avLst/>
          </a:prstGeom>
        </p:spPr>
        <p:txBody>
          <a:bodyPr anchor="ctr"/>
          <a:lstStyle>
            <a:lvl1pPr algn="l" defTabSz="457189" rtl="0" eaLnBrk="1" latinLnBrk="0" hangingPunct="1">
              <a:spcBef>
                <a:spcPct val="0"/>
              </a:spcBef>
              <a:buNone/>
              <a:defRPr lang="en-GB"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r>
              <a:rPr lang="fr-FR"/>
              <a:t>MODIFIEZ LE STYLE DU TITRE</a:t>
            </a:r>
            <a:endParaRPr lang="en-GB"/>
          </a:p>
        </p:txBody>
      </p:sp>
      <p:pic>
        <p:nvPicPr>
          <p:cNvPr id="9" name="Imag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04672" y="4426066"/>
            <a:ext cx="1944000" cy="519417"/>
          </a:xfrm>
          <a:prstGeom prst="rect">
            <a:avLst/>
          </a:prstGeom>
        </p:spPr>
      </p:pic>
      <p:pic>
        <p:nvPicPr>
          <p:cNvPr id="6" name="Picture 3"/>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519746" y="4426066"/>
            <a:ext cx="1384990" cy="519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Image 7">
            <a:extLst>
              <a:ext uri="{FF2B5EF4-FFF2-40B4-BE49-F238E27FC236}">
                <a16:creationId xmlns:a16="http://schemas.microsoft.com/office/drawing/2014/main" id="{76E112B9-6275-4176-82A8-E8CE6866F66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15998131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4_Disposition personnalisée">
    <p:spTree>
      <p:nvGrpSpPr>
        <p:cNvPr id="1" name=""/>
        <p:cNvGrpSpPr/>
        <p:nvPr/>
      </p:nvGrpSpPr>
      <p:grpSpPr>
        <a:xfrm>
          <a:off x="0" y="0"/>
          <a:ext cx="0" cy="0"/>
          <a:chOff x="0" y="0"/>
          <a:chExt cx="0" cy="0"/>
        </a:xfrm>
      </p:grpSpPr>
      <p:sp>
        <p:nvSpPr>
          <p:cNvPr id="15" name="Rectangle 14"/>
          <p:cNvSpPr/>
          <p:nvPr userDrawn="1"/>
        </p:nvSpPr>
        <p:spPr>
          <a:xfrm>
            <a:off x="0" y="0"/>
            <a:ext cx="457200" cy="5145088"/>
          </a:xfrm>
          <a:prstGeom prst="rect">
            <a:avLst/>
          </a:prstGeom>
          <a:solidFill>
            <a:srgbClr val="622C8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a:endParaRPr lang="en-GB">
              <a:solidFill>
                <a:prstClr val="white"/>
              </a:solidFill>
            </a:endParaRPr>
          </a:p>
        </p:txBody>
      </p:sp>
      <p:sp>
        <p:nvSpPr>
          <p:cNvPr id="10" name="Espace réservé du contenu 4"/>
          <p:cNvSpPr>
            <a:spLocks noGrp="1"/>
          </p:cNvSpPr>
          <p:nvPr>
            <p:ph sz="quarter" idx="10"/>
          </p:nvPr>
        </p:nvSpPr>
        <p:spPr>
          <a:xfrm>
            <a:off x="457203" y="800347"/>
            <a:ext cx="8229598" cy="3608718"/>
          </a:xfrm>
          <a:prstGeom prst="rect">
            <a:avLst/>
          </a:prstGeom>
        </p:spPr>
        <p:txBody>
          <a:bodyPr/>
          <a:lstStyle>
            <a:lvl1pPr>
              <a:defRPr lang="fr-FR" sz="1800" kern="1200" noProof="0" dirty="0" smtClean="0">
                <a:solidFill>
                  <a:schemeClr val="tx1">
                    <a:lumMod val="75000"/>
                    <a:lumOff val="25000"/>
                  </a:schemeClr>
                </a:solidFill>
                <a:latin typeface="Arial"/>
                <a:ea typeface="+mn-ea"/>
                <a:cs typeface="Arial"/>
              </a:defRPr>
            </a:lvl1pPr>
            <a:lvl2pPr marL="742932" indent="-285744">
              <a:buFontTx/>
              <a:buBlip>
                <a:blip r:embed="rId2"/>
              </a:buBlip>
              <a:defRPr lang="fr-FR" sz="1600" kern="1200" noProof="0" dirty="0" smtClean="0">
                <a:solidFill>
                  <a:schemeClr val="tx1">
                    <a:lumMod val="75000"/>
                    <a:lumOff val="25000"/>
                  </a:schemeClr>
                </a:solidFill>
                <a:latin typeface="Arial"/>
                <a:ea typeface="+mn-ea"/>
                <a:cs typeface="Arial"/>
              </a:defRPr>
            </a:lvl2pPr>
            <a:lvl3pPr marL="1142971" indent="-228594">
              <a:buFontTx/>
              <a:buBlip>
                <a:blip r:embed="rId3"/>
              </a:buBlip>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3pPr>
            <a:lvl4pPr marL="1600160" indent="-228594">
              <a:buFont typeface="Wingdings" panose="05000000000000000000" pitchFamily="2" charset="2"/>
              <a:buChar char="§"/>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4pPr>
            <a:lvl5pPr marL="2057349" indent="-228594">
              <a:buFont typeface="Arial" panose="020B0604020202020204" pitchFamily="34" charset="0"/>
              <a:buChar char="•"/>
              <a:defRPr lang="en-GB" sz="1400" kern="1200" dirty="0">
                <a:solidFill>
                  <a:schemeClr val="tx1">
                    <a:lumMod val="75000"/>
                    <a:lumOff val="25000"/>
                  </a:schemeClr>
                </a:solidFill>
                <a:latin typeface="Arial" panose="020B0604020202020204" pitchFamily="34" charset="0"/>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sp>
        <p:nvSpPr>
          <p:cNvPr id="11" name="Titre 3"/>
          <p:cNvSpPr>
            <a:spLocks noGrp="1"/>
          </p:cNvSpPr>
          <p:nvPr>
            <p:ph type="title" hasCustomPrompt="1"/>
          </p:nvPr>
        </p:nvSpPr>
        <p:spPr>
          <a:xfrm>
            <a:off x="457203" y="109504"/>
            <a:ext cx="7886700" cy="483200"/>
          </a:xfrm>
          <a:prstGeom prst="rect">
            <a:avLst/>
          </a:prstGeom>
        </p:spPr>
        <p:txBody>
          <a:bodyPr anchor="ctr"/>
          <a:lstStyle>
            <a:lvl1pPr algn="l" defTabSz="457189" rtl="0" eaLnBrk="1" latinLnBrk="0" hangingPunct="1">
              <a:spcBef>
                <a:spcPct val="0"/>
              </a:spcBef>
              <a:buNone/>
              <a:defRPr lang="en-GB"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r>
              <a:rPr lang="fr-FR"/>
              <a:t>MODIFIEZ LE STYLE DU TITRE</a:t>
            </a:r>
            <a:endParaRPr lang="en-GB"/>
          </a:p>
        </p:txBody>
      </p:sp>
      <p:pic>
        <p:nvPicPr>
          <p:cNvPr id="5"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14421E3A-E764-41DF-AF41-6353558DDDF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18676714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5_Disposition personnalisée">
    <p:spTree>
      <p:nvGrpSpPr>
        <p:cNvPr id="1" name=""/>
        <p:cNvGrpSpPr/>
        <p:nvPr/>
      </p:nvGrpSpPr>
      <p:grpSpPr>
        <a:xfrm>
          <a:off x="0" y="0"/>
          <a:ext cx="0" cy="0"/>
          <a:chOff x="0" y="0"/>
          <a:chExt cx="0" cy="0"/>
        </a:xfrm>
      </p:grpSpPr>
      <p:sp>
        <p:nvSpPr>
          <p:cNvPr id="9" name="Rectangle 8"/>
          <p:cNvSpPr/>
          <p:nvPr userDrawn="1"/>
        </p:nvSpPr>
        <p:spPr>
          <a:xfrm>
            <a:off x="0" y="0"/>
            <a:ext cx="457200" cy="5145088"/>
          </a:xfrm>
          <a:prstGeom prst="rect">
            <a:avLst/>
          </a:prstGeom>
          <a:solidFill>
            <a:srgbClr val="622C8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a:endParaRPr lang="en-GB">
              <a:solidFill>
                <a:prstClr val="white"/>
              </a:solidFill>
            </a:endParaRPr>
          </a:p>
        </p:txBody>
      </p:sp>
      <p:sp>
        <p:nvSpPr>
          <p:cNvPr id="14" name="Espace réservé du contenu 4"/>
          <p:cNvSpPr>
            <a:spLocks noGrp="1"/>
          </p:cNvSpPr>
          <p:nvPr>
            <p:ph sz="quarter" idx="10"/>
          </p:nvPr>
        </p:nvSpPr>
        <p:spPr>
          <a:xfrm>
            <a:off x="457203" y="800347"/>
            <a:ext cx="8229598" cy="3608718"/>
          </a:xfrm>
          <a:prstGeom prst="rect">
            <a:avLst/>
          </a:prstGeom>
        </p:spPr>
        <p:txBody>
          <a:bodyPr/>
          <a:lstStyle>
            <a:lvl1pPr>
              <a:defRPr lang="fr-FR" sz="1800" kern="1200" noProof="0" dirty="0" smtClean="0">
                <a:solidFill>
                  <a:schemeClr val="tx1">
                    <a:lumMod val="75000"/>
                    <a:lumOff val="25000"/>
                  </a:schemeClr>
                </a:solidFill>
                <a:latin typeface="Arial"/>
                <a:ea typeface="+mn-ea"/>
                <a:cs typeface="Arial"/>
              </a:defRPr>
            </a:lvl1pPr>
            <a:lvl2pPr marL="742932" indent="-285744">
              <a:buFontTx/>
              <a:buBlip>
                <a:blip r:embed="rId2"/>
              </a:buBlip>
              <a:defRPr lang="fr-FR" sz="1600" kern="1200" noProof="0" dirty="0" smtClean="0">
                <a:solidFill>
                  <a:schemeClr val="tx1">
                    <a:lumMod val="75000"/>
                    <a:lumOff val="25000"/>
                  </a:schemeClr>
                </a:solidFill>
                <a:latin typeface="Arial"/>
                <a:ea typeface="+mn-ea"/>
                <a:cs typeface="Arial"/>
              </a:defRPr>
            </a:lvl2pPr>
            <a:lvl3pPr marL="1142971" indent="-228594">
              <a:buFontTx/>
              <a:buBlip>
                <a:blip r:embed="rId3"/>
              </a:buBlip>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3pPr>
            <a:lvl4pPr marL="1600160" indent="-228594">
              <a:buFont typeface="Wingdings" panose="05000000000000000000" pitchFamily="2" charset="2"/>
              <a:buChar char="§"/>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4pPr>
            <a:lvl5pPr marL="2057349" indent="-228594">
              <a:buFont typeface="Arial" panose="020B0604020202020204" pitchFamily="34" charset="0"/>
              <a:buChar char="•"/>
              <a:defRPr lang="en-GB" sz="1400" kern="1200" dirty="0">
                <a:solidFill>
                  <a:schemeClr val="tx1">
                    <a:lumMod val="75000"/>
                    <a:lumOff val="25000"/>
                  </a:schemeClr>
                </a:solidFill>
                <a:latin typeface="Arial" panose="020B0604020202020204" pitchFamily="34" charset="0"/>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sp>
        <p:nvSpPr>
          <p:cNvPr id="15" name="Titre 3"/>
          <p:cNvSpPr>
            <a:spLocks noGrp="1"/>
          </p:cNvSpPr>
          <p:nvPr>
            <p:ph type="title" hasCustomPrompt="1"/>
          </p:nvPr>
        </p:nvSpPr>
        <p:spPr>
          <a:xfrm>
            <a:off x="457203" y="109504"/>
            <a:ext cx="7886700" cy="483200"/>
          </a:xfrm>
          <a:prstGeom prst="rect">
            <a:avLst/>
          </a:prstGeom>
        </p:spPr>
        <p:txBody>
          <a:bodyPr anchor="ctr"/>
          <a:lstStyle>
            <a:lvl1pPr algn="l" defTabSz="457189" rtl="0" eaLnBrk="1" latinLnBrk="0" hangingPunct="1">
              <a:spcBef>
                <a:spcPct val="0"/>
              </a:spcBef>
              <a:buNone/>
              <a:defRPr lang="en-GB"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r>
              <a:rPr lang="fr-FR"/>
              <a:t>MODIFIEZ LE STYLE DU TITRE</a:t>
            </a:r>
            <a:endParaRPr lang="en-GB"/>
          </a:p>
        </p:txBody>
      </p:sp>
      <p:pic>
        <p:nvPicPr>
          <p:cNvPr id="11" name="Image 1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04672" y="4426066"/>
            <a:ext cx="1944000" cy="519417"/>
          </a:xfrm>
          <a:prstGeom prst="rect">
            <a:avLst/>
          </a:prstGeom>
        </p:spPr>
      </p:pic>
      <p:pic>
        <p:nvPicPr>
          <p:cNvPr id="6" name="Picture 3"/>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519746" y="4426066"/>
            <a:ext cx="1384990" cy="519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Image 6">
            <a:extLst>
              <a:ext uri="{FF2B5EF4-FFF2-40B4-BE49-F238E27FC236}">
                <a16:creationId xmlns:a16="http://schemas.microsoft.com/office/drawing/2014/main" id="{442FC3AF-5FE6-4BB1-9833-2F263D582EE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30962737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5" name="Rectangle 4"/>
          <p:cNvSpPr/>
          <p:nvPr userDrawn="1"/>
        </p:nvSpPr>
        <p:spPr>
          <a:xfrm>
            <a:off x="457199" y="0"/>
            <a:ext cx="8686804" cy="4897512"/>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GB">
              <a:solidFill>
                <a:prstClr val="white"/>
              </a:solidFill>
            </a:endParaRPr>
          </a:p>
        </p:txBody>
      </p:sp>
      <p:sp>
        <p:nvSpPr>
          <p:cNvPr id="14" name="Title 5"/>
          <p:cNvSpPr txBox="1">
            <a:spLocks/>
          </p:cNvSpPr>
          <p:nvPr userDrawn="1"/>
        </p:nvSpPr>
        <p:spPr>
          <a:xfrm>
            <a:off x="449581" y="2173528"/>
            <a:ext cx="8694420" cy="680093"/>
          </a:xfrm>
          <a:prstGeom prst="rect">
            <a:avLst/>
          </a:prstGeom>
          <a:ln>
            <a:no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b="0" i="0">
                <a:solidFill>
                  <a:prstClr val="white"/>
                </a:solidFill>
                <a:latin typeface="Michelin" pitchFamily="50" charset="0"/>
                <a:cs typeface="Arial"/>
              </a:rPr>
              <a:t>MERCI</a:t>
            </a:r>
          </a:p>
        </p:txBody>
      </p:sp>
      <p:pic>
        <p:nvPicPr>
          <p:cNvPr id="4"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92538" y="345314"/>
            <a:ext cx="1963103" cy="939689"/>
          </a:xfrm>
          <a:prstGeom prst="rect">
            <a:avLst/>
          </a:prstGeom>
        </p:spPr>
      </p:pic>
      <p:pic>
        <p:nvPicPr>
          <p:cNvPr id="5122"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428138" y="3692607"/>
            <a:ext cx="2891900" cy="1204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18164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5" name="Rectangle 4"/>
          <p:cNvSpPr/>
          <p:nvPr userDrawn="1"/>
        </p:nvSpPr>
        <p:spPr>
          <a:xfrm flipH="1">
            <a:off x="1" y="0"/>
            <a:ext cx="457199" cy="514508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GB">
              <a:solidFill>
                <a:prstClr val="white"/>
              </a:solidFill>
            </a:endParaRPr>
          </a:p>
        </p:txBody>
      </p:sp>
      <p:sp>
        <p:nvSpPr>
          <p:cNvPr id="14" name="Title 5"/>
          <p:cNvSpPr txBox="1">
            <a:spLocks/>
          </p:cNvSpPr>
          <p:nvPr userDrawn="1"/>
        </p:nvSpPr>
        <p:spPr>
          <a:xfrm>
            <a:off x="449581" y="2173528"/>
            <a:ext cx="8694420" cy="680093"/>
          </a:xfrm>
          <a:prstGeom prst="rect">
            <a:avLst/>
          </a:prstGeom>
          <a:ln>
            <a:no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b="0" i="0">
                <a:solidFill>
                  <a:srgbClr val="27509B"/>
                </a:solidFill>
                <a:latin typeface="Michelin" pitchFamily="50" charset="0"/>
                <a:cs typeface="Arial"/>
              </a:rPr>
              <a:t>MERCI</a:t>
            </a:r>
          </a:p>
        </p:txBody>
      </p:sp>
      <p:pic>
        <p:nvPicPr>
          <p:cNvPr id="4"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92538" y="345314"/>
            <a:ext cx="1963103" cy="939688"/>
          </a:xfrm>
          <a:prstGeom prst="rect">
            <a:avLst/>
          </a:prstGeom>
        </p:spPr>
      </p:pic>
      <p:pic>
        <p:nvPicPr>
          <p:cNvPr id="614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770804" y="3997501"/>
            <a:ext cx="2373197" cy="890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84614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8_Disposition personnalisée">
    <p:spTree>
      <p:nvGrpSpPr>
        <p:cNvPr id="1" name=""/>
        <p:cNvGrpSpPr/>
        <p:nvPr/>
      </p:nvGrpSpPr>
      <p:grpSpPr>
        <a:xfrm>
          <a:off x="0" y="0"/>
          <a:ext cx="0" cy="0"/>
          <a:chOff x="0" y="0"/>
          <a:chExt cx="0" cy="0"/>
        </a:xfrm>
      </p:grpSpPr>
      <p:sp>
        <p:nvSpPr>
          <p:cNvPr id="8" name="Rectangle 7"/>
          <p:cNvSpPr/>
          <p:nvPr userDrawn="1"/>
        </p:nvSpPr>
        <p:spPr>
          <a:xfrm>
            <a:off x="0" y="0"/>
            <a:ext cx="457200" cy="5145088"/>
          </a:xfrm>
          <a:prstGeom prst="rect">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7" name="Titre 12"/>
          <p:cNvSpPr>
            <a:spLocks noGrp="1"/>
          </p:cNvSpPr>
          <p:nvPr>
            <p:ph type="title" hasCustomPrompt="1"/>
          </p:nvPr>
        </p:nvSpPr>
        <p:spPr>
          <a:xfrm>
            <a:off x="457200" y="114336"/>
            <a:ext cx="8229600" cy="470045"/>
          </a:xfrm>
          <a:prstGeom prst="rect">
            <a:avLst/>
          </a:prstGeom>
        </p:spPr>
        <p:txBody>
          <a:bodyPr>
            <a:noAutofit/>
          </a:bodyPr>
          <a:lstStyle>
            <a:lvl1pPr algn="l">
              <a:defRPr sz="2800" b="1" i="1" cap="all" baseline="0">
                <a:solidFill>
                  <a:srgbClr val="27509B"/>
                </a:solidFill>
                <a:latin typeface="Arial Black" panose="020B0A04020102020204" pitchFamily="34" charset="0"/>
                <a:cs typeface="Arial" panose="020B0604020202020204" pitchFamily="34" charset="0"/>
              </a:defRPr>
            </a:lvl1pPr>
          </a:lstStyle>
          <a:p>
            <a:r>
              <a:rPr lang="en-GB"/>
              <a:t>Click to edit Master title style</a:t>
            </a:r>
            <a:endParaRPr lang="fr-FR"/>
          </a:p>
        </p:txBody>
      </p:sp>
      <p:sp>
        <p:nvSpPr>
          <p:cNvPr id="11" name="Espace réservé du contenu 4"/>
          <p:cNvSpPr>
            <a:spLocks noGrp="1"/>
          </p:cNvSpPr>
          <p:nvPr>
            <p:ph sz="quarter" idx="10"/>
          </p:nvPr>
        </p:nvSpPr>
        <p:spPr>
          <a:xfrm>
            <a:off x="457203" y="800347"/>
            <a:ext cx="8229598" cy="3608718"/>
          </a:xfrm>
          <a:prstGeom prst="rect">
            <a:avLst/>
          </a:prstGeom>
        </p:spPr>
        <p:txBody>
          <a:bodyPr/>
          <a:lstStyle>
            <a:lvl1pPr>
              <a:defRPr sz="1800"/>
            </a:lvl1pPr>
            <a:lvl2pPr marL="742932" indent="-285744">
              <a:buFontTx/>
              <a:buBlip>
                <a:blip r:embed="rId2"/>
              </a:buBlip>
              <a:defRPr sz="1600"/>
            </a:lvl2pPr>
            <a:lvl3pPr marL="1142971" indent="-228594">
              <a:buFontTx/>
              <a:buBlip>
                <a:blip r:embed="rId3"/>
              </a:buBlip>
              <a:defRPr sz="1400">
                <a:latin typeface="Arial" panose="020B0604020202020204" pitchFamily="34" charset="0"/>
                <a:cs typeface="Arial" panose="020B0604020202020204" pitchFamily="34" charset="0"/>
              </a:defRPr>
            </a:lvl3pPr>
            <a:lvl4pPr marL="1600160" indent="-228594">
              <a:buFont typeface="Wingdings" panose="05000000000000000000" pitchFamily="2" charset="2"/>
              <a:buChar char="§"/>
              <a:defRPr sz="1400">
                <a:latin typeface="Arial" panose="020B0604020202020204" pitchFamily="34" charset="0"/>
                <a:cs typeface="Arial" panose="020B0604020202020204" pitchFamily="34" charset="0"/>
              </a:defRPr>
            </a:lvl4pPr>
            <a:lvl5pPr marL="2057349" indent="-228594">
              <a:buFont typeface="Arial" panose="020B0604020202020204" pitchFamily="34" charset="0"/>
              <a:buChar char="•"/>
              <a:defRPr sz="1400">
                <a:latin typeface="Arial" panose="020B0604020202020204" pitchFamily="34" charset="0"/>
                <a:cs typeface="Arial" panose="020B0604020202020204" pitchFamily="34"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Tree>
    <p:extLst>
      <p:ext uri="{BB962C8B-B14F-4D97-AF65-F5344CB8AC3E}">
        <p14:creationId xmlns:p14="http://schemas.microsoft.com/office/powerpoint/2010/main" val="28035271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Diapositive de titre">
    <p:bg>
      <p:bgPr>
        <a:solidFill>
          <a:srgbClr val="014E9F"/>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F2B319CC-E261-134F-BFBC-DD5C47A61D7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469051" y="690847"/>
            <a:ext cx="4784360" cy="3163438"/>
          </a:xfrm>
          <a:prstGeom prst="rect">
            <a:avLst/>
          </a:prstGeom>
        </p:spPr>
      </p:pic>
      <p:pic>
        <p:nvPicPr>
          <p:cNvPr id="4" name="Imagen 3" descr="Un dibujo de un perro blanco y negro&#10;&#10;Descripción generada automáticamente con confianza baja">
            <a:extLst>
              <a:ext uri="{FF2B5EF4-FFF2-40B4-BE49-F238E27FC236}">
                <a16:creationId xmlns:a16="http://schemas.microsoft.com/office/drawing/2014/main" id="{6749395E-3B42-4251-A763-B3DC27A224FF}"/>
              </a:ext>
            </a:extLst>
          </p:cNvPr>
          <p:cNvPicPr>
            <a:picLocks noChangeAspect="1"/>
          </p:cNvPicPr>
          <p:nvPr userDrawn="1"/>
        </p:nvPicPr>
        <p:blipFill>
          <a:blip r:embed="rId3"/>
          <a:stretch>
            <a:fillRect/>
          </a:stretch>
        </p:blipFill>
        <p:spPr>
          <a:xfrm>
            <a:off x="7500937" y="3852667"/>
            <a:ext cx="1225873" cy="644834"/>
          </a:xfrm>
          <a:prstGeom prst="rect">
            <a:avLst/>
          </a:prstGeom>
        </p:spPr>
      </p:pic>
    </p:spTree>
    <p:extLst>
      <p:ext uri="{BB962C8B-B14F-4D97-AF65-F5344CB8AC3E}">
        <p14:creationId xmlns:p14="http://schemas.microsoft.com/office/powerpoint/2010/main" val="42023561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Bullet Point style 01">
    <p:spTree>
      <p:nvGrpSpPr>
        <p:cNvPr id="1" name=""/>
        <p:cNvGrpSpPr/>
        <p:nvPr/>
      </p:nvGrpSpPr>
      <p:grpSpPr>
        <a:xfrm>
          <a:off x="0" y="0"/>
          <a:ext cx="0" cy="0"/>
          <a:chOff x="0" y="0"/>
          <a:chExt cx="0" cy="0"/>
        </a:xfrm>
      </p:grpSpPr>
      <p:sp>
        <p:nvSpPr>
          <p:cNvPr id="5" name="Espace réservé du texte 28">
            <a:extLst>
              <a:ext uri="{FF2B5EF4-FFF2-40B4-BE49-F238E27FC236}">
                <a16:creationId xmlns:a16="http://schemas.microsoft.com/office/drawing/2014/main" id="{D8F74563-30A1-1DD0-13CB-D0B9DCE81D91}"/>
              </a:ext>
            </a:extLst>
          </p:cNvPr>
          <p:cNvSpPr>
            <a:spLocks noGrp="1"/>
          </p:cNvSpPr>
          <p:nvPr>
            <p:ph type="body" sz="quarter" idx="17" hasCustomPrompt="1"/>
          </p:nvPr>
        </p:nvSpPr>
        <p:spPr>
          <a:xfrm>
            <a:off x="584596" y="1231676"/>
            <a:ext cx="8143864" cy="2958686"/>
          </a:xfrm>
          <a:prstGeom prst="rect">
            <a:avLst/>
          </a:prstGeom>
        </p:spPr>
        <p:txBody>
          <a:bodyPr/>
          <a:lstStyle>
            <a:lvl1pPr marL="128588" indent="-128588">
              <a:buClr>
                <a:srgbClr val="27509B"/>
              </a:buClr>
              <a:buFont typeface="Wingdings" panose="05000000000000000000" pitchFamily="2" charset="2"/>
              <a:buChar char="§"/>
              <a:defRPr lang="fr-FR" sz="1200" kern="1200" dirty="0">
                <a:solidFill>
                  <a:schemeClr val="tx1"/>
                </a:solidFill>
                <a:latin typeface="Arial" panose="020B0604020202020204" pitchFamily="34" charset="0"/>
                <a:ea typeface="+mn-ea"/>
                <a:cs typeface="Arial" panose="020B0604020202020204" pitchFamily="34" charset="0"/>
              </a:defRPr>
            </a:lvl1pPr>
            <a:lvl2pPr marL="514350" indent="-171450">
              <a:buClr>
                <a:srgbClr val="27509B"/>
              </a:buClr>
              <a:buFont typeface="Wingdings" panose="05000000000000000000" pitchFamily="2" charset="2"/>
              <a:buChar char="§"/>
              <a:defRPr sz="1050">
                <a:latin typeface="Arial" panose="020B0604020202020204" pitchFamily="34" charset="0"/>
                <a:cs typeface="Arial" panose="020B0604020202020204" pitchFamily="34" charset="0"/>
              </a:defRPr>
            </a:lvl2pPr>
            <a:lvl3pPr marL="942975" indent="-257175">
              <a:buClr>
                <a:srgbClr val="27509B"/>
              </a:buClr>
              <a:buFont typeface="Wingdings" panose="05000000000000000000" pitchFamily="2" charset="2"/>
              <a:buChar char="§"/>
              <a:defRPr sz="900">
                <a:latin typeface="Arial" panose="020B0604020202020204" pitchFamily="34" charset="0"/>
                <a:cs typeface="Arial" panose="020B0604020202020204" pitchFamily="34" charset="0"/>
              </a:defRPr>
            </a:lvl3pPr>
          </a:lstStyle>
          <a:p>
            <a:pPr lvl="0"/>
            <a:r>
              <a:rPr lang="fr-FR"/>
              <a:t> Bullet point</a:t>
            </a:r>
          </a:p>
          <a:p>
            <a:pPr lvl="1"/>
            <a:r>
              <a:rPr lang="fr-FR"/>
              <a:t> Bullet Point</a:t>
            </a:r>
          </a:p>
          <a:p>
            <a:pPr lvl="2"/>
            <a:r>
              <a:rPr lang="fr-FR"/>
              <a:t>Bullet point</a:t>
            </a:r>
          </a:p>
        </p:txBody>
      </p:sp>
      <p:sp>
        <p:nvSpPr>
          <p:cNvPr id="10" name="Titre 1">
            <a:extLst>
              <a:ext uri="{FF2B5EF4-FFF2-40B4-BE49-F238E27FC236}">
                <a16:creationId xmlns:a16="http://schemas.microsoft.com/office/drawing/2014/main" id="{0681AD6D-056B-D09A-A11A-EA54C144B898}"/>
              </a:ext>
            </a:extLst>
          </p:cNvPr>
          <p:cNvSpPr>
            <a:spLocks noGrp="1"/>
          </p:cNvSpPr>
          <p:nvPr>
            <p:ph type="title"/>
          </p:nvPr>
        </p:nvSpPr>
        <p:spPr>
          <a:xfrm>
            <a:off x="584598" y="197775"/>
            <a:ext cx="8143864" cy="270368"/>
          </a:xfrm>
          <a:prstGeom prst="rect">
            <a:avLst/>
          </a:prstGeom>
        </p:spPr>
        <p:txBody>
          <a:bodyPr/>
          <a:lstStyle>
            <a:lvl1pPr>
              <a:defRPr sz="1800" b="1">
                <a:latin typeface="Michelin" panose="02000000000000000000" pitchFamily="50" charset="0"/>
              </a:defRPr>
            </a:lvl1pPr>
          </a:lstStyle>
          <a:p>
            <a:r>
              <a:rPr lang="fr-FR"/>
              <a:t>Modifiez le style du titre</a:t>
            </a:r>
          </a:p>
        </p:txBody>
      </p:sp>
      <p:sp>
        <p:nvSpPr>
          <p:cNvPr id="3" name="Espace réservé du texte 10">
            <a:extLst>
              <a:ext uri="{FF2B5EF4-FFF2-40B4-BE49-F238E27FC236}">
                <a16:creationId xmlns:a16="http://schemas.microsoft.com/office/drawing/2014/main" id="{2A5FBE9C-1A0C-7A99-A4B9-C3E7770AE6F6}"/>
              </a:ext>
            </a:extLst>
          </p:cNvPr>
          <p:cNvSpPr>
            <a:spLocks noGrp="1"/>
          </p:cNvSpPr>
          <p:nvPr>
            <p:ph type="body" sz="quarter" idx="54" hasCustomPrompt="1"/>
          </p:nvPr>
        </p:nvSpPr>
        <p:spPr>
          <a:xfrm>
            <a:off x="584597" y="513552"/>
            <a:ext cx="8143864" cy="205951"/>
          </a:xfrm>
          <a:prstGeom prst="rect">
            <a:avLst/>
          </a:prstGeom>
        </p:spPr>
        <p:txBody>
          <a:bodyPr/>
          <a:lstStyle>
            <a:lvl1pPr marL="0" indent="0">
              <a:buNone/>
              <a:defRPr lang="fr-FR" sz="900" kern="1200" dirty="0">
                <a:solidFill>
                  <a:srgbClr val="27509B"/>
                </a:solidFill>
                <a:latin typeface="Michelin Light" panose="02000000000000000000" pitchFamily="50" charset="0"/>
                <a:ea typeface="+mn-ea"/>
                <a:cs typeface="+mn-cs"/>
              </a:defRPr>
            </a:lvl1pPr>
          </a:lstStyle>
          <a:p>
            <a:pPr lvl="0"/>
            <a:r>
              <a:rPr lang="fr-FR" err="1"/>
              <a:t>Subtitle</a:t>
            </a:r>
            <a:endParaRPr lang="fr-FR"/>
          </a:p>
        </p:txBody>
      </p:sp>
    </p:spTree>
    <p:extLst>
      <p:ext uri="{BB962C8B-B14F-4D97-AF65-F5344CB8AC3E}">
        <p14:creationId xmlns:p14="http://schemas.microsoft.com/office/powerpoint/2010/main" val="25033720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over">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96A04297-BC87-1BE3-8E64-5D81375F668A}"/>
              </a:ext>
            </a:extLst>
          </p:cNvPr>
          <p:cNvPicPr>
            <a:picLocks noChangeAspect="1"/>
          </p:cNvPicPr>
          <p:nvPr userDrawn="1"/>
        </p:nvPicPr>
        <p:blipFill>
          <a:blip r:embed="rId2"/>
          <a:srcRect/>
          <a:stretch/>
        </p:blipFill>
        <p:spPr>
          <a:xfrm>
            <a:off x="0" y="0"/>
            <a:ext cx="9144000" cy="5145088"/>
          </a:xfrm>
          <a:prstGeom prst="rect">
            <a:avLst/>
          </a:prstGeom>
        </p:spPr>
      </p:pic>
      <p:sp>
        <p:nvSpPr>
          <p:cNvPr id="10" name="Rectangle 9">
            <a:extLst>
              <a:ext uri="{FF2B5EF4-FFF2-40B4-BE49-F238E27FC236}">
                <a16:creationId xmlns:a16="http://schemas.microsoft.com/office/drawing/2014/main" id="{8E11641D-F3C3-3893-66A9-D7B5F2759F83}"/>
              </a:ext>
            </a:extLst>
          </p:cNvPr>
          <p:cNvSpPr/>
          <p:nvPr userDrawn="1"/>
        </p:nvSpPr>
        <p:spPr>
          <a:xfrm>
            <a:off x="718148" y="679274"/>
            <a:ext cx="407598" cy="116492"/>
          </a:xfrm>
          <a:prstGeom prst="rect">
            <a:avLst/>
          </a:prstGeom>
          <a:solidFill>
            <a:srgbClr val="2750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1" name="Text Placeholder 11">
            <a:extLst>
              <a:ext uri="{FF2B5EF4-FFF2-40B4-BE49-F238E27FC236}">
                <a16:creationId xmlns:a16="http://schemas.microsoft.com/office/drawing/2014/main" id="{2C36D0CB-BD06-2904-2868-26956ED7EFAC}"/>
              </a:ext>
            </a:extLst>
          </p:cNvPr>
          <p:cNvSpPr>
            <a:spLocks noGrp="1"/>
          </p:cNvSpPr>
          <p:nvPr>
            <p:ph type="body" sz="quarter" idx="10"/>
          </p:nvPr>
        </p:nvSpPr>
        <p:spPr>
          <a:xfrm>
            <a:off x="604321" y="1427649"/>
            <a:ext cx="3948104" cy="265457"/>
          </a:xfrm>
          <a:prstGeom prst="rect">
            <a:avLst/>
          </a:prstGeom>
          <a:noFill/>
        </p:spPr>
        <p:txBody>
          <a:bodyPr wrap="square">
            <a:spAutoFit/>
          </a:bodyPr>
          <a:lstStyle>
            <a:lvl1pPr marL="0" indent="0">
              <a:buNone/>
              <a:defRPr kumimoji="0" lang="en-US" sz="1125" b="0" i="0" u="none" strike="noStrike" cap="none" spc="-60" normalizeH="0" baseline="0" dirty="0" smtClean="0">
                <a:ln>
                  <a:noFill/>
                </a:ln>
                <a:solidFill>
                  <a:srgbClr val="27509B"/>
                </a:solidFill>
                <a:effectLst/>
                <a:uLnTx/>
                <a:uFillTx/>
                <a:latin typeface="Michelin" panose="02000000000000000000" pitchFamily="50" charset="0"/>
              </a:defRPr>
            </a:lvl1pPr>
            <a:lvl2pPr marL="171450" indent="0">
              <a:buNone/>
              <a:defRPr lang="en-US" sz="1350" dirty="0" smtClean="0"/>
            </a:lvl2pPr>
            <a:lvl3pPr>
              <a:defRPr lang="en-US" sz="1350" dirty="0" smtClean="0"/>
            </a:lvl3pPr>
            <a:lvl4pPr>
              <a:defRPr lang="en-US" dirty="0" smtClean="0"/>
            </a:lvl4pPr>
            <a:lvl5pPr>
              <a:defRPr lang="fr-FR" dirty="0"/>
            </a:lvl5pPr>
          </a:lstStyle>
          <a:p>
            <a:pPr marL="171450" marR="0" lvl="0" indent="-171450" fontAlgn="auto">
              <a:lnSpc>
                <a:spcPct val="100000"/>
              </a:lnSpc>
              <a:spcBef>
                <a:spcPts val="0"/>
              </a:spcBef>
              <a:spcAft>
                <a:spcPts val="0"/>
              </a:spcAft>
              <a:buClrTx/>
              <a:buSzTx/>
              <a:tabLst/>
            </a:pPr>
            <a:r>
              <a:rPr lang="en-US"/>
              <a:t>Click to edit Master text styles</a:t>
            </a:r>
          </a:p>
        </p:txBody>
      </p:sp>
      <p:sp>
        <p:nvSpPr>
          <p:cNvPr id="12" name="Title 13">
            <a:extLst>
              <a:ext uri="{FF2B5EF4-FFF2-40B4-BE49-F238E27FC236}">
                <a16:creationId xmlns:a16="http://schemas.microsoft.com/office/drawing/2014/main" id="{2E1A6411-7F4A-982E-0F03-B79FCE5E4187}"/>
              </a:ext>
            </a:extLst>
          </p:cNvPr>
          <p:cNvSpPr>
            <a:spLocks noGrp="1"/>
          </p:cNvSpPr>
          <p:nvPr>
            <p:ph type="title"/>
          </p:nvPr>
        </p:nvSpPr>
        <p:spPr>
          <a:xfrm>
            <a:off x="604321" y="870911"/>
            <a:ext cx="3858164" cy="618315"/>
          </a:xfrm>
          <a:prstGeom prst="rect">
            <a:avLst/>
          </a:prstGeom>
        </p:spPr>
        <p:txBody>
          <a:bodyPr>
            <a:noAutofit/>
          </a:bodyPr>
          <a:lstStyle>
            <a:lvl1pPr>
              <a:lnSpc>
                <a:spcPts val="2100"/>
              </a:lnSpc>
              <a:defRPr sz="2100" b="1">
                <a:solidFill>
                  <a:schemeClr val="tx1">
                    <a:lumMod val="75000"/>
                    <a:lumOff val="25000"/>
                  </a:schemeClr>
                </a:solidFill>
                <a:effectLst/>
                <a:latin typeface="Michelin" panose="02000000000000000000" pitchFamily="50" charset="0"/>
              </a:defRPr>
            </a:lvl1pPr>
          </a:lstStyle>
          <a:p>
            <a:r>
              <a:rPr lang="en-US"/>
              <a:t>Click to edit Master title style</a:t>
            </a:r>
            <a:endParaRPr lang="fr-FR"/>
          </a:p>
        </p:txBody>
      </p:sp>
      <p:pic>
        <p:nvPicPr>
          <p:cNvPr id="14" name="Image 13" descr="Une image contenant clipart, Graphique, dessin humoristique&#10;&#10;Description générée automatiquement">
            <a:extLst>
              <a:ext uri="{FF2B5EF4-FFF2-40B4-BE49-F238E27FC236}">
                <a16:creationId xmlns:a16="http://schemas.microsoft.com/office/drawing/2014/main" id="{9259A7D3-8E86-B2D4-D2EC-0DCE59CDADA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717237" y="4364961"/>
            <a:ext cx="1245371" cy="655091"/>
          </a:xfrm>
          <a:prstGeom prst="rect">
            <a:avLst/>
          </a:prstGeom>
        </p:spPr>
      </p:pic>
      <p:pic>
        <p:nvPicPr>
          <p:cNvPr id="4" name="Image 3" descr="Une image contenant Police, capture d’écran, Graphique, typographie&#10;&#10;Description générée automatiquement">
            <a:extLst>
              <a:ext uri="{FF2B5EF4-FFF2-40B4-BE49-F238E27FC236}">
                <a16:creationId xmlns:a16="http://schemas.microsoft.com/office/drawing/2014/main" id="{0F1EA9C7-4DA9-E542-9C66-EB03412DA8E1}"/>
              </a:ext>
            </a:extLst>
          </p:cNvPr>
          <p:cNvPicPr>
            <a:picLocks noChangeAspect="1"/>
          </p:cNvPicPr>
          <p:nvPr userDrawn="1"/>
        </p:nvPicPr>
        <p:blipFill>
          <a:blip r:embed="rId4"/>
          <a:stretch>
            <a:fillRect/>
          </a:stretch>
        </p:blipFill>
        <p:spPr>
          <a:xfrm>
            <a:off x="143041" y="4648203"/>
            <a:ext cx="1475993" cy="302287"/>
          </a:xfrm>
          <a:prstGeom prst="rect">
            <a:avLst/>
          </a:prstGeom>
          <a:effectLst>
            <a:outerShdw blurRad="50800" dist="38100" dir="5400000" algn="t" rotWithShape="0">
              <a:prstClr val="black">
                <a:alpha val="17000"/>
              </a:prstClr>
            </a:outerShdw>
          </a:effectLst>
        </p:spPr>
      </p:pic>
    </p:spTree>
    <p:extLst>
      <p:ext uri="{BB962C8B-B14F-4D97-AF65-F5344CB8AC3E}">
        <p14:creationId xmlns:p14="http://schemas.microsoft.com/office/powerpoint/2010/main" val="607597620"/>
      </p:ext>
    </p:extLst>
  </p:cSld>
  <p:clrMapOvr>
    <a:masterClrMapping/>
  </p:clrMapOvr>
  <p:extLst>
    <p:ext uri="{DCECCB84-F9BA-43D5-87BE-67443E8EF086}">
      <p15:sldGuideLst xmlns:p15="http://schemas.microsoft.com/office/powerpoint/2012/main">
        <p15:guide id="1" orient="horz" pos="1621" userDrawn="1">
          <p15:clr>
            <a:srgbClr val="FBAE40"/>
          </p15:clr>
        </p15:guide>
        <p15:guide id="2" pos="288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_Disposition personnalisée">
    <p:spTree>
      <p:nvGrpSpPr>
        <p:cNvPr id="1" name=""/>
        <p:cNvGrpSpPr/>
        <p:nvPr/>
      </p:nvGrpSpPr>
      <p:grpSpPr>
        <a:xfrm>
          <a:off x="0" y="0"/>
          <a:ext cx="0" cy="0"/>
          <a:chOff x="0" y="0"/>
          <a:chExt cx="0" cy="0"/>
        </a:xfrm>
      </p:grpSpPr>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2769" y="4435487"/>
            <a:ext cx="1980000" cy="529037"/>
          </a:xfrm>
          <a:prstGeom prst="rect">
            <a:avLst/>
          </a:prstGeom>
        </p:spPr>
      </p:pic>
      <p:sp>
        <p:nvSpPr>
          <p:cNvPr id="13" name="Titre 12"/>
          <p:cNvSpPr>
            <a:spLocks noGrp="1"/>
          </p:cNvSpPr>
          <p:nvPr>
            <p:ph type="title" hasCustomPrompt="1"/>
          </p:nvPr>
        </p:nvSpPr>
        <p:spPr>
          <a:xfrm>
            <a:off x="457200" y="114339"/>
            <a:ext cx="8229600" cy="470045"/>
          </a:xfrm>
          <a:prstGeom prst="rect">
            <a:avLst/>
          </a:prstGeom>
        </p:spPr>
        <p:txBody>
          <a:bodyPr>
            <a:noAutofit/>
          </a:bodyPr>
          <a:lstStyle>
            <a:lvl1pPr algn="l">
              <a:defRPr sz="1500" b="1" i="1" cap="all" baseline="0">
                <a:solidFill>
                  <a:srgbClr val="27509B"/>
                </a:solidFill>
                <a:latin typeface="Arial Black" panose="020B0A04020102020204" pitchFamily="34" charset="0"/>
                <a:cs typeface="Arial" panose="020B0604020202020204" pitchFamily="34" charset="0"/>
              </a:defRPr>
            </a:lvl1pPr>
          </a:lstStyle>
          <a:p>
            <a:r>
              <a:rPr lang="en-GB" dirty="0"/>
              <a:t>Click to edit Master title style</a:t>
            </a:r>
            <a:endParaRPr lang="fr-FR" dirty="0"/>
          </a:p>
        </p:txBody>
      </p:sp>
      <p:sp>
        <p:nvSpPr>
          <p:cNvPr id="3" name="Rectangle 2"/>
          <p:cNvSpPr/>
          <p:nvPr/>
        </p:nvSpPr>
        <p:spPr>
          <a:xfrm>
            <a:off x="0" y="0"/>
            <a:ext cx="457200" cy="5145088"/>
          </a:xfrm>
          <a:prstGeom prst="rect">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GB" sz="1350"/>
          </a:p>
        </p:txBody>
      </p:sp>
      <p:sp>
        <p:nvSpPr>
          <p:cNvPr id="5" name="Espace réservé du contenu 4"/>
          <p:cNvSpPr>
            <a:spLocks noGrp="1"/>
          </p:cNvSpPr>
          <p:nvPr>
            <p:ph sz="quarter" idx="10"/>
          </p:nvPr>
        </p:nvSpPr>
        <p:spPr>
          <a:xfrm>
            <a:off x="457203" y="800349"/>
            <a:ext cx="8229598" cy="3608718"/>
          </a:xfrm>
          <a:prstGeom prst="rect">
            <a:avLst/>
          </a:prstGeom>
        </p:spPr>
        <p:txBody>
          <a:bodyPr/>
          <a:lstStyle>
            <a:lvl1pPr>
              <a:defRPr sz="1350"/>
            </a:lvl1pPr>
            <a:lvl2pPr marL="557199" indent="-214308">
              <a:buFontTx/>
              <a:buBlip>
                <a:blip r:embed="rId3"/>
              </a:buBlip>
              <a:defRPr sz="1200"/>
            </a:lvl2pPr>
            <a:lvl3pPr marL="857228" indent="-171446">
              <a:buFontTx/>
              <a:buBlip>
                <a:blip r:embed="rId4"/>
              </a:buBlip>
              <a:defRPr sz="1050">
                <a:latin typeface="Arial" panose="020B0604020202020204" pitchFamily="34" charset="0"/>
                <a:cs typeface="Arial" panose="020B0604020202020204" pitchFamily="34" charset="0"/>
              </a:defRPr>
            </a:lvl3pPr>
            <a:lvl4pPr marL="1200120" indent="-171446">
              <a:buFont typeface="Wingdings" panose="05000000000000000000" pitchFamily="2" charset="2"/>
              <a:buChar char="§"/>
              <a:defRPr sz="1050">
                <a:latin typeface="Arial" panose="020B0604020202020204" pitchFamily="34" charset="0"/>
                <a:cs typeface="Arial" panose="020B0604020202020204" pitchFamily="34" charset="0"/>
              </a:defRPr>
            </a:lvl4pPr>
            <a:lvl5pPr marL="1543012" indent="-171446">
              <a:buFont typeface="Arial" panose="020B0604020202020204" pitchFamily="34" charset="0"/>
              <a:buChar char="•"/>
              <a:defRPr sz="1050">
                <a:latin typeface="Arial" panose="020B0604020202020204" pitchFamily="34" charset="0"/>
                <a:cs typeface="Arial" panose="020B0604020202020204" pitchFamily="34"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Tree>
    <p:extLst>
      <p:ext uri="{BB962C8B-B14F-4D97-AF65-F5344CB8AC3E}">
        <p14:creationId xmlns:p14="http://schemas.microsoft.com/office/powerpoint/2010/main" val="17366265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Diapositive de titr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itre 3">
            <a:extLst>
              <a:ext uri="{FF2B5EF4-FFF2-40B4-BE49-F238E27FC236}">
                <a16:creationId xmlns:a16="http://schemas.microsoft.com/office/drawing/2014/main" id="{FF46AF3E-FCF9-E048-940B-9B5CC60EC34F}"/>
              </a:ext>
            </a:extLst>
          </p:cNvPr>
          <p:cNvSpPr>
            <a:spLocks noGrp="1"/>
          </p:cNvSpPr>
          <p:nvPr>
            <p:ph type="title" hasCustomPrompt="1"/>
          </p:nvPr>
        </p:nvSpPr>
        <p:spPr>
          <a:xfrm>
            <a:off x="743343" y="606226"/>
            <a:ext cx="5543550" cy="1697885"/>
          </a:xfrm>
          <a:prstGeom prst="rect">
            <a:avLst/>
          </a:prstGeom>
          <a:noFill/>
        </p:spPr>
        <p:txBody>
          <a:bodyPr anchor="ctr"/>
          <a:lstStyle>
            <a:lvl1pPr algn="l">
              <a:defRPr sz="4050" b="1" i="0">
                <a:solidFill>
                  <a:schemeClr val="bg1"/>
                </a:solidFill>
                <a:latin typeface="Michelin" panose="02000000000000000000" pitchFamily="2" charset="0"/>
              </a:defRPr>
            </a:lvl1pPr>
          </a:lstStyle>
          <a:p>
            <a:r>
              <a:rPr lang="en-GB" noProof="0"/>
              <a:t>    Titre TITLE</a:t>
            </a:r>
            <a:br>
              <a:rPr lang="en-GB" noProof="0"/>
            </a:br>
            <a:r>
              <a:rPr lang="en-GB" noProof="0"/>
              <a:t>  TITRE TITLE TITRE</a:t>
            </a:r>
          </a:p>
        </p:txBody>
      </p:sp>
      <p:sp>
        <p:nvSpPr>
          <p:cNvPr id="11" name="Sous-titre 2">
            <a:extLst>
              <a:ext uri="{FF2B5EF4-FFF2-40B4-BE49-F238E27FC236}">
                <a16:creationId xmlns:a16="http://schemas.microsoft.com/office/drawing/2014/main" id="{1F26D7B4-2798-5846-97E7-6C56C527975B}"/>
              </a:ext>
            </a:extLst>
          </p:cNvPr>
          <p:cNvSpPr>
            <a:spLocks noGrp="1"/>
          </p:cNvSpPr>
          <p:nvPr>
            <p:ph type="subTitle" idx="1" hasCustomPrompt="1"/>
          </p:nvPr>
        </p:nvSpPr>
        <p:spPr>
          <a:xfrm>
            <a:off x="495036" y="2380044"/>
            <a:ext cx="5543549" cy="259427"/>
          </a:xfrm>
          <a:prstGeom prst="rect">
            <a:avLst/>
          </a:prstGeom>
          <a:noFill/>
          <a:ln>
            <a:noFill/>
          </a:ln>
        </p:spPr>
        <p:txBody>
          <a:bodyPr/>
          <a:lstStyle>
            <a:lvl1pPr marL="0" indent="0" algn="l">
              <a:buNone/>
              <a:defRPr lang="fr-FR" sz="105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fr-FR"/>
              <a:t>29/09/2020</a:t>
            </a:r>
          </a:p>
        </p:txBody>
      </p:sp>
      <p:pic>
        <p:nvPicPr>
          <p:cNvPr id="3" name="Imagen 2" descr="Logotipo&#10;&#10;Descripción generada automáticamente">
            <a:extLst>
              <a:ext uri="{FF2B5EF4-FFF2-40B4-BE49-F238E27FC236}">
                <a16:creationId xmlns:a16="http://schemas.microsoft.com/office/drawing/2014/main" id="{9BCB9C88-4075-4FDE-953B-650C6FE011C1}"/>
              </a:ext>
            </a:extLst>
          </p:cNvPr>
          <p:cNvPicPr>
            <a:picLocks noChangeAspect="1"/>
          </p:cNvPicPr>
          <p:nvPr userDrawn="1"/>
        </p:nvPicPr>
        <p:blipFill>
          <a:blip r:embed="rId3"/>
          <a:stretch>
            <a:fillRect/>
          </a:stretch>
        </p:blipFill>
        <p:spPr>
          <a:xfrm>
            <a:off x="7326793" y="3822650"/>
            <a:ext cx="1357154" cy="713891"/>
          </a:xfrm>
          <a:prstGeom prst="rect">
            <a:avLst/>
          </a:prstGeom>
        </p:spPr>
      </p:pic>
    </p:spTree>
    <p:extLst>
      <p:ext uri="{BB962C8B-B14F-4D97-AF65-F5344CB8AC3E}">
        <p14:creationId xmlns:p14="http://schemas.microsoft.com/office/powerpoint/2010/main" val="10874174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Diapositive de titre">
    <p:bg>
      <p:bgPr>
        <a:blipFill dpi="0" rotWithShape="1">
          <a:blip r:embed="rId2">
            <a:lum/>
          </a:blip>
          <a:srcRect/>
          <a:stretch>
            <a:fillRect t="-44000" b="-44000"/>
          </a:stretch>
        </a:blipFill>
        <a:effectLst/>
      </p:bgPr>
    </p:bg>
    <p:spTree>
      <p:nvGrpSpPr>
        <p:cNvPr id="1" name=""/>
        <p:cNvGrpSpPr/>
        <p:nvPr/>
      </p:nvGrpSpPr>
      <p:grpSpPr>
        <a:xfrm>
          <a:off x="0" y="0"/>
          <a:ext cx="0" cy="0"/>
          <a:chOff x="0" y="0"/>
          <a:chExt cx="0" cy="0"/>
        </a:xfrm>
      </p:grpSpPr>
      <p:sp>
        <p:nvSpPr>
          <p:cNvPr id="7" name="Titre 3">
            <a:extLst>
              <a:ext uri="{FF2B5EF4-FFF2-40B4-BE49-F238E27FC236}">
                <a16:creationId xmlns:a16="http://schemas.microsoft.com/office/drawing/2014/main" id="{FF46AF3E-FCF9-E048-940B-9B5CC60EC34F}"/>
              </a:ext>
            </a:extLst>
          </p:cNvPr>
          <p:cNvSpPr>
            <a:spLocks noGrp="1"/>
          </p:cNvSpPr>
          <p:nvPr>
            <p:ph type="title" hasCustomPrompt="1"/>
          </p:nvPr>
        </p:nvSpPr>
        <p:spPr>
          <a:xfrm>
            <a:off x="743343" y="606226"/>
            <a:ext cx="5543550" cy="1697885"/>
          </a:xfrm>
          <a:prstGeom prst="rect">
            <a:avLst/>
          </a:prstGeom>
          <a:noFill/>
        </p:spPr>
        <p:txBody>
          <a:bodyPr anchor="ctr"/>
          <a:lstStyle>
            <a:lvl1pPr algn="l">
              <a:defRPr sz="4050" b="1" i="0">
                <a:solidFill>
                  <a:schemeClr val="bg1"/>
                </a:solidFill>
                <a:latin typeface="Michelin" panose="02000000000000000000" pitchFamily="2" charset="0"/>
              </a:defRPr>
            </a:lvl1pPr>
          </a:lstStyle>
          <a:p>
            <a:r>
              <a:rPr lang="en-GB" noProof="0"/>
              <a:t>    Titre TITLE</a:t>
            </a:r>
            <a:br>
              <a:rPr lang="en-GB" noProof="0"/>
            </a:br>
            <a:r>
              <a:rPr lang="en-GB" noProof="0"/>
              <a:t>  TITRE TITLE TITRE</a:t>
            </a:r>
          </a:p>
        </p:txBody>
      </p:sp>
      <p:sp>
        <p:nvSpPr>
          <p:cNvPr id="11" name="Sous-titre 2">
            <a:extLst>
              <a:ext uri="{FF2B5EF4-FFF2-40B4-BE49-F238E27FC236}">
                <a16:creationId xmlns:a16="http://schemas.microsoft.com/office/drawing/2014/main" id="{1F26D7B4-2798-5846-97E7-6C56C527975B}"/>
              </a:ext>
            </a:extLst>
          </p:cNvPr>
          <p:cNvSpPr>
            <a:spLocks noGrp="1"/>
          </p:cNvSpPr>
          <p:nvPr>
            <p:ph type="subTitle" idx="1" hasCustomPrompt="1"/>
          </p:nvPr>
        </p:nvSpPr>
        <p:spPr>
          <a:xfrm>
            <a:off x="495036" y="2380044"/>
            <a:ext cx="5543549" cy="259427"/>
          </a:xfrm>
          <a:prstGeom prst="rect">
            <a:avLst/>
          </a:prstGeom>
          <a:noFill/>
          <a:ln>
            <a:noFill/>
          </a:ln>
        </p:spPr>
        <p:txBody>
          <a:bodyPr/>
          <a:lstStyle>
            <a:lvl1pPr marL="0" indent="0" algn="l">
              <a:buNone/>
              <a:defRPr lang="fr-FR" sz="105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fr-FR"/>
              <a:t>29/09/2020</a:t>
            </a:r>
          </a:p>
        </p:txBody>
      </p:sp>
      <p:pic>
        <p:nvPicPr>
          <p:cNvPr id="3" name="Imagen 2" descr="Un dibujo de un perro blanco y negro&#10;&#10;Descripción generada automáticamente con confianza baja">
            <a:extLst>
              <a:ext uri="{FF2B5EF4-FFF2-40B4-BE49-F238E27FC236}">
                <a16:creationId xmlns:a16="http://schemas.microsoft.com/office/drawing/2014/main" id="{930CFA69-9EF6-4454-9345-B8A1E083D317}"/>
              </a:ext>
            </a:extLst>
          </p:cNvPr>
          <p:cNvPicPr>
            <a:picLocks noChangeAspect="1"/>
          </p:cNvPicPr>
          <p:nvPr userDrawn="1"/>
        </p:nvPicPr>
        <p:blipFill>
          <a:blip r:embed="rId3"/>
          <a:stretch>
            <a:fillRect/>
          </a:stretch>
        </p:blipFill>
        <p:spPr>
          <a:xfrm>
            <a:off x="7450931" y="3886259"/>
            <a:ext cx="1225873" cy="644834"/>
          </a:xfrm>
          <a:prstGeom prst="rect">
            <a:avLst/>
          </a:prstGeom>
        </p:spPr>
      </p:pic>
    </p:spTree>
    <p:extLst>
      <p:ext uri="{BB962C8B-B14F-4D97-AF65-F5344CB8AC3E}">
        <p14:creationId xmlns:p14="http://schemas.microsoft.com/office/powerpoint/2010/main" val="8938447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Diapositive de titre">
    <p:bg>
      <p:bgPr>
        <a:blipFill dpi="0" rotWithShape="1">
          <a:blip r:embed="rId2">
            <a:lum/>
          </a:blip>
          <a:srcRect/>
          <a:stretch>
            <a:fillRect t="-22000" b="-22000"/>
          </a:stretch>
        </a:blipFill>
        <a:effectLst/>
      </p:bgPr>
    </p:bg>
    <p:spTree>
      <p:nvGrpSpPr>
        <p:cNvPr id="1" name=""/>
        <p:cNvGrpSpPr/>
        <p:nvPr/>
      </p:nvGrpSpPr>
      <p:grpSpPr>
        <a:xfrm>
          <a:off x="0" y="0"/>
          <a:ext cx="0" cy="0"/>
          <a:chOff x="0" y="0"/>
          <a:chExt cx="0" cy="0"/>
        </a:xfrm>
      </p:grpSpPr>
      <p:sp>
        <p:nvSpPr>
          <p:cNvPr id="7" name="Titre 3">
            <a:extLst>
              <a:ext uri="{FF2B5EF4-FFF2-40B4-BE49-F238E27FC236}">
                <a16:creationId xmlns:a16="http://schemas.microsoft.com/office/drawing/2014/main" id="{FF46AF3E-FCF9-E048-940B-9B5CC60EC34F}"/>
              </a:ext>
            </a:extLst>
          </p:cNvPr>
          <p:cNvSpPr>
            <a:spLocks noGrp="1"/>
          </p:cNvSpPr>
          <p:nvPr>
            <p:ph type="title" hasCustomPrompt="1"/>
          </p:nvPr>
        </p:nvSpPr>
        <p:spPr>
          <a:xfrm>
            <a:off x="743343" y="606226"/>
            <a:ext cx="5543550" cy="1697885"/>
          </a:xfrm>
          <a:prstGeom prst="rect">
            <a:avLst/>
          </a:prstGeom>
          <a:noFill/>
        </p:spPr>
        <p:txBody>
          <a:bodyPr anchor="ctr"/>
          <a:lstStyle>
            <a:lvl1pPr algn="l">
              <a:defRPr sz="4050" b="1" i="0">
                <a:solidFill>
                  <a:schemeClr val="bg1"/>
                </a:solidFill>
                <a:latin typeface="Michelin" panose="02000000000000000000" pitchFamily="2" charset="0"/>
              </a:defRPr>
            </a:lvl1pPr>
          </a:lstStyle>
          <a:p>
            <a:r>
              <a:rPr lang="en-GB" noProof="0"/>
              <a:t>    Titre TITLE</a:t>
            </a:r>
            <a:br>
              <a:rPr lang="en-GB" noProof="0"/>
            </a:br>
            <a:r>
              <a:rPr lang="en-GB" noProof="0"/>
              <a:t>  TITRE TITLE TITRE</a:t>
            </a:r>
          </a:p>
        </p:txBody>
      </p:sp>
      <p:sp>
        <p:nvSpPr>
          <p:cNvPr id="11" name="Sous-titre 2">
            <a:extLst>
              <a:ext uri="{FF2B5EF4-FFF2-40B4-BE49-F238E27FC236}">
                <a16:creationId xmlns:a16="http://schemas.microsoft.com/office/drawing/2014/main" id="{1F26D7B4-2798-5846-97E7-6C56C527975B}"/>
              </a:ext>
            </a:extLst>
          </p:cNvPr>
          <p:cNvSpPr>
            <a:spLocks noGrp="1"/>
          </p:cNvSpPr>
          <p:nvPr>
            <p:ph type="subTitle" idx="1" hasCustomPrompt="1"/>
          </p:nvPr>
        </p:nvSpPr>
        <p:spPr>
          <a:xfrm>
            <a:off x="495036" y="2380044"/>
            <a:ext cx="5543549" cy="259427"/>
          </a:xfrm>
          <a:prstGeom prst="rect">
            <a:avLst/>
          </a:prstGeom>
          <a:noFill/>
          <a:ln>
            <a:noFill/>
          </a:ln>
        </p:spPr>
        <p:txBody>
          <a:bodyPr/>
          <a:lstStyle>
            <a:lvl1pPr marL="0" indent="0" algn="l">
              <a:buNone/>
              <a:defRPr lang="fr-FR" sz="105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fr-FR"/>
              <a:t>29/09/2020</a:t>
            </a:r>
          </a:p>
        </p:txBody>
      </p:sp>
      <p:pic>
        <p:nvPicPr>
          <p:cNvPr id="5" name="Imagen 4" descr="Un dibujo de un perro blanco y negro&#10;&#10;Descripción generada automáticamente con confianza baja">
            <a:extLst>
              <a:ext uri="{FF2B5EF4-FFF2-40B4-BE49-F238E27FC236}">
                <a16:creationId xmlns:a16="http://schemas.microsoft.com/office/drawing/2014/main" id="{A820ECF0-096E-4068-B6C0-472415A7566D}"/>
              </a:ext>
            </a:extLst>
          </p:cNvPr>
          <p:cNvPicPr>
            <a:picLocks noChangeAspect="1"/>
          </p:cNvPicPr>
          <p:nvPr userDrawn="1"/>
        </p:nvPicPr>
        <p:blipFill>
          <a:blip r:embed="rId3"/>
          <a:stretch>
            <a:fillRect/>
          </a:stretch>
        </p:blipFill>
        <p:spPr>
          <a:xfrm>
            <a:off x="7650956" y="170362"/>
            <a:ext cx="1225873" cy="644834"/>
          </a:xfrm>
          <a:prstGeom prst="rect">
            <a:avLst/>
          </a:prstGeom>
        </p:spPr>
      </p:pic>
    </p:spTree>
    <p:extLst>
      <p:ext uri="{BB962C8B-B14F-4D97-AF65-F5344CB8AC3E}">
        <p14:creationId xmlns:p14="http://schemas.microsoft.com/office/powerpoint/2010/main" val="9817744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Diapositive de titre">
    <p:bg>
      <p:bgPr>
        <a:solidFill>
          <a:srgbClr val="014E9F"/>
        </a:solidFill>
        <a:effectLst/>
      </p:bgPr>
    </p:bg>
    <p:spTree>
      <p:nvGrpSpPr>
        <p:cNvPr id="1" name=""/>
        <p:cNvGrpSpPr/>
        <p:nvPr/>
      </p:nvGrpSpPr>
      <p:grpSpPr>
        <a:xfrm>
          <a:off x="0" y="0"/>
          <a:ext cx="0" cy="0"/>
          <a:chOff x="0" y="0"/>
          <a:chExt cx="0" cy="0"/>
        </a:xfrm>
      </p:grpSpPr>
      <p:sp>
        <p:nvSpPr>
          <p:cNvPr id="6" name="Titre 3">
            <a:extLst>
              <a:ext uri="{FF2B5EF4-FFF2-40B4-BE49-F238E27FC236}">
                <a16:creationId xmlns:a16="http://schemas.microsoft.com/office/drawing/2014/main" id="{5F488E68-108E-D44B-9421-195C339C870B}"/>
              </a:ext>
            </a:extLst>
          </p:cNvPr>
          <p:cNvSpPr>
            <a:spLocks noGrp="1"/>
          </p:cNvSpPr>
          <p:nvPr>
            <p:ph type="title" hasCustomPrompt="1"/>
          </p:nvPr>
        </p:nvSpPr>
        <p:spPr>
          <a:xfrm>
            <a:off x="743343" y="606226"/>
            <a:ext cx="5543550" cy="1697885"/>
          </a:xfrm>
          <a:prstGeom prst="rect">
            <a:avLst/>
          </a:prstGeom>
          <a:noFill/>
        </p:spPr>
        <p:txBody>
          <a:bodyPr anchor="ctr"/>
          <a:lstStyle>
            <a:lvl1pPr algn="l">
              <a:defRPr sz="4050" b="1" i="0">
                <a:solidFill>
                  <a:schemeClr val="bg1"/>
                </a:solidFill>
                <a:latin typeface="Michelin" panose="02000000000000000000" pitchFamily="2" charset="0"/>
              </a:defRPr>
            </a:lvl1pPr>
          </a:lstStyle>
          <a:p>
            <a:r>
              <a:rPr lang="en-GB"/>
              <a:t>    </a:t>
            </a:r>
            <a:r>
              <a:rPr lang="en-GB" noProof="0"/>
              <a:t>Titre TITLE</a:t>
            </a:r>
            <a:br>
              <a:rPr lang="en-GB" noProof="0"/>
            </a:br>
            <a:r>
              <a:rPr lang="en-GB" noProof="0"/>
              <a:t>  TITRE TITLE TITRE</a:t>
            </a:r>
          </a:p>
        </p:txBody>
      </p:sp>
      <p:sp>
        <p:nvSpPr>
          <p:cNvPr id="8" name="Sous-titre 2">
            <a:extLst>
              <a:ext uri="{FF2B5EF4-FFF2-40B4-BE49-F238E27FC236}">
                <a16:creationId xmlns:a16="http://schemas.microsoft.com/office/drawing/2014/main" id="{2C33B8D4-4005-C345-8515-4D12A633297D}"/>
              </a:ext>
            </a:extLst>
          </p:cNvPr>
          <p:cNvSpPr>
            <a:spLocks noGrp="1"/>
          </p:cNvSpPr>
          <p:nvPr>
            <p:ph type="subTitle" idx="1" hasCustomPrompt="1"/>
          </p:nvPr>
        </p:nvSpPr>
        <p:spPr>
          <a:xfrm>
            <a:off x="495036" y="2380044"/>
            <a:ext cx="5543549" cy="259427"/>
          </a:xfrm>
          <a:prstGeom prst="rect">
            <a:avLst/>
          </a:prstGeom>
          <a:noFill/>
          <a:ln>
            <a:noFill/>
          </a:ln>
        </p:spPr>
        <p:txBody>
          <a:bodyPr/>
          <a:lstStyle>
            <a:lvl1pPr marL="0" indent="0" algn="l">
              <a:buNone/>
              <a:defRPr lang="fr-FR" sz="105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fr-FR"/>
              <a:t>29/09/2020</a:t>
            </a:r>
          </a:p>
        </p:txBody>
      </p:sp>
      <p:pic>
        <p:nvPicPr>
          <p:cNvPr id="7" name="Imagen 6" descr="Un dibujo de un perro blanco y negro&#10;&#10;Descripción generada automáticamente con confianza baja">
            <a:extLst>
              <a:ext uri="{FF2B5EF4-FFF2-40B4-BE49-F238E27FC236}">
                <a16:creationId xmlns:a16="http://schemas.microsoft.com/office/drawing/2014/main" id="{67D92237-FF96-4A2C-94D8-082BD4B6D2C3}"/>
              </a:ext>
            </a:extLst>
          </p:cNvPr>
          <p:cNvPicPr>
            <a:picLocks noChangeAspect="1"/>
          </p:cNvPicPr>
          <p:nvPr userDrawn="1"/>
        </p:nvPicPr>
        <p:blipFill>
          <a:blip r:embed="rId2"/>
          <a:stretch>
            <a:fillRect/>
          </a:stretch>
        </p:blipFill>
        <p:spPr>
          <a:xfrm>
            <a:off x="7500937" y="3852667"/>
            <a:ext cx="1225873" cy="644834"/>
          </a:xfrm>
          <a:prstGeom prst="rect">
            <a:avLst/>
          </a:prstGeom>
        </p:spPr>
      </p:pic>
    </p:spTree>
    <p:extLst>
      <p:ext uri="{BB962C8B-B14F-4D97-AF65-F5344CB8AC3E}">
        <p14:creationId xmlns:p14="http://schemas.microsoft.com/office/powerpoint/2010/main" val="17883259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Diapositive de titr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itre 3">
            <a:extLst>
              <a:ext uri="{FF2B5EF4-FFF2-40B4-BE49-F238E27FC236}">
                <a16:creationId xmlns:a16="http://schemas.microsoft.com/office/drawing/2014/main" id="{0A448A33-AC2A-174F-854D-D9637139CC60}"/>
              </a:ext>
            </a:extLst>
          </p:cNvPr>
          <p:cNvSpPr>
            <a:spLocks noGrp="1"/>
          </p:cNvSpPr>
          <p:nvPr>
            <p:ph type="title" hasCustomPrompt="1"/>
          </p:nvPr>
        </p:nvSpPr>
        <p:spPr>
          <a:xfrm>
            <a:off x="743343" y="606226"/>
            <a:ext cx="5543550" cy="1697885"/>
          </a:xfrm>
          <a:prstGeom prst="rect">
            <a:avLst/>
          </a:prstGeom>
          <a:noFill/>
        </p:spPr>
        <p:txBody>
          <a:bodyPr anchor="ctr"/>
          <a:lstStyle>
            <a:lvl1pPr algn="l">
              <a:defRPr sz="4050" b="1" i="0">
                <a:solidFill>
                  <a:schemeClr val="bg1"/>
                </a:solidFill>
                <a:latin typeface="Michelin" panose="02000000000000000000" pitchFamily="2" charset="0"/>
              </a:defRPr>
            </a:lvl1pPr>
          </a:lstStyle>
          <a:p>
            <a:r>
              <a:rPr lang="en-GB"/>
              <a:t>    </a:t>
            </a:r>
            <a:r>
              <a:rPr lang="en-GB" noProof="0"/>
              <a:t>Titre TITLE</a:t>
            </a:r>
            <a:br>
              <a:rPr lang="en-GB" noProof="0"/>
            </a:br>
            <a:r>
              <a:rPr lang="en-GB" noProof="0"/>
              <a:t>  TITRE TITLE TITRE</a:t>
            </a:r>
          </a:p>
        </p:txBody>
      </p:sp>
      <p:sp>
        <p:nvSpPr>
          <p:cNvPr id="6" name="Sous-titre 2">
            <a:extLst>
              <a:ext uri="{FF2B5EF4-FFF2-40B4-BE49-F238E27FC236}">
                <a16:creationId xmlns:a16="http://schemas.microsoft.com/office/drawing/2014/main" id="{3573ED48-84B9-934E-9C93-AA1AB83CD70D}"/>
              </a:ext>
            </a:extLst>
          </p:cNvPr>
          <p:cNvSpPr>
            <a:spLocks noGrp="1"/>
          </p:cNvSpPr>
          <p:nvPr>
            <p:ph type="subTitle" idx="1" hasCustomPrompt="1"/>
          </p:nvPr>
        </p:nvSpPr>
        <p:spPr>
          <a:xfrm>
            <a:off x="495036" y="2380044"/>
            <a:ext cx="5543549" cy="259427"/>
          </a:xfrm>
          <a:prstGeom prst="rect">
            <a:avLst/>
          </a:prstGeom>
          <a:noFill/>
          <a:ln>
            <a:noFill/>
          </a:ln>
        </p:spPr>
        <p:txBody>
          <a:bodyPr/>
          <a:lstStyle>
            <a:lvl1pPr marL="0" indent="0" algn="l">
              <a:buNone/>
              <a:defRPr lang="fr-FR" sz="105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fr-FR"/>
              <a:t>29/09/2020</a:t>
            </a:r>
          </a:p>
        </p:txBody>
      </p:sp>
      <p:pic>
        <p:nvPicPr>
          <p:cNvPr id="7" name="Imagen 6" descr="Un dibujo de un perro blanco y negro&#10;&#10;Descripción generada automáticamente con confianza baja">
            <a:extLst>
              <a:ext uri="{FF2B5EF4-FFF2-40B4-BE49-F238E27FC236}">
                <a16:creationId xmlns:a16="http://schemas.microsoft.com/office/drawing/2014/main" id="{09DBB39F-3808-4685-9761-5F7CC4852840}"/>
              </a:ext>
            </a:extLst>
          </p:cNvPr>
          <p:cNvPicPr>
            <a:picLocks noChangeAspect="1"/>
          </p:cNvPicPr>
          <p:nvPr userDrawn="1"/>
        </p:nvPicPr>
        <p:blipFill>
          <a:blip r:embed="rId3"/>
          <a:stretch>
            <a:fillRect/>
          </a:stretch>
        </p:blipFill>
        <p:spPr>
          <a:xfrm>
            <a:off x="7581370" y="4050919"/>
            <a:ext cx="1225873" cy="644834"/>
          </a:xfrm>
          <a:prstGeom prst="rect">
            <a:avLst/>
          </a:prstGeom>
        </p:spPr>
      </p:pic>
    </p:spTree>
    <p:extLst>
      <p:ext uri="{BB962C8B-B14F-4D97-AF65-F5344CB8AC3E}">
        <p14:creationId xmlns:p14="http://schemas.microsoft.com/office/powerpoint/2010/main" val="5279784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apositive de titre">
    <p:bg>
      <p:bgPr>
        <a:solidFill>
          <a:srgbClr val="014E9F"/>
        </a:solidFill>
        <a:effectLst/>
      </p:bgPr>
    </p:bg>
    <p:spTree>
      <p:nvGrpSpPr>
        <p:cNvPr id="1" name=""/>
        <p:cNvGrpSpPr/>
        <p:nvPr/>
      </p:nvGrpSpPr>
      <p:grpSpPr>
        <a:xfrm>
          <a:off x="0" y="0"/>
          <a:ext cx="0" cy="0"/>
          <a:chOff x="0" y="0"/>
          <a:chExt cx="0" cy="0"/>
        </a:xfrm>
      </p:grpSpPr>
      <p:pic>
        <p:nvPicPr>
          <p:cNvPr id="26" name="Image 25">
            <a:extLst>
              <a:ext uri="{FF2B5EF4-FFF2-40B4-BE49-F238E27FC236}">
                <a16:creationId xmlns:a16="http://schemas.microsoft.com/office/drawing/2014/main" id="{89A94041-F71A-9640-80CF-0F0F0E50C544}"/>
              </a:ext>
            </a:extLst>
          </p:cNvPr>
          <p:cNvPicPr>
            <a:picLocks noChangeAspect="1"/>
          </p:cNvPicPr>
          <p:nvPr userDrawn="1"/>
        </p:nvPicPr>
        <p:blipFill>
          <a:blip r:embed="rId2"/>
          <a:stretch>
            <a:fillRect/>
          </a:stretch>
        </p:blipFill>
        <p:spPr>
          <a:xfrm>
            <a:off x="0" y="0"/>
            <a:ext cx="9144000" cy="638372"/>
          </a:xfrm>
          <a:prstGeom prst="rect">
            <a:avLst/>
          </a:prstGeom>
        </p:spPr>
      </p:pic>
      <p:sp>
        <p:nvSpPr>
          <p:cNvPr id="14" name="Titre 3">
            <a:extLst>
              <a:ext uri="{FF2B5EF4-FFF2-40B4-BE49-F238E27FC236}">
                <a16:creationId xmlns:a16="http://schemas.microsoft.com/office/drawing/2014/main" id="{57AF25D2-3EAF-904E-BB9E-3B6EF684F365}"/>
              </a:ext>
            </a:extLst>
          </p:cNvPr>
          <p:cNvSpPr>
            <a:spLocks noGrp="1"/>
          </p:cNvSpPr>
          <p:nvPr>
            <p:ph type="title" hasCustomPrompt="1"/>
          </p:nvPr>
        </p:nvSpPr>
        <p:spPr>
          <a:xfrm>
            <a:off x="528490" y="1355498"/>
            <a:ext cx="5543550" cy="2434092"/>
          </a:xfrm>
          <a:prstGeom prst="rect">
            <a:avLst/>
          </a:prstGeom>
          <a:noFill/>
        </p:spPr>
        <p:txBody>
          <a:bodyPr anchor="ctr"/>
          <a:lstStyle>
            <a:lvl1pPr algn="l">
              <a:defRPr sz="4050" b="1" i="0">
                <a:solidFill>
                  <a:schemeClr val="bg1"/>
                </a:solidFill>
                <a:latin typeface="Michelin" panose="02000000000000000000" pitchFamily="2" charset="0"/>
              </a:defRPr>
            </a:lvl1pPr>
          </a:lstStyle>
          <a:p>
            <a:r>
              <a:rPr lang="en-GB"/>
              <a:t>      01.</a:t>
            </a:r>
            <a:br>
              <a:rPr lang="en-GB"/>
            </a:br>
            <a:r>
              <a:rPr lang="en-GB"/>
              <a:t>    Titre TITLE</a:t>
            </a:r>
            <a:br>
              <a:rPr lang="en-GB"/>
            </a:br>
            <a:r>
              <a:rPr lang="en-GB"/>
              <a:t>  TITRE TITLE</a:t>
            </a:r>
            <a:br>
              <a:rPr lang="en-GB"/>
            </a:br>
            <a:r>
              <a:rPr lang="en-GB"/>
              <a:t>TITRE</a:t>
            </a:r>
          </a:p>
        </p:txBody>
      </p:sp>
      <p:pic>
        <p:nvPicPr>
          <p:cNvPr id="5" name="Imagen 4" descr="Un dibujo de un perro blanco y negro&#10;&#10;Descripción generada automáticamente con confianza baja">
            <a:extLst>
              <a:ext uri="{FF2B5EF4-FFF2-40B4-BE49-F238E27FC236}">
                <a16:creationId xmlns:a16="http://schemas.microsoft.com/office/drawing/2014/main" id="{A3EEEB8D-C662-4765-8EC7-D21E8B1BF3E5}"/>
              </a:ext>
            </a:extLst>
          </p:cNvPr>
          <p:cNvPicPr>
            <a:picLocks noChangeAspect="1"/>
          </p:cNvPicPr>
          <p:nvPr userDrawn="1"/>
        </p:nvPicPr>
        <p:blipFill>
          <a:blip r:embed="rId3"/>
          <a:stretch>
            <a:fillRect/>
          </a:stretch>
        </p:blipFill>
        <p:spPr>
          <a:xfrm>
            <a:off x="7550943" y="3886259"/>
            <a:ext cx="1225873" cy="644834"/>
          </a:xfrm>
          <a:prstGeom prst="rect">
            <a:avLst/>
          </a:prstGeom>
        </p:spPr>
      </p:pic>
    </p:spTree>
    <p:extLst>
      <p:ext uri="{BB962C8B-B14F-4D97-AF65-F5344CB8AC3E}">
        <p14:creationId xmlns:p14="http://schemas.microsoft.com/office/powerpoint/2010/main" val="2163846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Disposition personnalisée">
    <p:bg>
      <p:bgPr>
        <a:solidFill>
          <a:srgbClr val="014E9F"/>
        </a:solidFill>
        <a:effectLst/>
      </p:bgPr>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E3CF721B-AF71-9E4F-BB7B-6D2000C992E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260092" y="-74475"/>
            <a:ext cx="2893433" cy="4898973"/>
          </a:xfrm>
          <a:prstGeom prst="rect">
            <a:avLst/>
          </a:prstGeom>
        </p:spPr>
      </p:pic>
      <p:sp>
        <p:nvSpPr>
          <p:cNvPr id="14" name="Titre 3">
            <a:extLst>
              <a:ext uri="{FF2B5EF4-FFF2-40B4-BE49-F238E27FC236}">
                <a16:creationId xmlns:a16="http://schemas.microsoft.com/office/drawing/2014/main" id="{98F3E029-05D4-4945-9E36-3B3D678D8F93}"/>
              </a:ext>
            </a:extLst>
          </p:cNvPr>
          <p:cNvSpPr>
            <a:spLocks noGrp="1"/>
          </p:cNvSpPr>
          <p:nvPr>
            <p:ph type="title" hasCustomPrompt="1"/>
          </p:nvPr>
        </p:nvSpPr>
        <p:spPr>
          <a:xfrm>
            <a:off x="481847" y="372739"/>
            <a:ext cx="5543550" cy="890527"/>
          </a:xfrm>
          <a:prstGeom prst="rect">
            <a:avLst/>
          </a:prstGeom>
          <a:noFill/>
        </p:spPr>
        <p:txBody>
          <a:bodyPr anchor="ctr"/>
          <a:lstStyle>
            <a:lvl1pPr algn="l">
              <a:defRPr sz="3000" b="1" i="0">
                <a:solidFill>
                  <a:schemeClr val="bg1"/>
                </a:solidFill>
                <a:latin typeface="Michelin" panose="02000000000000000000" pitchFamily="2" charset="0"/>
              </a:defRPr>
            </a:lvl1pPr>
          </a:lstStyle>
          <a:p>
            <a:r>
              <a:rPr lang="en-GB" noProof="0"/>
              <a:t>Titre</a:t>
            </a:r>
            <a:br>
              <a:rPr lang="en-GB" noProof="0"/>
            </a:br>
            <a:r>
              <a:rPr lang="en-GB" noProof="0"/>
              <a:t>TITLE</a:t>
            </a:r>
          </a:p>
        </p:txBody>
      </p:sp>
      <p:sp>
        <p:nvSpPr>
          <p:cNvPr id="17" name="Sous-titre 2">
            <a:extLst>
              <a:ext uri="{FF2B5EF4-FFF2-40B4-BE49-F238E27FC236}">
                <a16:creationId xmlns:a16="http://schemas.microsoft.com/office/drawing/2014/main" id="{CB2E5BC9-E70A-A24A-9F4D-E3EA8597C8ED}"/>
              </a:ext>
            </a:extLst>
          </p:cNvPr>
          <p:cNvSpPr>
            <a:spLocks noGrp="1"/>
          </p:cNvSpPr>
          <p:nvPr>
            <p:ph type="subTitle" idx="1" hasCustomPrompt="1"/>
          </p:nvPr>
        </p:nvSpPr>
        <p:spPr>
          <a:xfrm>
            <a:off x="481846" y="1319822"/>
            <a:ext cx="5543549" cy="259427"/>
          </a:xfrm>
          <a:prstGeom prst="rect">
            <a:avLst/>
          </a:prstGeom>
          <a:noFill/>
          <a:ln>
            <a:noFill/>
          </a:ln>
        </p:spPr>
        <p:txBody>
          <a:bodyPr/>
          <a:lstStyle>
            <a:lvl1pPr marL="0" indent="0" algn="l">
              <a:buNone/>
              <a:defRPr lang="fr-FR" sz="90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en-GB" noProof="0"/>
              <a:t>Sous titre / SUBTITLE</a:t>
            </a:r>
          </a:p>
        </p:txBody>
      </p:sp>
      <p:sp>
        <p:nvSpPr>
          <p:cNvPr id="7" name="Espace réservé du contenu 3">
            <a:extLst>
              <a:ext uri="{FF2B5EF4-FFF2-40B4-BE49-F238E27FC236}">
                <a16:creationId xmlns:a16="http://schemas.microsoft.com/office/drawing/2014/main" id="{95F6F683-D9B8-FF43-8DAA-1FBB8E8AB7EE}"/>
              </a:ext>
            </a:extLst>
          </p:cNvPr>
          <p:cNvSpPr>
            <a:spLocks noGrp="1"/>
          </p:cNvSpPr>
          <p:nvPr>
            <p:ph sz="half" idx="2" hasCustomPrompt="1"/>
          </p:nvPr>
        </p:nvSpPr>
        <p:spPr>
          <a:xfrm>
            <a:off x="481846" y="1694475"/>
            <a:ext cx="5543549" cy="2582710"/>
          </a:xfrm>
          <a:prstGeom prst="rect">
            <a:avLst/>
          </a:prstGeom>
        </p:spPr>
        <p:txBody>
          <a:bodyPr/>
          <a:lstStyle>
            <a:lvl1pPr marL="257175" indent="-257175">
              <a:buClr>
                <a:schemeClr val="bg1"/>
              </a:buClr>
              <a:buFont typeface="Wingdings" charset="2"/>
              <a:buChar char=""/>
              <a:defRPr sz="1500" b="1" i="1" baseline="0">
                <a:solidFill>
                  <a:schemeClr val="bg1"/>
                </a:solidFill>
                <a:latin typeface="Arial" panose="020B0604020202020204" pitchFamily="34" charset="0"/>
                <a:cs typeface="Arial" panose="020B0604020202020204" pitchFamily="34" charset="0"/>
              </a:defRPr>
            </a:lvl1pPr>
            <a:lvl2pPr marL="557213" indent="-214313">
              <a:buClr>
                <a:schemeClr val="bg1"/>
              </a:buClr>
              <a:buSzPct val="100000"/>
              <a:buFont typeface="Lucida Grande"/>
              <a:buChar char="●"/>
              <a:defRPr sz="1350" b="1" baseline="0">
                <a:solidFill>
                  <a:schemeClr val="bg1"/>
                </a:solidFill>
                <a:latin typeface="Arial" panose="020B0604020202020204" pitchFamily="34" charset="0"/>
                <a:cs typeface="Arial" panose="020B0604020202020204" pitchFamily="34" charset="0"/>
              </a:defRPr>
            </a:lvl2pPr>
            <a:lvl3pPr marL="857250" indent="-171450">
              <a:buClr>
                <a:schemeClr val="bg1"/>
              </a:buClr>
              <a:buFont typeface="Wingdings" pitchFamily="2" charset="2"/>
              <a:buChar char="§"/>
              <a:defRPr sz="1350" baseline="0">
                <a:solidFill>
                  <a:schemeClr val="bg1"/>
                </a:solidFill>
                <a:latin typeface="Arial" panose="020B0604020202020204" pitchFamily="34" charset="0"/>
                <a:cs typeface="Arial" panose="020B0604020202020204" pitchFamily="34" charset="0"/>
              </a:defRPr>
            </a:lvl3pPr>
            <a:lvl4pPr marL="1200150" indent="-171450">
              <a:buClr>
                <a:schemeClr val="bg1"/>
              </a:buClr>
              <a:buFont typeface="Lucida Grande"/>
              <a:buChar char="▸"/>
              <a:defRPr sz="1050">
                <a:solidFill>
                  <a:schemeClr val="bg1"/>
                </a:solidFill>
                <a:latin typeface="Arial" panose="020B0604020202020204" pitchFamily="34" charset="0"/>
                <a:cs typeface="Arial" panose="020B0604020202020204" pitchFamily="34" charset="0"/>
              </a:defRPr>
            </a:lvl4pPr>
            <a:lvl5pPr marL="1543050" indent="-171450">
              <a:buClr>
                <a:schemeClr val="bg1"/>
              </a:buClr>
              <a:buFont typeface="Wingdings" pitchFamily="2" charset="2"/>
              <a:buChar char="v"/>
              <a:defRPr sz="900">
                <a:solidFill>
                  <a:schemeClr val="bg1"/>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GB" noProof="0"/>
              <a:t>CLICK TO MODIFY THE TEXT OF THE MASK</a:t>
            </a:r>
          </a:p>
          <a:p>
            <a:pPr lvl="1"/>
            <a:r>
              <a:rPr lang="en-GB" noProof="0"/>
              <a:t>Second level</a:t>
            </a:r>
          </a:p>
          <a:p>
            <a:pPr lvl="2"/>
            <a:r>
              <a:rPr lang="en-GB" noProof="0"/>
              <a:t>Third level</a:t>
            </a:r>
          </a:p>
          <a:p>
            <a:pPr lvl="3"/>
            <a:r>
              <a:rPr lang="en-GB" noProof="0"/>
              <a:t>Fourth level</a:t>
            </a:r>
          </a:p>
          <a:p>
            <a:pPr lvl="4"/>
            <a:r>
              <a:rPr lang="en-GB" noProof="0"/>
              <a:t>Fifth level</a:t>
            </a:r>
          </a:p>
        </p:txBody>
      </p:sp>
      <p:pic>
        <p:nvPicPr>
          <p:cNvPr id="8" name="Imagen 7" descr="Un dibujo de un perro blanco y negro&#10;&#10;Descripción generada automáticamente con confianza baja">
            <a:extLst>
              <a:ext uri="{FF2B5EF4-FFF2-40B4-BE49-F238E27FC236}">
                <a16:creationId xmlns:a16="http://schemas.microsoft.com/office/drawing/2014/main" id="{440A12D6-8475-49A4-B70E-D19D850C9DE3}"/>
              </a:ext>
            </a:extLst>
          </p:cNvPr>
          <p:cNvPicPr>
            <a:picLocks noChangeAspect="1"/>
          </p:cNvPicPr>
          <p:nvPr userDrawn="1"/>
        </p:nvPicPr>
        <p:blipFill>
          <a:blip r:embed="rId3"/>
          <a:stretch>
            <a:fillRect/>
          </a:stretch>
        </p:blipFill>
        <p:spPr>
          <a:xfrm>
            <a:off x="7599754" y="3954768"/>
            <a:ext cx="1225873" cy="644834"/>
          </a:xfrm>
          <a:prstGeom prst="rect">
            <a:avLst/>
          </a:prstGeom>
        </p:spPr>
      </p:pic>
    </p:spTree>
    <p:extLst>
      <p:ext uri="{BB962C8B-B14F-4D97-AF65-F5344CB8AC3E}">
        <p14:creationId xmlns:p14="http://schemas.microsoft.com/office/powerpoint/2010/main" val="3046260141"/>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Disposition personnalisée">
    <p:bg>
      <p:bgPr>
        <a:solidFill>
          <a:srgbClr val="014E9F"/>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C23F0ACB-9EBF-B24A-ADA2-5C87C2C9128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72000" y="0"/>
            <a:ext cx="4572000" cy="4892347"/>
          </a:xfrm>
          <a:prstGeom prst="rect">
            <a:avLst/>
          </a:prstGeom>
        </p:spPr>
      </p:pic>
      <p:sp>
        <p:nvSpPr>
          <p:cNvPr id="14" name="Titre 3">
            <a:extLst>
              <a:ext uri="{FF2B5EF4-FFF2-40B4-BE49-F238E27FC236}">
                <a16:creationId xmlns:a16="http://schemas.microsoft.com/office/drawing/2014/main" id="{98F3E029-05D4-4945-9E36-3B3D678D8F93}"/>
              </a:ext>
            </a:extLst>
          </p:cNvPr>
          <p:cNvSpPr>
            <a:spLocks noGrp="1"/>
          </p:cNvSpPr>
          <p:nvPr>
            <p:ph type="title" hasCustomPrompt="1"/>
          </p:nvPr>
        </p:nvSpPr>
        <p:spPr>
          <a:xfrm>
            <a:off x="481846" y="325436"/>
            <a:ext cx="3686892" cy="890527"/>
          </a:xfrm>
          <a:prstGeom prst="rect">
            <a:avLst/>
          </a:prstGeom>
          <a:noFill/>
        </p:spPr>
        <p:txBody>
          <a:bodyPr anchor="ctr"/>
          <a:lstStyle>
            <a:lvl1pPr algn="l">
              <a:defRPr sz="3000" b="1" i="0">
                <a:solidFill>
                  <a:schemeClr val="bg1"/>
                </a:solidFill>
                <a:latin typeface="Michelin" panose="02000000000000000000" pitchFamily="2" charset="0"/>
              </a:defRPr>
            </a:lvl1pPr>
          </a:lstStyle>
          <a:p>
            <a:r>
              <a:rPr lang="en-GB"/>
              <a:t>Titre</a:t>
            </a:r>
            <a:br>
              <a:rPr lang="en-GB"/>
            </a:br>
            <a:r>
              <a:rPr lang="en-GB"/>
              <a:t>TITLE</a:t>
            </a:r>
          </a:p>
        </p:txBody>
      </p:sp>
      <p:sp>
        <p:nvSpPr>
          <p:cNvPr id="17" name="Sous-titre 2">
            <a:extLst>
              <a:ext uri="{FF2B5EF4-FFF2-40B4-BE49-F238E27FC236}">
                <a16:creationId xmlns:a16="http://schemas.microsoft.com/office/drawing/2014/main" id="{CB2E5BC9-E70A-A24A-9F4D-E3EA8597C8ED}"/>
              </a:ext>
            </a:extLst>
          </p:cNvPr>
          <p:cNvSpPr>
            <a:spLocks noGrp="1"/>
          </p:cNvSpPr>
          <p:nvPr>
            <p:ph type="subTitle" idx="1" hasCustomPrompt="1"/>
          </p:nvPr>
        </p:nvSpPr>
        <p:spPr>
          <a:xfrm>
            <a:off x="481846" y="1288991"/>
            <a:ext cx="3686891" cy="259427"/>
          </a:xfrm>
          <a:prstGeom prst="rect">
            <a:avLst/>
          </a:prstGeom>
          <a:noFill/>
          <a:ln>
            <a:noFill/>
          </a:ln>
        </p:spPr>
        <p:txBody>
          <a:bodyPr/>
          <a:lstStyle>
            <a:lvl1pPr marL="0" indent="0" algn="l">
              <a:buNone/>
              <a:defRPr lang="fr-FR" sz="90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en-GB" noProof="0"/>
              <a:t>Sous titre / SUBTITLE</a:t>
            </a:r>
          </a:p>
        </p:txBody>
      </p:sp>
      <p:sp>
        <p:nvSpPr>
          <p:cNvPr id="7" name="Espace réservé du contenu 3">
            <a:extLst>
              <a:ext uri="{FF2B5EF4-FFF2-40B4-BE49-F238E27FC236}">
                <a16:creationId xmlns:a16="http://schemas.microsoft.com/office/drawing/2014/main" id="{95F6F683-D9B8-FF43-8DAA-1FBB8E8AB7EE}"/>
              </a:ext>
            </a:extLst>
          </p:cNvPr>
          <p:cNvSpPr>
            <a:spLocks noGrp="1"/>
          </p:cNvSpPr>
          <p:nvPr>
            <p:ph sz="half" idx="2" hasCustomPrompt="1"/>
          </p:nvPr>
        </p:nvSpPr>
        <p:spPr>
          <a:xfrm>
            <a:off x="481846" y="1694475"/>
            <a:ext cx="3686893" cy="2582710"/>
          </a:xfrm>
          <a:prstGeom prst="rect">
            <a:avLst/>
          </a:prstGeom>
        </p:spPr>
        <p:txBody>
          <a:bodyPr/>
          <a:lstStyle>
            <a:lvl1pPr marL="257175" indent="-257175">
              <a:buClr>
                <a:schemeClr val="bg1"/>
              </a:buClr>
              <a:buFont typeface="Wingdings" charset="2"/>
              <a:buChar char=""/>
              <a:defRPr sz="1200" b="1" i="1" baseline="0">
                <a:solidFill>
                  <a:schemeClr val="bg1"/>
                </a:solidFill>
                <a:latin typeface="Arial" panose="020B0604020202020204" pitchFamily="34" charset="0"/>
                <a:cs typeface="Arial" panose="020B0604020202020204" pitchFamily="34" charset="0"/>
              </a:defRPr>
            </a:lvl1pPr>
            <a:lvl2pPr marL="557213" indent="-214313">
              <a:buClr>
                <a:schemeClr val="bg1"/>
              </a:buClr>
              <a:buSzPct val="100000"/>
              <a:buFont typeface="Lucida Grande"/>
              <a:buChar char="●"/>
              <a:defRPr sz="1200" b="1" baseline="0">
                <a:solidFill>
                  <a:schemeClr val="bg1"/>
                </a:solidFill>
                <a:latin typeface="Arial" panose="020B0604020202020204" pitchFamily="34" charset="0"/>
                <a:cs typeface="Arial" panose="020B0604020202020204" pitchFamily="34" charset="0"/>
              </a:defRPr>
            </a:lvl2pPr>
            <a:lvl3pPr marL="857250" indent="-171450">
              <a:buClr>
                <a:schemeClr val="bg1"/>
              </a:buClr>
              <a:buFont typeface="Wingdings" pitchFamily="2" charset="2"/>
              <a:buChar char="§"/>
              <a:defRPr sz="1200" baseline="0">
                <a:solidFill>
                  <a:schemeClr val="bg1"/>
                </a:solidFill>
                <a:latin typeface="Arial" panose="020B0604020202020204" pitchFamily="34" charset="0"/>
                <a:cs typeface="Arial" panose="020B0604020202020204" pitchFamily="34" charset="0"/>
              </a:defRPr>
            </a:lvl3pPr>
            <a:lvl4pPr marL="1200150" indent="-171450">
              <a:buClr>
                <a:schemeClr val="bg1"/>
              </a:buClr>
              <a:buFont typeface="Lucida Grande"/>
              <a:buChar char="▸"/>
              <a:defRPr sz="1050">
                <a:solidFill>
                  <a:schemeClr val="bg1"/>
                </a:solidFill>
                <a:latin typeface="Arial" panose="020B0604020202020204" pitchFamily="34" charset="0"/>
                <a:cs typeface="Arial" panose="020B0604020202020204" pitchFamily="34" charset="0"/>
              </a:defRPr>
            </a:lvl4pPr>
            <a:lvl5pPr marL="1543050" indent="-171450">
              <a:buClr>
                <a:schemeClr val="bg1"/>
              </a:buClr>
              <a:buFont typeface="Wingdings" pitchFamily="2" charset="2"/>
              <a:buChar char="v"/>
              <a:defRPr sz="900">
                <a:solidFill>
                  <a:schemeClr val="bg1"/>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GB" noProof="0"/>
              <a:t>CLICK TO MODIFY THE TEXT OF THE MASK</a:t>
            </a:r>
          </a:p>
          <a:p>
            <a:pPr lvl="1"/>
            <a:r>
              <a:rPr lang="en-GB" noProof="0"/>
              <a:t>Second level</a:t>
            </a:r>
          </a:p>
          <a:p>
            <a:pPr lvl="2"/>
            <a:r>
              <a:rPr lang="en-GB" noProof="0"/>
              <a:t>Third level</a:t>
            </a:r>
          </a:p>
          <a:p>
            <a:pPr lvl="3"/>
            <a:r>
              <a:rPr lang="en-GB" noProof="0"/>
              <a:t>Fourth level</a:t>
            </a:r>
          </a:p>
          <a:p>
            <a:pPr lvl="4"/>
            <a:r>
              <a:rPr lang="en-GB" noProof="0"/>
              <a:t>Fifth level</a:t>
            </a:r>
          </a:p>
        </p:txBody>
      </p:sp>
      <p:pic>
        <p:nvPicPr>
          <p:cNvPr id="8" name="Imagen 7" descr="Un dibujo de un perro blanco y negro&#10;&#10;Descripción generada automáticamente con confianza baja">
            <a:extLst>
              <a:ext uri="{FF2B5EF4-FFF2-40B4-BE49-F238E27FC236}">
                <a16:creationId xmlns:a16="http://schemas.microsoft.com/office/drawing/2014/main" id="{B432125C-0C1F-49A2-9662-BDB3EE5CBC00}"/>
              </a:ext>
            </a:extLst>
          </p:cNvPr>
          <p:cNvPicPr>
            <a:picLocks noChangeAspect="1"/>
          </p:cNvPicPr>
          <p:nvPr userDrawn="1"/>
        </p:nvPicPr>
        <p:blipFill>
          <a:blip r:embed="rId3"/>
          <a:stretch>
            <a:fillRect/>
          </a:stretch>
        </p:blipFill>
        <p:spPr>
          <a:xfrm>
            <a:off x="7600950" y="3886259"/>
            <a:ext cx="1225873" cy="644834"/>
          </a:xfrm>
          <a:prstGeom prst="rect">
            <a:avLst/>
          </a:prstGeom>
        </p:spPr>
      </p:pic>
    </p:spTree>
    <p:extLst>
      <p:ext uri="{BB962C8B-B14F-4D97-AF65-F5344CB8AC3E}">
        <p14:creationId xmlns:p14="http://schemas.microsoft.com/office/powerpoint/2010/main" val="60474190"/>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Disposition personnalisée">
    <p:bg>
      <p:bgPr>
        <a:solidFill>
          <a:srgbClr val="014E9F"/>
        </a:solidFill>
        <a:effectLst/>
      </p:bgPr>
    </p:bg>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D33068A7-B824-1A46-888C-CEE728224E7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2893433" cy="4895957"/>
          </a:xfrm>
          <a:prstGeom prst="rect">
            <a:avLst/>
          </a:prstGeom>
        </p:spPr>
      </p:pic>
      <p:sp>
        <p:nvSpPr>
          <p:cNvPr id="14" name="Titre 3">
            <a:extLst>
              <a:ext uri="{FF2B5EF4-FFF2-40B4-BE49-F238E27FC236}">
                <a16:creationId xmlns:a16="http://schemas.microsoft.com/office/drawing/2014/main" id="{98F3E029-05D4-4945-9E36-3B3D678D8F93}"/>
              </a:ext>
            </a:extLst>
          </p:cNvPr>
          <p:cNvSpPr>
            <a:spLocks noGrp="1"/>
          </p:cNvSpPr>
          <p:nvPr>
            <p:ph type="title" hasCustomPrompt="1"/>
          </p:nvPr>
        </p:nvSpPr>
        <p:spPr>
          <a:xfrm>
            <a:off x="3253928" y="372739"/>
            <a:ext cx="5543550" cy="890527"/>
          </a:xfrm>
          <a:prstGeom prst="rect">
            <a:avLst/>
          </a:prstGeom>
          <a:noFill/>
        </p:spPr>
        <p:txBody>
          <a:bodyPr anchor="ctr"/>
          <a:lstStyle>
            <a:lvl1pPr algn="l">
              <a:defRPr sz="3000" b="1" i="0">
                <a:solidFill>
                  <a:schemeClr val="bg1"/>
                </a:solidFill>
                <a:latin typeface="Michelin" panose="02000000000000000000" pitchFamily="2" charset="0"/>
              </a:defRPr>
            </a:lvl1pPr>
          </a:lstStyle>
          <a:p>
            <a:r>
              <a:rPr lang="en-GB"/>
              <a:t>Titre</a:t>
            </a:r>
            <a:br>
              <a:rPr lang="en-GB"/>
            </a:br>
            <a:r>
              <a:rPr lang="en-GB"/>
              <a:t>title</a:t>
            </a:r>
          </a:p>
        </p:txBody>
      </p:sp>
      <p:sp>
        <p:nvSpPr>
          <p:cNvPr id="17" name="Sous-titre 2">
            <a:extLst>
              <a:ext uri="{FF2B5EF4-FFF2-40B4-BE49-F238E27FC236}">
                <a16:creationId xmlns:a16="http://schemas.microsoft.com/office/drawing/2014/main" id="{CB2E5BC9-E70A-A24A-9F4D-E3EA8597C8ED}"/>
              </a:ext>
            </a:extLst>
          </p:cNvPr>
          <p:cNvSpPr>
            <a:spLocks noGrp="1"/>
          </p:cNvSpPr>
          <p:nvPr>
            <p:ph type="subTitle" idx="1" hasCustomPrompt="1"/>
          </p:nvPr>
        </p:nvSpPr>
        <p:spPr>
          <a:xfrm>
            <a:off x="3253927" y="1286070"/>
            <a:ext cx="5543549" cy="259427"/>
          </a:xfrm>
          <a:prstGeom prst="rect">
            <a:avLst/>
          </a:prstGeom>
          <a:noFill/>
          <a:ln>
            <a:noFill/>
          </a:ln>
        </p:spPr>
        <p:txBody>
          <a:bodyPr/>
          <a:lstStyle>
            <a:lvl1pPr marL="0" indent="0" algn="l">
              <a:buNone/>
              <a:defRPr lang="fr-FR" sz="90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en-GB" noProof="0"/>
              <a:t>Sous titre / subtitle</a:t>
            </a:r>
          </a:p>
        </p:txBody>
      </p:sp>
      <p:sp>
        <p:nvSpPr>
          <p:cNvPr id="8" name="Espace réservé du contenu 3">
            <a:extLst>
              <a:ext uri="{FF2B5EF4-FFF2-40B4-BE49-F238E27FC236}">
                <a16:creationId xmlns:a16="http://schemas.microsoft.com/office/drawing/2014/main" id="{EA9B8705-1F0B-5644-8F49-553A64CD2DC6}"/>
              </a:ext>
            </a:extLst>
          </p:cNvPr>
          <p:cNvSpPr>
            <a:spLocks noGrp="1"/>
          </p:cNvSpPr>
          <p:nvPr>
            <p:ph sz="half" idx="2" hasCustomPrompt="1"/>
          </p:nvPr>
        </p:nvSpPr>
        <p:spPr>
          <a:xfrm>
            <a:off x="3253928" y="1691120"/>
            <a:ext cx="4463127" cy="2582710"/>
          </a:xfrm>
          <a:prstGeom prst="rect">
            <a:avLst/>
          </a:prstGeom>
        </p:spPr>
        <p:txBody>
          <a:bodyPr/>
          <a:lstStyle>
            <a:lvl1pPr marL="257175" indent="-257175">
              <a:buClr>
                <a:schemeClr val="bg1"/>
              </a:buClr>
              <a:buFont typeface="Wingdings" charset="2"/>
              <a:buChar char=""/>
              <a:defRPr sz="1500" b="1" i="1" baseline="0">
                <a:solidFill>
                  <a:schemeClr val="bg1"/>
                </a:solidFill>
                <a:latin typeface="Arial" panose="020B0604020202020204" pitchFamily="34" charset="0"/>
                <a:cs typeface="Arial" panose="020B0604020202020204" pitchFamily="34" charset="0"/>
              </a:defRPr>
            </a:lvl1pPr>
            <a:lvl2pPr marL="557213" indent="-214313">
              <a:buClr>
                <a:schemeClr val="bg1"/>
              </a:buClr>
              <a:buSzPct val="100000"/>
              <a:buFont typeface="Lucida Grande"/>
              <a:buChar char="●"/>
              <a:defRPr sz="1350" b="1" baseline="0">
                <a:solidFill>
                  <a:schemeClr val="bg1"/>
                </a:solidFill>
                <a:latin typeface="Arial" panose="020B0604020202020204" pitchFamily="34" charset="0"/>
                <a:cs typeface="Arial" panose="020B0604020202020204" pitchFamily="34" charset="0"/>
              </a:defRPr>
            </a:lvl2pPr>
            <a:lvl3pPr marL="857250" indent="-171450">
              <a:buClr>
                <a:schemeClr val="bg1"/>
              </a:buClr>
              <a:buFont typeface="Wingdings" pitchFamily="2" charset="2"/>
              <a:buChar char="§"/>
              <a:defRPr sz="1350" baseline="0">
                <a:solidFill>
                  <a:schemeClr val="bg1"/>
                </a:solidFill>
                <a:latin typeface="Arial" panose="020B0604020202020204" pitchFamily="34" charset="0"/>
                <a:cs typeface="Arial" panose="020B0604020202020204" pitchFamily="34" charset="0"/>
              </a:defRPr>
            </a:lvl3pPr>
            <a:lvl4pPr marL="1200150" indent="-171450">
              <a:buClr>
                <a:schemeClr val="bg1"/>
              </a:buClr>
              <a:buFont typeface="Lucida Grande"/>
              <a:buChar char="▸"/>
              <a:defRPr sz="1050">
                <a:solidFill>
                  <a:schemeClr val="bg1"/>
                </a:solidFill>
                <a:latin typeface="Arial" panose="020B0604020202020204" pitchFamily="34" charset="0"/>
                <a:cs typeface="Arial" panose="020B0604020202020204" pitchFamily="34" charset="0"/>
              </a:defRPr>
            </a:lvl4pPr>
            <a:lvl5pPr marL="1543050" indent="-171450">
              <a:buClr>
                <a:schemeClr val="bg1"/>
              </a:buClr>
              <a:buFont typeface="Wingdings" pitchFamily="2" charset="2"/>
              <a:buChar char="v"/>
              <a:defRPr sz="900">
                <a:solidFill>
                  <a:schemeClr val="bg1"/>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GB" noProof="0"/>
              <a:t>CLICK TO MODIFY THE TEXT OF THE MASK</a:t>
            </a:r>
          </a:p>
          <a:p>
            <a:pPr lvl="1"/>
            <a:r>
              <a:rPr lang="en-GB" noProof="0"/>
              <a:t>Second level</a:t>
            </a:r>
          </a:p>
          <a:p>
            <a:pPr lvl="2"/>
            <a:r>
              <a:rPr lang="en-GB" noProof="0"/>
              <a:t>Third level</a:t>
            </a:r>
          </a:p>
          <a:p>
            <a:pPr lvl="3"/>
            <a:r>
              <a:rPr lang="en-GB" noProof="0"/>
              <a:t>Fourth level</a:t>
            </a:r>
          </a:p>
          <a:p>
            <a:pPr lvl="4"/>
            <a:r>
              <a:rPr lang="en-GB" noProof="0"/>
              <a:t>Fifth level</a:t>
            </a:r>
          </a:p>
        </p:txBody>
      </p:sp>
      <p:pic>
        <p:nvPicPr>
          <p:cNvPr id="7" name="Imagen 6" descr="Un dibujo de un perro blanco y negro&#10;&#10;Descripción generada automáticamente con confianza baja">
            <a:extLst>
              <a:ext uri="{FF2B5EF4-FFF2-40B4-BE49-F238E27FC236}">
                <a16:creationId xmlns:a16="http://schemas.microsoft.com/office/drawing/2014/main" id="{A1AAEF17-29E6-4458-BC96-8D250A99686B}"/>
              </a:ext>
            </a:extLst>
          </p:cNvPr>
          <p:cNvPicPr>
            <a:picLocks noChangeAspect="1"/>
          </p:cNvPicPr>
          <p:nvPr userDrawn="1"/>
        </p:nvPicPr>
        <p:blipFill>
          <a:blip r:embed="rId3"/>
          <a:stretch>
            <a:fillRect/>
          </a:stretch>
        </p:blipFill>
        <p:spPr>
          <a:xfrm>
            <a:off x="7622381" y="3951413"/>
            <a:ext cx="1225873" cy="644834"/>
          </a:xfrm>
          <a:prstGeom prst="rect">
            <a:avLst/>
          </a:prstGeom>
        </p:spPr>
      </p:pic>
    </p:spTree>
    <p:extLst>
      <p:ext uri="{BB962C8B-B14F-4D97-AF65-F5344CB8AC3E}">
        <p14:creationId xmlns:p14="http://schemas.microsoft.com/office/powerpoint/2010/main" val="1765252207"/>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Disposition personnalisée">
    <p:bg>
      <p:bgPr>
        <a:solidFill>
          <a:srgbClr val="014E9F"/>
        </a:solidFill>
        <a:effectLst/>
      </p:bgPr>
    </p:bg>
    <p:spTree>
      <p:nvGrpSpPr>
        <p:cNvPr id="1" name=""/>
        <p:cNvGrpSpPr/>
        <p:nvPr/>
      </p:nvGrpSpPr>
      <p:grpSpPr>
        <a:xfrm>
          <a:off x="0" y="0"/>
          <a:ext cx="0" cy="0"/>
          <a:chOff x="0" y="0"/>
          <a:chExt cx="0" cy="0"/>
        </a:xfrm>
      </p:grpSpPr>
      <p:sp>
        <p:nvSpPr>
          <p:cNvPr id="7" name="Titre 3">
            <a:extLst>
              <a:ext uri="{FF2B5EF4-FFF2-40B4-BE49-F238E27FC236}">
                <a16:creationId xmlns:a16="http://schemas.microsoft.com/office/drawing/2014/main" id="{4C1C9CFE-EFDB-FF48-9DE9-AB4F908131A9}"/>
              </a:ext>
            </a:extLst>
          </p:cNvPr>
          <p:cNvSpPr>
            <a:spLocks noGrp="1"/>
          </p:cNvSpPr>
          <p:nvPr>
            <p:ph type="title" hasCustomPrompt="1"/>
          </p:nvPr>
        </p:nvSpPr>
        <p:spPr>
          <a:xfrm>
            <a:off x="4989632" y="340852"/>
            <a:ext cx="3686892" cy="890527"/>
          </a:xfrm>
          <a:prstGeom prst="rect">
            <a:avLst/>
          </a:prstGeom>
          <a:noFill/>
        </p:spPr>
        <p:txBody>
          <a:bodyPr anchor="ctr"/>
          <a:lstStyle>
            <a:lvl1pPr algn="l">
              <a:defRPr sz="3000" b="1" i="0">
                <a:solidFill>
                  <a:schemeClr val="bg1"/>
                </a:solidFill>
                <a:latin typeface="Michelin" panose="02000000000000000000" pitchFamily="2" charset="0"/>
              </a:defRPr>
            </a:lvl1pPr>
          </a:lstStyle>
          <a:p>
            <a:r>
              <a:rPr lang="en-GB"/>
              <a:t>Titre</a:t>
            </a:r>
            <a:br>
              <a:rPr lang="en-GB"/>
            </a:br>
            <a:r>
              <a:rPr lang="en-GB"/>
              <a:t>TITLE</a:t>
            </a:r>
          </a:p>
        </p:txBody>
      </p:sp>
      <p:sp>
        <p:nvSpPr>
          <p:cNvPr id="10" name="Sous-titre 2">
            <a:extLst>
              <a:ext uri="{FF2B5EF4-FFF2-40B4-BE49-F238E27FC236}">
                <a16:creationId xmlns:a16="http://schemas.microsoft.com/office/drawing/2014/main" id="{5796F34F-CB38-6A46-8A54-4350538B1821}"/>
              </a:ext>
            </a:extLst>
          </p:cNvPr>
          <p:cNvSpPr>
            <a:spLocks noGrp="1"/>
          </p:cNvSpPr>
          <p:nvPr>
            <p:ph type="subTitle" idx="1" hasCustomPrompt="1"/>
          </p:nvPr>
        </p:nvSpPr>
        <p:spPr>
          <a:xfrm>
            <a:off x="4989633" y="1304407"/>
            <a:ext cx="3686891" cy="259427"/>
          </a:xfrm>
          <a:prstGeom prst="rect">
            <a:avLst/>
          </a:prstGeom>
          <a:noFill/>
          <a:ln>
            <a:noFill/>
          </a:ln>
        </p:spPr>
        <p:txBody>
          <a:bodyPr/>
          <a:lstStyle>
            <a:lvl1pPr marL="0" indent="0" algn="l">
              <a:buNone/>
              <a:defRPr lang="fr-FR" sz="90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en-GB" noProof="0"/>
              <a:t>Sous titre / SUBTITLE</a:t>
            </a:r>
          </a:p>
        </p:txBody>
      </p:sp>
      <p:sp>
        <p:nvSpPr>
          <p:cNvPr id="12" name="Espace réservé du contenu 3">
            <a:extLst>
              <a:ext uri="{FF2B5EF4-FFF2-40B4-BE49-F238E27FC236}">
                <a16:creationId xmlns:a16="http://schemas.microsoft.com/office/drawing/2014/main" id="{8FD7DD1D-E93C-5345-A33A-628C9AC5363F}"/>
              </a:ext>
            </a:extLst>
          </p:cNvPr>
          <p:cNvSpPr>
            <a:spLocks noGrp="1"/>
          </p:cNvSpPr>
          <p:nvPr>
            <p:ph sz="half" idx="2" hasCustomPrompt="1"/>
          </p:nvPr>
        </p:nvSpPr>
        <p:spPr>
          <a:xfrm>
            <a:off x="4989633" y="1694475"/>
            <a:ext cx="3686893" cy="2449164"/>
          </a:xfrm>
          <a:prstGeom prst="rect">
            <a:avLst/>
          </a:prstGeom>
        </p:spPr>
        <p:txBody>
          <a:bodyPr/>
          <a:lstStyle>
            <a:lvl1pPr marL="257175" indent="-257175">
              <a:buClr>
                <a:schemeClr val="bg1"/>
              </a:buClr>
              <a:buFont typeface="Wingdings" charset="2"/>
              <a:buChar char=""/>
              <a:defRPr sz="1200" b="1" i="1" baseline="0">
                <a:solidFill>
                  <a:schemeClr val="bg1"/>
                </a:solidFill>
                <a:latin typeface="Arial" panose="020B0604020202020204" pitchFamily="34" charset="0"/>
                <a:cs typeface="Arial" panose="020B0604020202020204" pitchFamily="34" charset="0"/>
              </a:defRPr>
            </a:lvl1pPr>
            <a:lvl2pPr marL="557213" indent="-214313">
              <a:buClr>
                <a:schemeClr val="bg1"/>
              </a:buClr>
              <a:buSzPct val="100000"/>
              <a:buFont typeface="Lucida Grande"/>
              <a:buChar char="●"/>
              <a:defRPr sz="1200" b="1" baseline="0">
                <a:solidFill>
                  <a:schemeClr val="bg1"/>
                </a:solidFill>
                <a:latin typeface="Arial" panose="020B0604020202020204" pitchFamily="34" charset="0"/>
                <a:cs typeface="Arial" panose="020B0604020202020204" pitchFamily="34" charset="0"/>
              </a:defRPr>
            </a:lvl2pPr>
            <a:lvl3pPr marL="857250" indent="-171450">
              <a:buClr>
                <a:schemeClr val="bg1"/>
              </a:buClr>
              <a:buFont typeface="Wingdings" pitchFamily="2" charset="2"/>
              <a:buChar char="§"/>
              <a:defRPr sz="1200" baseline="0">
                <a:solidFill>
                  <a:schemeClr val="bg1"/>
                </a:solidFill>
                <a:latin typeface="Arial" panose="020B0604020202020204" pitchFamily="34" charset="0"/>
                <a:cs typeface="Arial" panose="020B0604020202020204" pitchFamily="34" charset="0"/>
              </a:defRPr>
            </a:lvl3pPr>
            <a:lvl4pPr marL="1200150" indent="-171450">
              <a:buClr>
                <a:schemeClr val="bg1"/>
              </a:buClr>
              <a:buFont typeface="Lucida Grande"/>
              <a:buChar char="▸"/>
              <a:defRPr sz="1050">
                <a:solidFill>
                  <a:schemeClr val="bg1"/>
                </a:solidFill>
                <a:latin typeface="Arial" panose="020B0604020202020204" pitchFamily="34" charset="0"/>
                <a:cs typeface="Arial" panose="020B0604020202020204" pitchFamily="34" charset="0"/>
              </a:defRPr>
            </a:lvl4pPr>
            <a:lvl5pPr marL="1543050" indent="-171450">
              <a:buClr>
                <a:schemeClr val="bg1"/>
              </a:buClr>
              <a:buFont typeface="Wingdings" pitchFamily="2" charset="2"/>
              <a:buChar char="v"/>
              <a:defRPr sz="900">
                <a:solidFill>
                  <a:schemeClr val="bg1"/>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GB" noProof="0"/>
              <a:t>CLICK TO MODIFY THE TEXT OF THE MASK</a:t>
            </a:r>
          </a:p>
          <a:p>
            <a:pPr lvl="1"/>
            <a:r>
              <a:rPr lang="en-GB" noProof="0"/>
              <a:t>Second level</a:t>
            </a:r>
          </a:p>
          <a:p>
            <a:pPr lvl="2"/>
            <a:r>
              <a:rPr lang="en-GB" noProof="0"/>
              <a:t>Third level</a:t>
            </a:r>
          </a:p>
          <a:p>
            <a:pPr lvl="3"/>
            <a:r>
              <a:rPr lang="en-GB" noProof="0"/>
              <a:t>Fourth level</a:t>
            </a:r>
          </a:p>
          <a:p>
            <a:pPr lvl="4"/>
            <a:r>
              <a:rPr lang="en-GB" noProof="0"/>
              <a:t>Fifth level</a:t>
            </a:r>
          </a:p>
        </p:txBody>
      </p:sp>
      <p:pic>
        <p:nvPicPr>
          <p:cNvPr id="3" name="Image 2">
            <a:extLst>
              <a:ext uri="{FF2B5EF4-FFF2-40B4-BE49-F238E27FC236}">
                <a16:creationId xmlns:a16="http://schemas.microsoft.com/office/drawing/2014/main" id="{89C5EBB6-13E1-844D-836F-EB73FD3A56C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82"/>
          <a:stretch/>
        </p:blipFill>
        <p:spPr>
          <a:xfrm>
            <a:off x="0" y="1"/>
            <a:ext cx="4572000" cy="4904415"/>
          </a:xfrm>
          <a:prstGeom prst="rect">
            <a:avLst/>
          </a:prstGeom>
        </p:spPr>
      </p:pic>
      <p:pic>
        <p:nvPicPr>
          <p:cNvPr id="8" name="Imagen 7" descr="Un dibujo de un perro blanco y negro&#10;&#10;Descripción generada automáticamente con confianza baja">
            <a:extLst>
              <a:ext uri="{FF2B5EF4-FFF2-40B4-BE49-F238E27FC236}">
                <a16:creationId xmlns:a16="http://schemas.microsoft.com/office/drawing/2014/main" id="{0E1812A3-5125-43EC-8B83-2531097E9481}"/>
              </a:ext>
            </a:extLst>
          </p:cNvPr>
          <p:cNvPicPr>
            <a:picLocks noChangeAspect="1"/>
          </p:cNvPicPr>
          <p:nvPr userDrawn="1"/>
        </p:nvPicPr>
        <p:blipFill>
          <a:blip r:embed="rId3"/>
          <a:stretch>
            <a:fillRect/>
          </a:stretch>
        </p:blipFill>
        <p:spPr>
          <a:xfrm>
            <a:off x="7808119" y="4120832"/>
            <a:ext cx="1059653" cy="557399"/>
          </a:xfrm>
          <a:prstGeom prst="rect">
            <a:avLst/>
          </a:prstGeom>
        </p:spPr>
      </p:pic>
    </p:spTree>
    <p:extLst>
      <p:ext uri="{BB962C8B-B14F-4D97-AF65-F5344CB8AC3E}">
        <p14:creationId xmlns:p14="http://schemas.microsoft.com/office/powerpoint/2010/main" val="1949770591"/>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Disposition personnalisée">
    <p:bg>
      <p:bgPr>
        <a:solidFill>
          <a:schemeClr val="bg1"/>
        </a:solidFill>
        <a:effectLst/>
      </p:bgPr>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D83B10C9-53EA-934F-A768-591D5632B21B}"/>
              </a:ext>
            </a:extLst>
          </p:cNvPr>
          <p:cNvPicPr>
            <a:picLocks noChangeAspect="1"/>
          </p:cNvPicPr>
          <p:nvPr userDrawn="1"/>
        </p:nvPicPr>
        <p:blipFill>
          <a:blip r:embed="rId2"/>
          <a:stretch>
            <a:fillRect/>
          </a:stretch>
        </p:blipFill>
        <p:spPr>
          <a:xfrm>
            <a:off x="0" y="0"/>
            <a:ext cx="9144000" cy="638372"/>
          </a:xfrm>
          <a:prstGeom prst="rect">
            <a:avLst/>
          </a:prstGeom>
        </p:spPr>
      </p:pic>
      <p:sp>
        <p:nvSpPr>
          <p:cNvPr id="14" name="Titre 3">
            <a:extLst>
              <a:ext uri="{FF2B5EF4-FFF2-40B4-BE49-F238E27FC236}">
                <a16:creationId xmlns:a16="http://schemas.microsoft.com/office/drawing/2014/main" id="{98F3E029-05D4-4945-9E36-3B3D678D8F93}"/>
              </a:ext>
            </a:extLst>
          </p:cNvPr>
          <p:cNvSpPr>
            <a:spLocks noGrp="1"/>
          </p:cNvSpPr>
          <p:nvPr>
            <p:ph type="title" hasCustomPrompt="1"/>
          </p:nvPr>
        </p:nvSpPr>
        <p:spPr>
          <a:xfrm>
            <a:off x="1800225" y="1017753"/>
            <a:ext cx="5543550" cy="418088"/>
          </a:xfrm>
          <a:prstGeom prst="rect">
            <a:avLst/>
          </a:prstGeom>
          <a:noFill/>
        </p:spPr>
        <p:txBody>
          <a:bodyPr anchor="ctr"/>
          <a:lstStyle>
            <a:lvl1pPr algn="l">
              <a:defRPr sz="3000" b="1" i="0">
                <a:solidFill>
                  <a:srgbClr val="014E9F"/>
                </a:solidFill>
                <a:latin typeface="Michelin" panose="02000000000000000000" pitchFamily="2" charset="0"/>
              </a:defRPr>
            </a:lvl1pPr>
          </a:lstStyle>
          <a:p>
            <a:r>
              <a:rPr lang="en-GB" noProof="0"/>
              <a:t>Titre TITLE</a:t>
            </a:r>
          </a:p>
        </p:txBody>
      </p:sp>
      <p:sp>
        <p:nvSpPr>
          <p:cNvPr id="17" name="Sous-titre 2">
            <a:extLst>
              <a:ext uri="{FF2B5EF4-FFF2-40B4-BE49-F238E27FC236}">
                <a16:creationId xmlns:a16="http://schemas.microsoft.com/office/drawing/2014/main" id="{CB2E5BC9-E70A-A24A-9F4D-E3EA8597C8ED}"/>
              </a:ext>
            </a:extLst>
          </p:cNvPr>
          <p:cNvSpPr>
            <a:spLocks noGrp="1"/>
          </p:cNvSpPr>
          <p:nvPr>
            <p:ph type="subTitle" idx="1" hasCustomPrompt="1"/>
          </p:nvPr>
        </p:nvSpPr>
        <p:spPr>
          <a:xfrm>
            <a:off x="1800225" y="1435841"/>
            <a:ext cx="5543549" cy="214485"/>
          </a:xfrm>
          <a:prstGeom prst="rect">
            <a:avLst/>
          </a:prstGeom>
          <a:noFill/>
          <a:ln>
            <a:noFill/>
          </a:ln>
        </p:spPr>
        <p:txBody>
          <a:bodyPr/>
          <a:lstStyle>
            <a:lvl1pPr marL="0" indent="0" algn="l">
              <a:buNone/>
              <a:defRPr lang="fr-FR" sz="900" b="1" i="0" kern="1200" baseline="0" smtClean="0">
                <a:solidFill>
                  <a:srgbClr val="014E9F"/>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en-GB" noProof="0"/>
              <a:t>Sous titre / SUBTITLE</a:t>
            </a:r>
          </a:p>
        </p:txBody>
      </p:sp>
      <p:sp>
        <p:nvSpPr>
          <p:cNvPr id="9" name="Espace réservé du contenu 3">
            <a:extLst>
              <a:ext uri="{FF2B5EF4-FFF2-40B4-BE49-F238E27FC236}">
                <a16:creationId xmlns:a16="http://schemas.microsoft.com/office/drawing/2014/main" id="{9F0CC2BE-2D84-6145-8BF0-CAF681C2495A}"/>
              </a:ext>
            </a:extLst>
          </p:cNvPr>
          <p:cNvSpPr>
            <a:spLocks noGrp="1"/>
          </p:cNvSpPr>
          <p:nvPr>
            <p:ph sz="half" idx="2" hasCustomPrompt="1"/>
          </p:nvPr>
        </p:nvSpPr>
        <p:spPr>
          <a:xfrm>
            <a:off x="1800225" y="1815221"/>
            <a:ext cx="5543549" cy="2582710"/>
          </a:xfrm>
          <a:prstGeom prst="rect">
            <a:avLst/>
          </a:prstGeom>
        </p:spPr>
        <p:txBody>
          <a:bodyPr/>
          <a:lstStyle>
            <a:lvl1pPr marL="257175" indent="-257175">
              <a:buClr>
                <a:srgbClr val="014E9F"/>
              </a:buClr>
              <a:buFont typeface="Wingdings" charset="2"/>
              <a:buChar char=""/>
              <a:defRPr sz="1500" b="1" i="1" baseline="0">
                <a:solidFill>
                  <a:srgbClr val="014E9F"/>
                </a:solidFill>
                <a:latin typeface="Arial" panose="020B0604020202020204" pitchFamily="34" charset="0"/>
                <a:cs typeface="Arial" panose="020B0604020202020204" pitchFamily="34" charset="0"/>
              </a:defRPr>
            </a:lvl1pPr>
            <a:lvl2pPr marL="557213" indent="-214313">
              <a:buClr>
                <a:srgbClr val="014E9F"/>
              </a:buClr>
              <a:buSzPct val="100000"/>
              <a:buFont typeface="Lucida Grande"/>
              <a:buChar char="●"/>
              <a:defRPr sz="1350" b="1" baseline="0">
                <a:solidFill>
                  <a:srgbClr val="014E9F"/>
                </a:solidFill>
                <a:latin typeface="Arial" panose="020B0604020202020204" pitchFamily="34" charset="0"/>
                <a:cs typeface="Arial" panose="020B0604020202020204" pitchFamily="34" charset="0"/>
              </a:defRPr>
            </a:lvl2pPr>
            <a:lvl3pPr marL="857250" indent="-171450">
              <a:buClr>
                <a:srgbClr val="014E9F"/>
              </a:buClr>
              <a:buFont typeface="Wingdings" pitchFamily="2" charset="2"/>
              <a:buChar char="§"/>
              <a:defRPr sz="1350" baseline="0">
                <a:solidFill>
                  <a:srgbClr val="014E9F"/>
                </a:solidFill>
                <a:latin typeface="Arial" panose="020B0604020202020204" pitchFamily="34" charset="0"/>
                <a:cs typeface="Arial" panose="020B0604020202020204" pitchFamily="34" charset="0"/>
              </a:defRPr>
            </a:lvl3pPr>
            <a:lvl4pPr marL="1200150" indent="-171450">
              <a:buClr>
                <a:srgbClr val="014E9F"/>
              </a:buClr>
              <a:buFont typeface="Lucida Grande"/>
              <a:buChar char="▸"/>
              <a:defRPr sz="1050">
                <a:solidFill>
                  <a:srgbClr val="014E9F"/>
                </a:solidFill>
                <a:latin typeface="Arial" panose="020B0604020202020204" pitchFamily="34" charset="0"/>
                <a:cs typeface="Arial" panose="020B0604020202020204" pitchFamily="34" charset="0"/>
              </a:defRPr>
            </a:lvl4pPr>
            <a:lvl5pPr marL="1543050" indent="-171450">
              <a:buClr>
                <a:srgbClr val="014E9F"/>
              </a:buClr>
              <a:buFont typeface="Wingdings" pitchFamily="2" charset="2"/>
              <a:buChar char="v"/>
              <a:defRPr sz="900">
                <a:solidFill>
                  <a:srgbClr val="014E9F"/>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GB" noProof="0"/>
              <a:t>CLICK TO MODIFY THE TEXT OF THE MASK</a:t>
            </a:r>
          </a:p>
          <a:p>
            <a:pPr lvl="1"/>
            <a:r>
              <a:rPr lang="en-GB" noProof="0"/>
              <a:t>Second level</a:t>
            </a:r>
          </a:p>
          <a:p>
            <a:pPr lvl="2"/>
            <a:r>
              <a:rPr lang="en-GB" noProof="0"/>
              <a:t>Third level</a:t>
            </a:r>
          </a:p>
          <a:p>
            <a:pPr lvl="3"/>
            <a:r>
              <a:rPr lang="en-GB" noProof="0"/>
              <a:t>Fourth level</a:t>
            </a:r>
          </a:p>
          <a:p>
            <a:pPr lvl="4"/>
            <a:r>
              <a:rPr lang="en-GB" noProof="0"/>
              <a:t>Fifth level</a:t>
            </a:r>
          </a:p>
        </p:txBody>
      </p:sp>
      <p:pic>
        <p:nvPicPr>
          <p:cNvPr id="10" name="Imagen 9" descr="Logotipo&#10;&#10;Descripción generada automáticamente">
            <a:extLst>
              <a:ext uri="{FF2B5EF4-FFF2-40B4-BE49-F238E27FC236}">
                <a16:creationId xmlns:a16="http://schemas.microsoft.com/office/drawing/2014/main" id="{E5309222-91C5-4F77-8D59-A7FDC3E985A1}"/>
              </a:ext>
            </a:extLst>
          </p:cNvPr>
          <p:cNvPicPr>
            <a:picLocks noChangeAspect="1"/>
          </p:cNvPicPr>
          <p:nvPr userDrawn="1"/>
        </p:nvPicPr>
        <p:blipFill>
          <a:blip r:embed="rId3"/>
          <a:stretch>
            <a:fillRect/>
          </a:stretch>
        </p:blipFill>
        <p:spPr>
          <a:xfrm>
            <a:off x="7900988" y="4012230"/>
            <a:ext cx="1071404" cy="563581"/>
          </a:xfrm>
          <a:prstGeom prst="rect">
            <a:avLst/>
          </a:prstGeom>
        </p:spPr>
      </p:pic>
    </p:spTree>
    <p:extLst>
      <p:ext uri="{BB962C8B-B14F-4D97-AF65-F5344CB8AC3E}">
        <p14:creationId xmlns:p14="http://schemas.microsoft.com/office/powerpoint/2010/main" val="80693932"/>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8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2" tIns="45706" rIns="91412" bIns="45706" numCol="1" spcCol="0" rtlCol="0" fromWordArt="0" anchor="ctr" anchorCtr="0" forceAA="0" compatLnSpc="1">
            <a:prstTxWarp prst="textNoShape">
              <a:avLst/>
            </a:prstTxWarp>
            <a:noAutofit/>
          </a:bodyPr>
          <a:lstStyle/>
          <a:p>
            <a:pPr algn="ctr"/>
            <a:endParaRPr lang="en-GB" sz="1799"/>
          </a:p>
        </p:txBody>
      </p:sp>
      <p:sp>
        <p:nvSpPr>
          <p:cNvPr id="8" name="Titre 3"/>
          <p:cNvSpPr>
            <a:spLocks noGrp="1"/>
          </p:cNvSpPr>
          <p:nvPr>
            <p:ph type="title" hasCustomPrompt="1"/>
          </p:nvPr>
        </p:nvSpPr>
        <p:spPr>
          <a:xfrm>
            <a:off x="457203" y="109472"/>
            <a:ext cx="8225621" cy="483051"/>
          </a:xfrm>
          <a:prstGeom prst="rect">
            <a:avLst/>
          </a:prstGeom>
        </p:spPr>
        <p:txBody>
          <a:bodyPr anchor="ctr"/>
          <a:lstStyle>
            <a:lvl1pPr algn="l" defTabSz="457040"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3"/>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691" indent="-285651">
              <a:buFontTx/>
              <a:buBlip>
                <a:blip r:embed="rId2"/>
              </a:buBlip>
              <a:defRPr lang="fr-FR" sz="1400" kern="1200" noProof="0" dirty="0" smtClean="0">
                <a:solidFill>
                  <a:schemeClr val="tx1">
                    <a:lumMod val="75000"/>
                    <a:lumOff val="25000"/>
                  </a:schemeClr>
                </a:solidFill>
                <a:latin typeface="+mj-lt"/>
                <a:ea typeface="+mn-ea"/>
                <a:cs typeface="Arial"/>
              </a:defRPr>
            </a:lvl2pPr>
            <a:lvl3pPr marL="1142600" indent="-228520">
              <a:buFontTx/>
              <a:buBlip>
                <a:blip r:embed="rId3"/>
              </a:buBlip>
              <a:defRPr lang="fr-FR" sz="1199" kern="1200" dirty="0" smtClean="0">
                <a:solidFill>
                  <a:schemeClr val="tx1">
                    <a:lumMod val="75000"/>
                    <a:lumOff val="25000"/>
                  </a:schemeClr>
                </a:solidFill>
                <a:latin typeface="+mj-lt"/>
                <a:ea typeface="+mn-ea"/>
                <a:cs typeface="Arial" panose="020B0604020202020204" pitchFamily="34" charset="0"/>
              </a:defRPr>
            </a:lvl3pPr>
            <a:lvl4pPr marL="1599640" indent="-228520">
              <a:buFont typeface="Wingdings" panose="05000000000000000000" pitchFamily="2" charset="2"/>
              <a:buChar char="§"/>
              <a:defRPr lang="fr-FR" sz="1199" kern="1200" dirty="0" smtClean="0">
                <a:solidFill>
                  <a:schemeClr val="tx1">
                    <a:lumMod val="75000"/>
                    <a:lumOff val="25000"/>
                  </a:schemeClr>
                </a:solidFill>
                <a:latin typeface="+mj-lt"/>
                <a:ea typeface="+mn-ea"/>
                <a:cs typeface="Arial" panose="020B0604020202020204" pitchFamily="34" charset="0"/>
              </a:defRPr>
            </a:lvl4pPr>
            <a:lvl5pPr marL="2056680" indent="-228520">
              <a:buFont typeface="Arial" panose="020B0604020202020204" pitchFamily="34" charset="0"/>
              <a:buChar char="•"/>
              <a:defRPr lang="en-GB" sz="1199" kern="1200" dirty="0">
                <a:solidFill>
                  <a:schemeClr val="tx1">
                    <a:lumMod val="75000"/>
                    <a:lumOff val="25000"/>
                  </a:schemeClr>
                </a:solidFill>
                <a:latin typeface="+mj-lt"/>
                <a:ea typeface="+mn-ea"/>
                <a:cs typeface="Arial" panose="020B0604020202020204" pitchFamily="34" charset="0"/>
              </a:defRPr>
            </a:lvl5pPr>
          </a:lstStyle>
          <a:p>
            <a:pPr marL="0" lvl="0" indent="0" algn="l" defTabSz="457040" rtl="0" eaLnBrk="1" latinLnBrk="0" hangingPunct="1">
              <a:spcBef>
                <a:spcPct val="20000"/>
              </a:spcBef>
              <a:buFont typeface="Arial"/>
              <a:buNone/>
            </a:pPr>
            <a:r>
              <a:rPr lang="fr-FR"/>
              <a:t>Modifier les styles du texte du masque</a:t>
            </a:r>
          </a:p>
          <a:p>
            <a:pPr marL="742691" lvl="1" indent="-285651" algn="l" defTabSz="457040" rtl="0" eaLnBrk="1" latinLnBrk="0" hangingPunct="1">
              <a:spcBef>
                <a:spcPct val="20000"/>
              </a:spcBef>
              <a:buFontTx/>
              <a:buBlip>
                <a:blip r:embed="rId2"/>
              </a:buBlip>
            </a:pPr>
            <a:r>
              <a:rPr lang="fr-FR"/>
              <a:t>Deuxième niveau</a:t>
            </a:r>
          </a:p>
          <a:p>
            <a:pPr marL="1142600" lvl="2" indent="-228520" algn="l" defTabSz="457040" rtl="0" eaLnBrk="1" latinLnBrk="0" hangingPunct="1">
              <a:spcBef>
                <a:spcPct val="20000"/>
              </a:spcBef>
              <a:buFontTx/>
              <a:buBlip>
                <a:blip r:embed="rId3"/>
              </a:buBlip>
            </a:pPr>
            <a:r>
              <a:rPr lang="fr-FR"/>
              <a:t>Troisième niveau</a:t>
            </a:r>
          </a:p>
          <a:p>
            <a:pPr marL="1599640" lvl="3" indent="-228520" algn="l" defTabSz="457040" rtl="0" eaLnBrk="1" latinLnBrk="0" hangingPunct="1">
              <a:spcBef>
                <a:spcPct val="20000"/>
              </a:spcBef>
              <a:buFont typeface="Wingdings" panose="05000000000000000000" pitchFamily="2" charset="2"/>
              <a:buChar char="§"/>
            </a:pPr>
            <a:r>
              <a:rPr lang="fr-FR"/>
              <a:t>Quatrième niveau</a:t>
            </a:r>
          </a:p>
          <a:p>
            <a:pPr marL="2056680" lvl="4" indent="-228520" algn="l" defTabSz="457040"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5"/>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25F2C39A-F2AE-4E4D-8C04-1EC2E580CBE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5"/>
            <a:ext cx="1944000" cy="519417"/>
          </a:xfrm>
          <a:prstGeom prst="rect">
            <a:avLst/>
          </a:prstGeom>
        </p:spPr>
      </p:pic>
    </p:spTree>
    <p:extLst>
      <p:ext uri="{BB962C8B-B14F-4D97-AF65-F5344CB8AC3E}">
        <p14:creationId xmlns:p14="http://schemas.microsoft.com/office/powerpoint/2010/main" val="23746578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8632CFB-0914-6494-9920-A500C84AE0BE}"/>
              </a:ext>
            </a:extLst>
          </p:cNvPr>
          <p:cNvSpPr/>
          <p:nvPr userDrawn="1"/>
        </p:nvSpPr>
        <p:spPr>
          <a:xfrm>
            <a:off x="-107576" y="4898411"/>
            <a:ext cx="9144000" cy="246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 name="Espace réservé de la date 3">
            <a:extLst>
              <a:ext uri="{FF2B5EF4-FFF2-40B4-BE49-F238E27FC236}">
                <a16:creationId xmlns:a16="http://schemas.microsoft.com/office/drawing/2014/main" id="{B417FA05-2D4C-7308-B337-C2BECF417D3F}"/>
              </a:ext>
            </a:extLst>
          </p:cNvPr>
          <p:cNvSpPr txBox="1">
            <a:spLocks/>
          </p:cNvSpPr>
          <p:nvPr userDrawn="1"/>
        </p:nvSpPr>
        <p:spPr>
          <a:xfrm>
            <a:off x="5612662"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Clasificación</a:t>
            </a:r>
            <a:r>
              <a:rPr lang="en-GB" sz="750" noProof="0">
                <a:solidFill>
                  <a:srgbClr val="919191"/>
                </a:solidFill>
                <a:latin typeface="Arial" panose="020B0604020202020204" pitchFamily="34" charset="0"/>
                <a:cs typeface="Arial" panose="020B0604020202020204" pitchFamily="34" charset="0"/>
              </a:rPr>
              <a:t>: D3</a:t>
            </a:r>
          </a:p>
        </p:txBody>
      </p:sp>
      <p:sp>
        <p:nvSpPr>
          <p:cNvPr id="4" name="Espace réservé de la date 3">
            <a:extLst>
              <a:ext uri="{FF2B5EF4-FFF2-40B4-BE49-F238E27FC236}">
                <a16:creationId xmlns:a16="http://schemas.microsoft.com/office/drawing/2014/main" id="{4EB9D945-2D7E-8D2D-27CB-828FC81AE7A9}"/>
              </a:ext>
            </a:extLst>
          </p:cNvPr>
          <p:cNvSpPr txBox="1">
            <a:spLocks/>
          </p:cNvSpPr>
          <p:nvPr userDrawn="1"/>
        </p:nvSpPr>
        <p:spPr>
          <a:xfrm>
            <a:off x="7433489"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Conservación</a:t>
            </a:r>
            <a:r>
              <a:rPr lang="en-GB" sz="750" noProof="0">
                <a:solidFill>
                  <a:srgbClr val="919191"/>
                </a:solidFill>
              </a:rPr>
              <a:t>: WA</a:t>
            </a:r>
          </a:p>
        </p:txBody>
      </p:sp>
      <p:sp>
        <p:nvSpPr>
          <p:cNvPr id="6" name="Espace réservé de la date 3">
            <a:extLst>
              <a:ext uri="{FF2B5EF4-FFF2-40B4-BE49-F238E27FC236}">
                <a16:creationId xmlns:a16="http://schemas.microsoft.com/office/drawing/2014/main" id="{F54EB7A4-DFEC-4F4E-6C27-361FB4C4EEE2}"/>
              </a:ext>
            </a:extLst>
          </p:cNvPr>
          <p:cNvSpPr txBox="1">
            <a:spLocks/>
          </p:cNvSpPr>
          <p:nvPr userDrawn="1"/>
        </p:nvSpPr>
        <p:spPr>
          <a:xfrm>
            <a:off x="150185"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a:solidFill>
                  <a:srgbClr val="919191"/>
                </a:solidFill>
                <a:latin typeface="Arial" panose="020B0604020202020204" pitchFamily="34" charset="0"/>
                <a:cs typeface="Arial" panose="020B0604020202020204" pitchFamily="34" charset="0"/>
              </a:rPr>
              <a:t>Ref./</a:t>
            </a:r>
            <a:r>
              <a:rPr lang="en-GB" sz="750" noProof="0" err="1">
                <a:solidFill>
                  <a:srgbClr val="919191"/>
                </a:solidFill>
                <a:latin typeface="Arial" panose="020B0604020202020204" pitchFamily="34" charset="0"/>
                <a:cs typeface="Arial" panose="020B0604020202020204" pitchFamily="34" charset="0"/>
              </a:rPr>
              <a:t>Documento</a:t>
            </a:r>
            <a:r>
              <a:rPr lang="en-GB" sz="750" noProof="0">
                <a:solidFill>
                  <a:srgbClr val="919191"/>
                </a:solidFill>
                <a:latin typeface="Arial" panose="020B0604020202020204" pitchFamily="34" charset="0"/>
                <a:cs typeface="Arial" panose="020B0604020202020204" pitchFamily="34" charset="0"/>
              </a:rPr>
              <a:t>: </a:t>
            </a:r>
          </a:p>
        </p:txBody>
      </p:sp>
      <p:sp>
        <p:nvSpPr>
          <p:cNvPr id="7" name="Espace réservé de la date 3">
            <a:extLst>
              <a:ext uri="{FF2B5EF4-FFF2-40B4-BE49-F238E27FC236}">
                <a16:creationId xmlns:a16="http://schemas.microsoft.com/office/drawing/2014/main" id="{06E8F27F-F0D2-E2FF-A3B0-301788DEA00D}"/>
              </a:ext>
            </a:extLst>
          </p:cNvPr>
          <p:cNvSpPr txBox="1">
            <a:spLocks/>
          </p:cNvSpPr>
          <p:nvPr userDrawn="1"/>
        </p:nvSpPr>
        <p:spPr>
          <a:xfrm>
            <a:off x="1971011" y="4904252"/>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a:solidFill>
                  <a:srgbClr val="919191"/>
                </a:solidFill>
                <a:latin typeface="Arial" panose="020B0604020202020204" pitchFamily="34" charset="0"/>
                <a:cs typeface="Arial" panose="020B0604020202020204" pitchFamily="34" charset="0"/>
              </a:rPr>
              <a:t>Autor/Depart: VIT</a:t>
            </a:r>
          </a:p>
        </p:txBody>
      </p:sp>
      <p:sp>
        <p:nvSpPr>
          <p:cNvPr id="8" name="Espace réservé de la date 3">
            <a:extLst>
              <a:ext uri="{FF2B5EF4-FFF2-40B4-BE49-F238E27FC236}">
                <a16:creationId xmlns:a16="http://schemas.microsoft.com/office/drawing/2014/main" id="{30261AFC-B21B-AE35-E301-572212E0B154}"/>
              </a:ext>
            </a:extLst>
          </p:cNvPr>
          <p:cNvSpPr txBox="1">
            <a:spLocks/>
          </p:cNvSpPr>
          <p:nvPr userDrawn="1"/>
        </p:nvSpPr>
        <p:spPr>
          <a:xfrm>
            <a:off x="3791837" y="4904252"/>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Fecha</a:t>
            </a:r>
            <a:r>
              <a:rPr lang="en-GB" sz="750" noProof="0">
                <a:solidFill>
                  <a:srgbClr val="919191"/>
                </a:solidFill>
                <a:latin typeface="Arial" panose="020B0604020202020204" pitchFamily="34" charset="0"/>
                <a:cs typeface="Arial" panose="020B0604020202020204" pitchFamily="34" charset="0"/>
              </a:rPr>
              <a:t> </a:t>
            </a:r>
            <a:r>
              <a:rPr lang="en-GB" sz="750" noProof="0" err="1">
                <a:solidFill>
                  <a:srgbClr val="919191"/>
                </a:solidFill>
                <a:latin typeface="Arial" panose="020B0604020202020204" pitchFamily="34" charset="0"/>
                <a:cs typeface="Arial" panose="020B0604020202020204" pitchFamily="34" charset="0"/>
              </a:rPr>
              <a:t>creación</a:t>
            </a:r>
            <a:r>
              <a:rPr lang="en-GB" sz="750" noProof="0">
                <a:solidFill>
                  <a:srgbClr val="919191"/>
                </a:solidFill>
                <a:latin typeface="Arial" panose="020B0604020202020204" pitchFamily="34" charset="0"/>
                <a:cs typeface="Arial" panose="020B0604020202020204" pitchFamily="34" charset="0"/>
              </a:rPr>
              <a:t>: 15/05/2026 </a:t>
            </a:r>
          </a:p>
        </p:txBody>
      </p:sp>
    </p:spTree>
    <p:extLst>
      <p:ext uri="{BB962C8B-B14F-4D97-AF65-F5344CB8AC3E}">
        <p14:creationId xmlns:p14="http://schemas.microsoft.com/office/powerpoint/2010/main" val="2592924801"/>
      </p:ext>
    </p:extLst>
  </p:cSld>
  <p:clrMap bg1="lt1" tx1="dk1" bg2="lt2" tx2="dk2" accent1="accent1" accent2="accent2" accent3="accent3" accent4="accent4" accent5="accent5" accent6="accent6" hlink="hlink" folHlink="folHlink"/>
  <p:sldLayoutIdLst>
    <p:sldLayoutId id="2147483683" r:id="rId1"/>
    <p:sldLayoutId id="2147483650" r:id="rId2"/>
    <p:sldLayoutId id="2147483692" r:id="rId3"/>
    <p:sldLayoutId id="2147483689" r:id="rId4"/>
    <p:sldLayoutId id="2147483691" r:id="rId5"/>
    <p:sldLayoutId id="2147483688" r:id="rId6"/>
    <p:sldLayoutId id="2147483685" r:id="rId7"/>
    <p:sldLayoutId id="2147483690" r:id="rId8"/>
    <p:sldLayoutId id="2147483686" r:id="rId9"/>
    <p:sldLayoutId id="2147483687" r:id="rId10"/>
    <p:sldLayoutId id="2147483694" r:id="rId11"/>
    <p:sldLayoutId id="2147483655" r:id="rId12"/>
    <p:sldLayoutId id="2147483656" r:id="rId13"/>
    <p:sldLayoutId id="2147483657" r:id="rId14"/>
    <p:sldLayoutId id="2147483661" r:id="rId15"/>
    <p:sldLayoutId id="2147483663" r:id="rId16"/>
    <p:sldLayoutId id="2147483665" r:id="rId17"/>
    <p:sldLayoutId id="2147483668" r:id="rId18"/>
    <p:sldLayoutId id="2147483673" r:id="rId19"/>
    <p:sldLayoutId id="2147483674" r:id="rId20"/>
    <p:sldLayoutId id="2147483675" r:id="rId21"/>
    <p:sldLayoutId id="2147483676" r:id="rId22"/>
    <p:sldLayoutId id="2147483677" r:id="rId23"/>
    <p:sldLayoutId id="2147483678" r:id="rId24"/>
    <p:sldLayoutId id="2147483679" r:id="rId25"/>
    <p:sldLayoutId id="2147483680" r:id="rId26"/>
    <p:sldLayoutId id="2147483681" r:id="rId27"/>
    <p:sldLayoutId id="2147483682" r:id="rId28"/>
    <p:sldLayoutId id="2147483695" r:id="rId29"/>
    <p:sldLayoutId id="2147483710" r:id="rId30"/>
    <p:sldLayoutId id="2147483711" r:id="rId31"/>
    <p:sldLayoutId id="2147483712" r:id="rId32"/>
    <p:sldLayoutId id="2147483713" r:id="rId3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C7C752-8314-2044-B667-E3C727B7D358}"/>
              </a:ext>
            </a:extLst>
          </p:cNvPr>
          <p:cNvSpPr/>
          <p:nvPr userDrawn="1"/>
        </p:nvSpPr>
        <p:spPr>
          <a:xfrm>
            <a:off x="-107576" y="4898411"/>
            <a:ext cx="9144000" cy="246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Espace réservé de la date 3">
            <a:extLst>
              <a:ext uri="{FF2B5EF4-FFF2-40B4-BE49-F238E27FC236}">
                <a16:creationId xmlns:a16="http://schemas.microsoft.com/office/drawing/2014/main" id="{CED0D7C3-FDC5-5040-AE15-9404BCCCA859}"/>
              </a:ext>
            </a:extLst>
          </p:cNvPr>
          <p:cNvSpPr txBox="1">
            <a:spLocks/>
          </p:cNvSpPr>
          <p:nvPr userDrawn="1"/>
        </p:nvSpPr>
        <p:spPr>
          <a:xfrm>
            <a:off x="5612662"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Clasificación</a:t>
            </a:r>
            <a:r>
              <a:rPr lang="en-GB" sz="750" noProof="0">
                <a:solidFill>
                  <a:srgbClr val="919191"/>
                </a:solidFill>
                <a:latin typeface="Arial" panose="020B0604020202020204" pitchFamily="34" charset="0"/>
                <a:cs typeface="Arial" panose="020B0604020202020204" pitchFamily="34" charset="0"/>
              </a:rPr>
              <a:t>: D3</a:t>
            </a:r>
          </a:p>
        </p:txBody>
      </p:sp>
      <p:sp>
        <p:nvSpPr>
          <p:cNvPr id="17" name="Espace réservé de la date 3">
            <a:extLst>
              <a:ext uri="{FF2B5EF4-FFF2-40B4-BE49-F238E27FC236}">
                <a16:creationId xmlns:a16="http://schemas.microsoft.com/office/drawing/2014/main" id="{DBC44928-C852-C840-9C84-AF6DB7E62227}"/>
              </a:ext>
            </a:extLst>
          </p:cNvPr>
          <p:cNvSpPr txBox="1">
            <a:spLocks/>
          </p:cNvSpPr>
          <p:nvPr userDrawn="1"/>
        </p:nvSpPr>
        <p:spPr>
          <a:xfrm>
            <a:off x="7433489"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Conservación</a:t>
            </a:r>
            <a:r>
              <a:rPr lang="en-GB" sz="750" noProof="0">
                <a:solidFill>
                  <a:srgbClr val="919191"/>
                </a:solidFill>
              </a:rPr>
              <a:t>: WA</a:t>
            </a:r>
          </a:p>
        </p:txBody>
      </p:sp>
      <p:sp>
        <p:nvSpPr>
          <p:cNvPr id="11" name="Espace réservé de la date 3">
            <a:extLst>
              <a:ext uri="{FF2B5EF4-FFF2-40B4-BE49-F238E27FC236}">
                <a16:creationId xmlns:a16="http://schemas.microsoft.com/office/drawing/2014/main" id="{CDA02ACC-E90A-924B-AF14-D26E6F8D1937}"/>
              </a:ext>
            </a:extLst>
          </p:cNvPr>
          <p:cNvSpPr txBox="1">
            <a:spLocks/>
          </p:cNvSpPr>
          <p:nvPr userDrawn="1"/>
        </p:nvSpPr>
        <p:spPr>
          <a:xfrm>
            <a:off x="150185"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a:solidFill>
                  <a:srgbClr val="919191"/>
                </a:solidFill>
                <a:latin typeface="Arial" panose="020B0604020202020204" pitchFamily="34" charset="0"/>
                <a:cs typeface="Arial" panose="020B0604020202020204" pitchFamily="34" charset="0"/>
              </a:rPr>
              <a:t>Ref./</a:t>
            </a:r>
            <a:r>
              <a:rPr lang="en-GB" sz="750" noProof="0" err="1">
                <a:solidFill>
                  <a:srgbClr val="919191"/>
                </a:solidFill>
                <a:latin typeface="Arial" panose="020B0604020202020204" pitchFamily="34" charset="0"/>
                <a:cs typeface="Arial" panose="020B0604020202020204" pitchFamily="34" charset="0"/>
              </a:rPr>
              <a:t>Documento</a:t>
            </a:r>
            <a:r>
              <a:rPr lang="en-GB" sz="750" noProof="0">
                <a:solidFill>
                  <a:srgbClr val="919191"/>
                </a:solidFill>
                <a:latin typeface="Arial" panose="020B0604020202020204" pitchFamily="34" charset="0"/>
                <a:cs typeface="Arial" panose="020B0604020202020204" pitchFamily="34" charset="0"/>
              </a:rPr>
              <a:t>: </a:t>
            </a:r>
          </a:p>
        </p:txBody>
      </p:sp>
      <p:sp>
        <p:nvSpPr>
          <p:cNvPr id="12" name="ZoneTexte 11">
            <a:extLst>
              <a:ext uri="{FF2B5EF4-FFF2-40B4-BE49-F238E27FC236}">
                <a16:creationId xmlns:a16="http://schemas.microsoft.com/office/drawing/2014/main" id="{710C214F-90DE-0B4A-8A22-8A919B86CDD9}"/>
              </a:ext>
            </a:extLst>
          </p:cNvPr>
          <p:cNvSpPr txBox="1"/>
          <p:nvPr userDrawn="1"/>
        </p:nvSpPr>
        <p:spPr>
          <a:xfrm>
            <a:off x="150185" y="4576433"/>
            <a:ext cx="489236" cy="230832"/>
          </a:xfrm>
          <a:prstGeom prst="rect">
            <a:avLst/>
          </a:prstGeom>
          <a:noFill/>
        </p:spPr>
        <p:txBody>
          <a:bodyPr wrap="none" rtlCol="0">
            <a:spAutoFit/>
          </a:bodyPr>
          <a:lstStyle/>
          <a:p>
            <a:fld id="{21A9E20A-4BD6-B345-889F-8D42769A2BD8}" type="slidenum">
              <a:rPr lang="fr-FR" sz="900" b="1" i="0" smtClean="0">
                <a:solidFill>
                  <a:schemeClr val="bg1"/>
                </a:solidFill>
                <a:latin typeface="Michelin" panose="02000000000000000000" pitchFamily="2" charset="0"/>
              </a:rPr>
              <a:t>‹Nº›</a:t>
            </a:fld>
            <a:endParaRPr lang="fr-FR" sz="900" b="1" i="0">
              <a:solidFill>
                <a:schemeClr val="bg1"/>
              </a:solidFill>
              <a:latin typeface="Michelin" panose="02000000000000000000" pitchFamily="2" charset="0"/>
            </a:endParaRPr>
          </a:p>
        </p:txBody>
      </p:sp>
      <p:sp>
        <p:nvSpPr>
          <p:cNvPr id="4" name="Espace réservé de la date 3">
            <a:extLst>
              <a:ext uri="{FF2B5EF4-FFF2-40B4-BE49-F238E27FC236}">
                <a16:creationId xmlns:a16="http://schemas.microsoft.com/office/drawing/2014/main" id="{408611D9-295D-06D8-FC62-5670DD22AA75}"/>
              </a:ext>
            </a:extLst>
          </p:cNvPr>
          <p:cNvSpPr txBox="1">
            <a:spLocks/>
          </p:cNvSpPr>
          <p:nvPr userDrawn="1"/>
        </p:nvSpPr>
        <p:spPr>
          <a:xfrm>
            <a:off x="1971011" y="4904252"/>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a:solidFill>
                  <a:srgbClr val="919191"/>
                </a:solidFill>
                <a:latin typeface="Arial" panose="020B0604020202020204" pitchFamily="34" charset="0"/>
                <a:cs typeface="Arial" panose="020B0604020202020204" pitchFamily="34" charset="0"/>
              </a:rPr>
              <a:t>Autor/Depart: VIT</a:t>
            </a:r>
          </a:p>
        </p:txBody>
      </p:sp>
      <p:sp>
        <p:nvSpPr>
          <p:cNvPr id="6" name="Espace réservé de la date 3">
            <a:extLst>
              <a:ext uri="{FF2B5EF4-FFF2-40B4-BE49-F238E27FC236}">
                <a16:creationId xmlns:a16="http://schemas.microsoft.com/office/drawing/2014/main" id="{9C773B8F-EF10-3104-5789-B674B7A71C4F}"/>
              </a:ext>
            </a:extLst>
          </p:cNvPr>
          <p:cNvSpPr txBox="1">
            <a:spLocks/>
          </p:cNvSpPr>
          <p:nvPr userDrawn="1"/>
        </p:nvSpPr>
        <p:spPr>
          <a:xfrm>
            <a:off x="3791837" y="4904252"/>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Fecha</a:t>
            </a:r>
            <a:r>
              <a:rPr lang="en-GB" sz="750" noProof="0">
                <a:solidFill>
                  <a:srgbClr val="919191"/>
                </a:solidFill>
                <a:latin typeface="Arial" panose="020B0604020202020204" pitchFamily="34" charset="0"/>
                <a:cs typeface="Arial" panose="020B0604020202020204" pitchFamily="34" charset="0"/>
              </a:rPr>
              <a:t> </a:t>
            </a:r>
            <a:r>
              <a:rPr lang="en-GB" sz="750" noProof="0" err="1">
                <a:solidFill>
                  <a:srgbClr val="919191"/>
                </a:solidFill>
                <a:latin typeface="Arial" panose="020B0604020202020204" pitchFamily="34" charset="0"/>
                <a:cs typeface="Arial" panose="020B0604020202020204" pitchFamily="34" charset="0"/>
              </a:rPr>
              <a:t>creación</a:t>
            </a:r>
            <a:r>
              <a:rPr lang="en-GB" sz="750" noProof="0">
                <a:solidFill>
                  <a:srgbClr val="919191"/>
                </a:solidFill>
                <a:latin typeface="Arial" panose="020B0604020202020204" pitchFamily="34" charset="0"/>
                <a:cs typeface="Arial" panose="020B0604020202020204" pitchFamily="34" charset="0"/>
              </a:rPr>
              <a:t>: 15/05/2026 </a:t>
            </a:r>
          </a:p>
        </p:txBody>
      </p:sp>
    </p:spTree>
    <p:extLst>
      <p:ext uri="{BB962C8B-B14F-4D97-AF65-F5344CB8AC3E}">
        <p14:creationId xmlns:p14="http://schemas.microsoft.com/office/powerpoint/2010/main" val="412581767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ZoneTexte 11">
            <a:extLst>
              <a:ext uri="{FF2B5EF4-FFF2-40B4-BE49-F238E27FC236}">
                <a16:creationId xmlns:a16="http://schemas.microsoft.com/office/drawing/2014/main" id="{710C214F-90DE-0B4A-8A22-8A919B86CDD9}"/>
              </a:ext>
            </a:extLst>
          </p:cNvPr>
          <p:cNvSpPr txBox="1"/>
          <p:nvPr userDrawn="1"/>
        </p:nvSpPr>
        <p:spPr>
          <a:xfrm>
            <a:off x="150185" y="4576433"/>
            <a:ext cx="489236" cy="230832"/>
          </a:xfrm>
          <a:prstGeom prst="rect">
            <a:avLst/>
          </a:prstGeom>
          <a:noFill/>
        </p:spPr>
        <p:txBody>
          <a:bodyPr wrap="none" rtlCol="0">
            <a:spAutoFit/>
          </a:bodyPr>
          <a:lstStyle/>
          <a:p>
            <a:fld id="{21A9E20A-4BD6-B345-889F-8D42769A2BD8}" type="slidenum">
              <a:rPr lang="fr-FR" sz="900" b="1" i="0" smtClean="0">
                <a:solidFill>
                  <a:srgbClr val="014E9F"/>
                </a:solidFill>
                <a:latin typeface="Michelin" panose="02000000000000000000" pitchFamily="2" charset="0"/>
              </a:rPr>
              <a:t>‹Nº›</a:t>
            </a:fld>
            <a:endParaRPr lang="fr-FR" sz="900" b="1" i="0">
              <a:solidFill>
                <a:srgbClr val="014E9F"/>
              </a:solidFill>
              <a:latin typeface="Michelin" panose="02000000000000000000" pitchFamily="2" charset="0"/>
            </a:endParaRPr>
          </a:p>
        </p:txBody>
      </p:sp>
      <p:sp>
        <p:nvSpPr>
          <p:cNvPr id="11" name="Rectangle 2">
            <a:extLst>
              <a:ext uri="{FF2B5EF4-FFF2-40B4-BE49-F238E27FC236}">
                <a16:creationId xmlns:a16="http://schemas.microsoft.com/office/drawing/2014/main" id="{0CDD259B-C6E1-4969-93C9-D2C218F4A3EA}"/>
              </a:ext>
            </a:extLst>
          </p:cNvPr>
          <p:cNvSpPr/>
          <p:nvPr userDrawn="1"/>
        </p:nvSpPr>
        <p:spPr>
          <a:xfrm>
            <a:off x="0" y="4898411"/>
            <a:ext cx="9144000" cy="246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Espace réservé de la date 3">
            <a:extLst>
              <a:ext uri="{FF2B5EF4-FFF2-40B4-BE49-F238E27FC236}">
                <a16:creationId xmlns:a16="http://schemas.microsoft.com/office/drawing/2014/main" id="{A9E7D19F-17E0-488D-A526-F690F20B1DBD}"/>
              </a:ext>
            </a:extLst>
          </p:cNvPr>
          <p:cNvSpPr txBox="1">
            <a:spLocks/>
          </p:cNvSpPr>
          <p:nvPr userDrawn="1"/>
        </p:nvSpPr>
        <p:spPr>
          <a:xfrm>
            <a:off x="5612662"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Clasificación</a:t>
            </a:r>
            <a:r>
              <a:rPr lang="en-GB" sz="750" noProof="0">
                <a:solidFill>
                  <a:srgbClr val="919191"/>
                </a:solidFill>
                <a:latin typeface="Arial" panose="020B0604020202020204" pitchFamily="34" charset="0"/>
                <a:cs typeface="Arial" panose="020B0604020202020204" pitchFamily="34" charset="0"/>
              </a:rPr>
              <a:t>: D3</a:t>
            </a:r>
          </a:p>
        </p:txBody>
      </p:sp>
      <p:sp>
        <p:nvSpPr>
          <p:cNvPr id="17" name="Espace réservé de la date 3">
            <a:extLst>
              <a:ext uri="{FF2B5EF4-FFF2-40B4-BE49-F238E27FC236}">
                <a16:creationId xmlns:a16="http://schemas.microsoft.com/office/drawing/2014/main" id="{E9D5A49C-E8B5-4934-A559-14F71F1DCD78}"/>
              </a:ext>
            </a:extLst>
          </p:cNvPr>
          <p:cNvSpPr txBox="1">
            <a:spLocks/>
          </p:cNvSpPr>
          <p:nvPr userDrawn="1"/>
        </p:nvSpPr>
        <p:spPr>
          <a:xfrm>
            <a:off x="7433489"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Conservación</a:t>
            </a:r>
            <a:r>
              <a:rPr lang="en-GB" sz="750" noProof="0">
                <a:solidFill>
                  <a:srgbClr val="919191"/>
                </a:solidFill>
              </a:rPr>
              <a:t>: WA</a:t>
            </a:r>
          </a:p>
        </p:txBody>
      </p:sp>
      <p:sp>
        <p:nvSpPr>
          <p:cNvPr id="21" name="Espace réservé de la date 3">
            <a:extLst>
              <a:ext uri="{FF2B5EF4-FFF2-40B4-BE49-F238E27FC236}">
                <a16:creationId xmlns:a16="http://schemas.microsoft.com/office/drawing/2014/main" id="{05AABFAE-E1A2-4D25-8019-B1D2436D3C86}"/>
              </a:ext>
            </a:extLst>
          </p:cNvPr>
          <p:cNvSpPr txBox="1">
            <a:spLocks/>
          </p:cNvSpPr>
          <p:nvPr userDrawn="1"/>
        </p:nvSpPr>
        <p:spPr>
          <a:xfrm>
            <a:off x="150185"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a:solidFill>
                  <a:srgbClr val="919191"/>
                </a:solidFill>
                <a:latin typeface="Arial" panose="020B0604020202020204" pitchFamily="34" charset="0"/>
                <a:cs typeface="Arial" panose="020B0604020202020204" pitchFamily="34" charset="0"/>
              </a:rPr>
              <a:t>Ref./</a:t>
            </a:r>
            <a:r>
              <a:rPr lang="en-GB" sz="750" noProof="0" err="1">
                <a:solidFill>
                  <a:srgbClr val="919191"/>
                </a:solidFill>
                <a:latin typeface="Arial" panose="020B0604020202020204" pitchFamily="34" charset="0"/>
                <a:cs typeface="Arial" panose="020B0604020202020204" pitchFamily="34" charset="0"/>
              </a:rPr>
              <a:t>Documento</a:t>
            </a:r>
            <a:r>
              <a:rPr lang="en-GB" sz="750" noProof="0">
                <a:solidFill>
                  <a:srgbClr val="919191"/>
                </a:solidFill>
                <a:latin typeface="Arial" panose="020B0604020202020204" pitchFamily="34" charset="0"/>
                <a:cs typeface="Arial" panose="020B0604020202020204" pitchFamily="34" charset="0"/>
              </a:rPr>
              <a:t>: </a:t>
            </a:r>
          </a:p>
        </p:txBody>
      </p:sp>
      <p:sp>
        <p:nvSpPr>
          <p:cNvPr id="2" name="Espace réservé de la date 3">
            <a:extLst>
              <a:ext uri="{FF2B5EF4-FFF2-40B4-BE49-F238E27FC236}">
                <a16:creationId xmlns:a16="http://schemas.microsoft.com/office/drawing/2014/main" id="{BFF4DCE0-683E-6F10-A537-E440FF5E8753}"/>
              </a:ext>
            </a:extLst>
          </p:cNvPr>
          <p:cNvSpPr txBox="1">
            <a:spLocks/>
          </p:cNvSpPr>
          <p:nvPr userDrawn="1"/>
        </p:nvSpPr>
        <p:spPr>
          <a:xfrm>
            <a:off x="1971011" y="4904252"/>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a:solidFill>
                  <a:srgbClr val="919191"/>
                </a:solidFill>
                <a:latin typeface="Arial" panose="020B0604020202020204" pitchFamily="34" charset="0"/>
                <a:cs typeface="Arial" panose="020B0604020202020204" pitchFamily="34" charset="0"/>
              </a:rPr>
              <a:t>Autor/Depart: VIT</a:t>
            </a:r>
          </a:p>
        </p:txBody>
      </p:sp>
      <p:sp>
        <p:nvSpPr>
          <p:cNvPr id="3" name="Espace réservé de la date 3">
            <a:extLst>
              <a:ext uri="{FF2B5EF4-FFF2-40B4-BE49-F238E27FC236}">
                <a16:creationId xmlns:a16="http://schemas.microsoft.com/office/drawing/2014/main" id="{CD3AF29B-7AEB-2CD2-524E-9090E523039D}"/>
              </a:ext>
            </a:extLst>
          </p:cNvPr>
          <p:cNvSpPr txBox="1">
            <a:spLocks/>
          </p:cNvSpPr>
          <p:nvPr userDrawn="1"/>
        </p:nvSpPr>
        <p:spPr>
          <a:xfrm>
            <a:off x="3791837" y="4904252"/>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Fecha</a:t>
            </a:r>
            <a:r>
              <a:rPr lang="en-GB" sz="750" noProof="0">
                <a:solidFill>
                  <a:srgbClr val="919191"/>
                </a:solidFill>
                <a:latin typeface="Arial" panose="020B0604020202020204" pitchFamily="34" charset="0"/>
                <a:cs typeface="Arial" panose="020B0604020202020204" pitchFamily="34" charset="0"/>
              </a:rPr>
              <a:t> </a:t>
            </a:r>
            <a:r>
              <a:rPr lang="en-GB" sz="750" noProof="0" err="1">
                <a:solidFill>
                  <a:srgbClr val="919191"/>
                </a:solidFill>
                <a:latin typeface="Arial" panose="020B0604020202020204" pitchFamily="34" charset="0"/>
                <a:cs typeface="Arial" panose="020B0604020202020204" pitchFamily="34" charset="0"/>
              </a:rPr>
              <a:t>creación</a:t>
            </a:r>
            <a:r>
              <a:rPr lang="en-GB" sz="750" noProof="0">
                <a:solidFill>
                  <a:srgbClr val="919191"/>
                </a:solidFill>
                <a:latin typeface="Arial" panose="020B0604020202020204" pitchFamily="34" charset="0"/>
                <a:cs typeface="Arial" panose="020B0604020202020204" pitchFamily="34" charset="0"/>
              </a:rPr>
              <a:t>: 15/05/2026 </a:t>
            </a:r>
          </a:p>
        </p:txBody>
      </p:sp>
    </p:spTree>
    <p:extLst>
      <p:ext uri="{BB962C8B-B14F-4D97-AF65-F5344CB8AC3E}">
        <p14:creationId xmlns:p14="http://schemas.microsoft.com/office/powerpoint/2010/main" val="2615516972"/>
      </p:ext>
    </p:extLst>
  </p:cSld>
  <p:clrMap bg1="lt1" tx1="dk1" bg2="lt2" tx2="dk2" accent1="accent1" accent2="accent2" accent3="accent3" accent4="accent4" accent5="accent5" accent6="accent6" hlink="hlink" folHlink="folHlink"/>
  <p:sldLayoutIdLst>
    <p:sldLayoutId id="2147483708" r:id="rId1"/>
    <p:sldLayoutId id="2147483709" r:id="rId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5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image" Target="../media/image58.jp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notesSlide" Target="../notesSlides/notesSlide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9.jpg"/><Relationship Id="rId4" Type="http://schemas.openxmlformats.org/officeDocument/2006/relationships/image" Target="../media/image4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 Id="rId3" Type="http://schemas.openxmlformats.org/officeDocument/2006/relationships/image" Target="../media/image4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9.xml"/><Relationship Id="rId3" Type="http://schemas.openxmlformats.org/officeDocument/2006/relationships/image" Target="../media/image4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1.xml"/><Relationship Id="rId3" Type="http://schemas.openxmlformats.org/officeDocument/2006/relationships/image" Target="../media/image4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4.png"/><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6.jpg"/><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7.xml"/><Relationship Id="rId3" Type="http://schemas.openxmlformats.org/officeDocument/2006/relationships/image" Target="../media/image5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image" Target="../media/image62.png"/><Relationship Id="rId3" Type="http://schemas.openxmlformats.org/officeDocument/2006/relationships/notesSlide" Target="../notesSlides/notesSlide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1.xml"/><Relationship Id="rId3" Type="http://schemas.openxmlformats.org/officeDocument/2006/relationships/image" Target="../media/image54.jpg"/><Relationship Id="rId4" Type="http://schemas.openxmlformats.org/officeDocument/2006/relationships/image" Target="../media/image6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5.jpg"/><Relationship Id="rId4" Type="http://schemas.openxmlformats.org/officeDocument/2006/relationships/image" Target="../media/image45.png"/><Relationship Id="rId5" Type="http://schemas.openxmlformats.org/officeDocument/2006/relationships/image" Target="../media/image5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4.xml"/><Relationship Id="rId3" Type="http://schemas.openxmlformats.org/officeDocument/2006/relationships/image" Target="../media/image59.png"/><Relationship Id="rId4" Type="http://schemas.openxmlformats.org/officeDocument/2006/relationships/image" Target="../media/image6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Our digital manufacturing environment · OLM · PI System · R4P · Dataiku</a:t>
            </a:r>
          </a:p>
        </p:txBody>
      </p:sp>
      <p:sp>
        <p:nvSpPr>
          <p:cNvPr id="3" name="Title 2"/>
          <p:cNvSpPr>
            <a:spLocks noGrp="1"/>
          </p:cNvSpPr>
          <p:nvPr>
            <p:ph type="title"/>
          </p:nvPr>
        </p:nvSpPr>
        <p:spPr/>
        <p:txBody>
          <a:bodyPr/>
          <a:lstStyle/>
          <a:p>
            <a:r>
              <a:t>Quality decided in real time</a:t>
            </a:r>
          </a:p>
        </p:txBody>
      </p:sp>
      <p:pic>
        <p:nvPicPr>
          <p:cNvPr id="4" name="Picture 3" descr="hy_blue.png"/>
          <p:cNvPicPr>
            <a:picLocks noChangeAspect="1"/>
          </p:cNvPicPr>
          <p:nvPr/>
        </p:nvPicPr>
        <p:blipFill>
          <a:blip r:embed="rId3"/>
          <a:stretch>
            <a:fillRect/>
          </a:stretch>
        </p:blipFill>
        <p:spPr>
          <a:xfrm>
            <a:off x="6537960" y="274320"/>
            <a:ext cx="640435" cy="329184"/>
          </a:xfrm>
          <a:prstGeom prst="rect">
            <a:avLst/>
          </a:prstGeom>
        </p:spPr>
      </p:pic>
      <p:sp>
        <p:nvSpPr>
          <p:cNvPr id="5" name="TextBox 4"/>
          <p:cNvSpPr txBox="1"/>
          <p:nvPr/>
        </p:nvSpPr>
        <p:spPr>
          <a:xfrm>
            <a:off x="7288123" y="274320"/>
            <a:ext cx="2011680" cy="329184"/>
          </a:xfrm>
          <a:prstGeom prst="rect">
            <a:avLst/>
          </a:prstGeom>
          <a:noFill/>
        </p:spPr>
        <p:txBody>
          <a:bodyPr wrap="square" lIns="0" rIns="0" tIns="0" bIns="0" anchor="ctr">
            <a:spAutoFit/>
          </a:bodyPr>
          <a:lstStyle/>
          <a:p>
            <a:pPr algn="l"/>
            <a:r>
              <a:rPr sz="1700" b="1" i="0">
                <a:solidFill>
                  <a:srgbClr val="002C5F"/>
                </a:solidFill>
                <a:latin typeface="Arial"/>
              </a:rPr>
              <a:t>HYUNDAI</a:t>
            </a:r>
          </a:p>
        </p:txBody>
      </p:sp>
      <p:sp>
        <p:nvSpPr>
          <p:cNvPr id="6" name="TextBox 5"/>
          <p:cNvSpPr txBox="1"/>
          <p:nvPr/>
        </p:nvSpPr>
        <p:spPr>
          <a:xfrm>
            <a:off x="5486400" y="658368"/>
            <a:ext cx="3291840" cy="228600"/>
          </a:xfrm>
          <a:prstGeom prst="rect">
            <a:avLst/>
          </a:prstGeom>
          <a:noFill/>
        </p:spPr>
        <p:txBody>
          <a:bodyPr wrap="square" lIns="0" rIns="0" tIns="0" bIns="0" anchor="t">
            <a:spAutoFit/>
          </a:bodyPr>
          <a:lstStyle/>
          <a:p>
            <a:pPr algn="r"/>
            <a:r>
              <a:rPr sz="900" b="1" i="0">
                <a:solidFill>
                  <a:srgbClr val="002C5F"/>
                </a:solidFill>
                <a:latin typeface="Arial"/>
              </a:rPr>
              <a:t>MOTOR GROUP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4206240" cy="457200"/>
          </a:xfrm>
        </p:spPr>
        <p:txBody>
          <a:bodyPr/>
          <a:lstStyle/>
          <a:p>
            <a:r>
              <a:rPr sz="2200"/>
              <a:t>Hyundai &amp; Michelin</a:t>
            </a:r>
          </a:p>
        </p:txBody>
      </p:sp>
      <p:sp>
        <p:nvSpPr>
          <p:cNvPr id="3" name="TextBox 2"/>
          <p:cNvSpPr txBox="1"/>
          <p:nvPr/>
        </p:nvSpPr>
        <p:spPr>
          <a:xfrm>
            <a:off x="457200" y="713232"/>
            <a:ext cx="4206240" cy="548640"/>
          </a:xfrm>
          <a:prstGeom prst="rect">
            <a:avLst/>
          </a:prstGeom>
          <a:noFill/>
        </p:spPr>
        <p:txBody>
          <a:bodyPr wrap="square" lIns="0" rIns="0" tIns="0" bIns="0" anchor="t">
            <a:spAutoFit/>
          </a:bodyPr>
          <a:lstStyle/>
          <a:p>
            <a:pPr algn="l"/>
            <a:r>
              <a:rPr sz="1200" b="0" i="0">
                <a:solidFill>
                  <a:srgbClr val="FCE500"/>
                </a:solidFill>
                <a:latin typeface="Arial"/>
              </a:rPr>
              <a:t>A successful long-term partnership for performance and innovation</a:t>
            </a:r>
          </a:p>
        </p:txBody>
      </p:sp>
      <p:pic>
        <p:nvPicPr>
          <p:cNvPr id="4" name="Picture 3" descr="tucson.jpg"/>
          <p:cNvPicPr>
            <a:picLocks noChangeAspect="1"/>
          </p:cNvPicPr>
          <p:nvPr/>
        </p:nvPicPr>
        <p:blipFill>
          <a:blip r:embed="rId2"/>
          <a:srcRect l="10417" r="10417"/>
          <a:stretch>
            <a:fillRect/>
          </a:stretch>
        </p:blipFill>
        <p:spPr>
          <a:xfrm>
            <a:off x="4800600" y="0"/>
            <a:ext cx="4343400" cy="3154680"/>
          </a:xfrm>
          <a:prstGeom prst="rect">
            <a:avLst/>
          </a:prstGeom>
        </p:spPr>
      </p:pic>
      <p:pic>
        <p:nvPicPr>
          <p:cNvPr id="5" name="Picture 4" descr="tire.png"/>
          <p:cNvPicPr>
            <a:picLocks noChangeAspect="1"/>
          </p:cNvPicPr>
          <p:nvPr/>
        </p:nvPicPr>
        <p:blipFill>
          <a:blip r:embed="rId3"/>
          <a:stretch>
            <a:fillRect/>
          </a:stretch>
        </p:blipFill>
        <p:spPr>
          <a:xfrm>
            <a:off x="6903720" y="2057400"/>
            <a:ext cx="2103120" cy="2103120"/>
          </a:xfrm>
          <a:prstGeom prst="rect">
            <a:avLst/>
          </a:prstGeom>
        </p:spPr>
      </p:pic>
      <p:pic>
        <p:nvPicPr>
          <p:cNvPr id="6" name="Picture 5" descr="hy_white.png"/>
          <p:cNvPicPr>
            <a:picLocks noChangeAspect="1"/>
          </p:cNvPicPr>
          <p:nvPr/>
        </p:nvPicPr>
        <p:blipFill>
          <a:blip r:embed="rId4"/>
          <a:stretch>
            <a:fillRect/>
          </a:stretch>
        </p:blipFill>
        <p:spPr>
          <a:xfrm>
            <a:off x="457200" y="1463040"/>
            <a:ext cx="604856" cy="310896"/>
          </a:xfrm>
          <a:prstGeom prst="rect">
            <a:avLst/>
          </a:prstGeom>
        </p:spPr>
      </p:pic>
      <p:sp>
        <p:nvSpPr>
          <p:cNvPr id="7" name="TextBox 6"/>
          <p:cNvSpPr txBox="1"/>
          <p:nvPr/>
        </p:nvSpPr>
        <p:spPr>
          <a:xfrm>
            <a:off x="1171784" y="1463040"/>
            <a:ext cx="2011680" cy="310896"/>
          </a:xfrm>
          <a:prstGeom prst="rect">
            <a:avLst/>
          </a:prstGeom>
          <a:noFill/>
        </p:spPr>
        <p:txBody>
          <a:bodyPr wrap="square" lIns="0" rIns="0" tIns="0" bIns="0" anchor="ctr">
            <a:spAutoFit/>
          </a:bodyPr>
          <a:lstStyle/>
          <a:p>
            <a:pPr algn="l"/>
            <a:r>
              <a:rPr sz="1400" b="1" i="0">
                <a:solidFill>
                  <a:srgbClr val="FFFFFF"/>
                </a:solidFill>
                <a:latin typeface="Arial"/>
              </a:rPr>
              <a:t>HYUNDAI</a:t>
            </a:r>
          </a:p>
        </p:txBody>
      </p:sp>
      <p:sp>
        <p:nvSpPr>
          <p:cNvPr id="8" name="TextBox 7"/>
          <p:cNvSpPr txBox="1"/>
          <p:nvPr/>
        </p:nvSpPr>
        <p:spPr>
          <a:xfrm>
            <a:off x="457200" y="1965960"/>
            <a:ext cx="4206240" cy="274320"/>
          </a:xfrm>
          <a:prstGeom prst="rect">
            <a:avLst/>
          </a:prstGeom>
          <a:noFill/>
        </p:spPr>
        <p:txBody>
          <a:bodyPr wrap="square" lIns="0" rIns="0" tIns="0" bIns="0" anchor="t">
            <a:spAutoFit/>
          </a:bodyPr>
          <a:lstStyle/>
          <a:p>
            <a:pPr algn="l"/>
            <a:r>
              <a:rPr sz="950" b="1" i="0">
                <a:solidFill>
                  <a:srgbClr val="9FB3D6"/>
                </a:solidFill>
                <a:latin typeface="Michelin"/>
              </a:rPr>
              <a:t>TRUSTED PARTNERS FOR NEW TECHNOLOGIES</a:t>
            </a:r>
          </a:p>
        </p:txBody>
      </p:sp>
      <p:sp>
        <p:nvSpPr>
          <p:cNvPr id="9" name="TextBox 8"/>
          <p:cNvSpPr txBox="1"/>
          <p:nvPr/>
        </p:nvSpPr>
        <p:spPr>
          <a:xfrm>
            <a:off x="457200" y="2331720"/>
            <a:ext cx="4206240" cy="822960"/>
          </a:xfrm>
          <a:prstGeom prst="rect">
            <a:avLst/>
          </a:prstGeom>
          <a:noFill/>
        </p:spPr>
        <p:txBody>
          <a:bodyPr wrap="square" lIns="0" rIns="0" tIns="0" bIns="0" anchor="t">
            <a:spAutoFit/>
          </a:bodyPr>
          <a:lstStyle/>
          <a:p>
            <a:pPr algn="l"/>
            <a:r>
              <a:rPr sz="1500" b="1" i="0">
                <a:solidFill>
                  <a:srgbClr val="FFFFFF"/>
                </a:solidFill>
                <a:latin typeface="Michelin"/>
              </a:rPr>
              <a:t>Michelin Primacy 5 Energy 235/45 R20</a:t>
            </a:r>
          </a:p>
          <a:p>
            <a:pPr algn="l"/>
            <a:r>
              <a:rPr sz="1200" b="0" i="0">
                <a:solidFill>
                  <a:srgbClr val="FFFFFF"/>
                </a:solidFill>
                <a:latin typeface="Arial"/>
              </a:rPr>
              <a:t>Fitted on the new Hyundai Tucson 2027</a:t>
            </a:r>
          </a:p>
        </p:txBody>
      </p:sp>
      <p:sp>
        <p:nvSpPr>
          <p:cNvPr id="10" name="TextBox 9"/>
          <p:cNvSpPr txBox="1"/>
          <p:nvPr/>
        </p:nvSpPr>
        <p:spPr>
          <a:xfrm>
            <a:off x="457200" y="3108960"/>
            <a:ext cx="4206240" cy="228600"/>
          </a:xfrm>
          <a:prstGeom prst="rect">
            <a:avLst/>
          </a:prstGeom>
          <a:noFill/>
        </p:spPr>
        <p:txBody>
          <a:bodyPr wrap="square" lIns="0" rIns="0" tIns="0" bIns="0" anchor="t">
            <a:spAutoFit/>
          </a:bodyPr>
          <a:lstStyle/>
          <a:p>
            <a:pPr algn="l"/>
            <a:r>
              <a:rPr sz="900" b="0" i="0">
                <a:solidFill>
                  <a:srgbClr val="9FB3D6"/>
                </a:solidFill>
                <a:latin typeface="Arial"/>
              </a:rPr>
              <a:t>Code 5759 · CAI 514126A</a:t>
            </a:r>
          </a:p>
        </p:txBody>
      </p:sp>
      <p:sp>
        <p:nvSpPr>
          <p:cNvPr id="11" name="Rectangle 10"/>
          <p:cNvSpPr/>
          <p:nvPr/>
        </p:nvSpPr>
        <p:spPr>
          <a:xfrm>
            <a:off x="457200" y="3520440"/>
            <a:ext cx="6309360" cy="685800"/>
          </a:xfrm>
          <a:prstGeom prst="rect">
            <a:avLst/>
          </a:prstGeom>
          <a:solidFill>
            <a:srgbClr val="001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520440"/>
            <a:ext cx="6035040" cy="685800"/>
          </a:xfrm>
          <a:prstGeom prst="rect">
            <a:avLst/>
          </a:prstGeom>
          <a:noFill/>
        </p:spPr>
        <p:txBody>
          <a:bodyPr wrap="square" lIns="0" rIns="0" tIns="0" bIns="0" anchor="ctr">
            <a:spAutoFit/>
          </a:bodyPr>
          <a:lstStyle/>
          <a:p>
            <a:pPr algn="l"/>
            <a:r>
              <a:rPr sz="1200" b="0" i="0">
                <a:solidFill>
                  <a:srgbClr val="FFFFFF"/>
                </a:solidFill>
                <a:latin typeface="Arial"/>
              </a:rPr>
              <a:t>Each of these tires is born in the digital environment </a:t>
            </a:r>
            <a:r>
              <a:rPr sz="1200" b="1" i="0">
                <a:solidFill>
                  <a:srgbClr val="FCE500"/>
                </a:solidFill>
                <a:latin typeface="Arial"/>
              </a:rPr>
              <a:t>we are presenting to you today.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What if every tire could tell us how it was made?</a:t>
            </a:r>
          </a:p>
        </p:txBody>
      </p:sp>
      <p:sp>
        <p:nvSpPr>
          <p:cNvPr id="3" name="TextBox 2"/>
          <p:cNvSpPr txBox="1"/>
          <p:nvPr/>
        </p:nvSpPr>
        <p:spPr>
          <a:xfrm>
            <a:off x="528490" y="4269971"/>
            <a:ext cx="5943600" cy="365760"/>
          </a:xfrm>
          <a:prstGeom prst="rect">
            <a:avLst/>
          </a:prstGeom>
          <a:noFill/>
        </p:spPr>
        <p:txBody>
          <a:bodyPr wrap="square" lIns="0" tIns="0" rIns="0" bIns="0" anchor="t">
            <a:spAutoFit/>
          </a:bodyPr>
          <a:lstStyle/>
          <a:p>
            <a:pPr algn="l"/>
            <a:r>
              <a:rPr sz="1400" b="1" i="0">
                <a:solidFill>
                  <a:srgbClr val="FCE500"/>
                </a:solidFill>
                <a:latin typeface="Michelin"/>
              </a:rPr>
              <a:t>Today it does. Let us show you how.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ways to control quality</a:t>
            </a:r>
          </a:p>
        </p:txBody>
      </p:sp>
      <p:sp>
        <p:nvSpPr>
          <p:cNvPr id="4" name="Rectangle 3"/>
          <p:cNvSpPr/>
          <p:nvPr/>
        </p:nvSpPr>
        <p:spPr>
          <a:xfrm>
            <a:off x="585216" y="822960"/>
            <a:ext cx="3735730" cy="35204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5268" y="1005840"/>
            <a:ext cx="3195624" cy="320040"/>
          </a:xfrm>
          <a:prstGeom prst="rect">
            <a:avLst/>
          </a:prstGeom>
          <a:noFill/>
        </p:spPr>
        <p:txBody>
          <a:bodyPr wrap="square" lIns="0" tIns="0" rIns="0" bIns="0" anchor="t">
            <a:spAutoFit/>
          </a:bodyPr>
          <a:lstStyle/>
          <a:p>
            <a:pPr algn="l"/>
            <a:r>
              <a:rPr sz="1300" b="1" i="0" cap="all" dirty="0">
                <a:solidFill>
                  <a:srgbClr val="6E6E6E"/>
                </a:solidFill>
                <a:latin typeface="Michelin"/>
              </a:rPr>
              <a:t>Traditional control</a:t>
            </a:r>
            <a:r>
              <a:rPr sz="1300" b="1" i="0" cap="all" dirty="0" err="1">
                <a:solidFill>
                  <a:srgbClr val="6E6E6E"/>
                </a:solidFill>
                <a:latin typeface="Michelin"/>
              </a:rPr>
              <a:t/>
            </a:r>
            <a:endParaRPr sz="1300" b="1" i="0" cap="all" dirty="0">
              <a:solidFill>
                <a:srgbClr val="6E6E6E"/>
              </a:solidFill>
              <a:latin typeface="Michelin"/>
            </a:endParaRPr>
          </a:p>
        </p:txBody>
      </p:sp>
      <p:sp>
        <p:nvSpPr>
          <p:cNvPr id="6" name="TextBox 5"/>
          <p:cNvSpPr txBox="1"/>
          <p:nvPr/>
        </p:nvSpPr>
        <p:spPr>
          <a:xfrm>
            <a:off x="855268" y="1674911"/>
            <a:ext cx="1800351" cy="307777"/>
          </a:xfrm>
          <a:prstGeom prst="rect">
            <a:avLst/>
          </a:prstGeom>
          <a:noFill/>
        </p:spPr>
        <p:txBody>
          <a:bodyPr wrap="square" lIns="0" tIns="0" rIns="0" bIns="0" anchor="ctr">
            <a:spAutoFit/>
          </a:bodyPr>
          <a:lstStyle/>
          <a:p>
            <a:pPr algn="l"/>
            <a:r>
              <a:rPr sz="2000" b="1" i="0" dirty="0">
                <a:solidFill>
                  <a:srgbClr val="6E6E6E"/>
                </a:solidFill>
                <a:latin typeface="Michelin"/>
              </a:rPr>
              <a:t>1 </a:t>
            </a:r>
            <a:r>
              <a:rPr b="1" i="0" dirty="0" err="1">
                <a:solidFill>
                  <a:srgbClr val="6E6E6E"/>
                </a:solidFill>
                <a:latin typeface="Michelin"/>
              </a:rPr>
              <a:t>sample</a:t>
            </a:r>
            <a:endParaRPr sz="2000" b="1" i="0" dirty="0">
              <a:solidFill>
                <a:srgbClr val="6E6E6E"/>
              </a:solidFill>
              <a:latin typeface="Michelin"/>
            </a:endParaRPr>
          </a:p>
        </p:txBody>
      </p:sp>
      <p:sp>
        <p:nvSpPr>
          <p:cNvPr id="7" name="TextBox 6"/>
          <p:cNvSpPr txBox="1"/>
          <p:nvPr/>
        </p:nvSpPr>
        <p:spPr>
          <a:xfrm>
            <a:off x="2700629" y="1554480"/>
            <a:ext cx="1440281" cy="548640"/>
          </a:xfrm>
          <a:prstGeom prst="rect">
            <a:avLst/>
          </a:prstGeom>
          <a:noFill/>
        </p:spPr>
        <p:txBody>
          <a:bodyPr wrap="square" lIns="0" tIns="0" rIns="0" bIns="0" anchor="ctr">
            <a:spAutoFit/>
          </a:bodyPr>
          <a:lstStyle/>
          <a:p>
            <a:pPr algn="l"/>
            <a:r>
              <a:rPr sz="1100" b="0" i="0">
                <a:solidFill>
                  <a:srgbClr val="6E6E6E"/>
                </a:solidFill>
                <a:latin typeface="Arial"/>
              </a:rPr>
              <a:t>per shift, manually</a:t>
            </a:r>
          </a:p>
        </p:txBody>
      </p:sp>
      <p:sp>
        <p:nvSpPr>
          <p:cNvPr id="8" name="TextBox 7"/>
          <p:cNvSpPr txBox="1"/>
          <p:nvPr/>
        </p:nvSpPr>
        <p:spPr>
          <a:xfrm>
            <a:off x="855268" y="2558980"/>
            <a:ext cx="1800351" cy="276999"/>
          </a:xfrm>
          <a:prstGeom prst="rect">
            <a:avLst/>
          </a:prstGeom>
          <a:noFill/>
        </p:spPr>
        <p:txBody>
          <a:bodyPr wrap="square" lIns="0" tIns="0" rIns="0" bIns="0" anchor="ctr">
            <a:spAutoFit/>
          </a:bodyPr>
          <a:lstStyle/>
          <a:p>
            <a:pPr algn="l"/>
            <a:r>
              <a:rPr b="1" i="0" dirty="0">
                <a:solidFill>
                  <a:srgbClr val="6E6E6E"/>
                </a:solidFill>
                <a:latin typeface="Michelin"/>
              </a:rPr>
              <a:t>Hours</a:t>
            </a:r>
            <a:endParaRPr sz="2000" b="1" i="0" dirty="0">
              <a:solidFill>
                <a:srgbClr val="6E6E6E"/>
              </a:solidFill>
              <a:latin typeface="Michelin"/>
            </a:endParaRPr>
          </a:p>
        </p:txBody>
      </p:sp>
      <p:sp>
        <p:nvSpPr>
          <p:cNvPr id="9" name="TextBox 8"/>
          <p:cNvSpPr txBox="1"/>
          <p:nvPr/>
        </p:nvSpPr>
        <p:spPr>
          <a:xfrm>
            <a:off x="2700629" y="2423160"/>
            <a:ext cx="1440281" cy="548640"/>
          </a:xfrm>
          <a:prstGeom prst="rect">
            <a:avLst/>
          </a:prstGeom>
          <a:noFill/>
        </p:spPr>
        <p:txBody>
          <a:bodyPr wrap="square" lIns="0" tIns="0" rIns="0" bIns="0" anchor="ctr">
            <a:spAutoFit/>
          </a:bodyPr>
          <a:lstStyle/>
          <a:p>
            <a:pPr algn="l"/>
            <a:r>
              <a:rPr sz="1100" b="0" i="0" dirty="0">
                <a:solidFill>
                  <a:srgbClr val="6E6E6E"/>
                </a:solidFill>
                <a:latin typeface="Arial"/>
              </a:rPr>
              <a:t>to discover a deviation</a:t>
            </a:r>
            <a:r>
              <a:rPr sz="1100" b="0" i="0" dirty="0" err="1">
                <a:solidFill>
                  <a:srgbClr val="6E6E6E"/>
                </a:solidFill>
                <a:latin typeface="Arial"/>
              </a:rPr>
              <a:t/>
            </a:r>
            <a:r>
              <a:rPr sz="1100" b="0" i="0" dirty="0">
                <a:solidFill>
                  <a:srgbClr val="6E6E6E"/>
                </a:solidFill>
                <a:latin typeface="Arial"/>
              </a:rPr>
              <a:t/>
            </a:r>
            <a:r>
              <a:rPr sz="1100" b="0" i="0" dirty="0" err="1">
                <a:solidFill>
                  <a:srgbClr val="6E6E6E"/>
                </a:solidFill>
                <a:latin typeface="Arial"/>
              </a:rPr>
              <a:t/>
            </a:r>
            <a:r>
              <a:rPr sz="1100" b="0" i="0" dirty="0">
                <a:solidFill>
                  <a:srgbClr val="6E6E6E"/>
                </a:solidFill>
                <a:latin typeface="Arial"/>
              </a:rPr>
              <a:t/>
            </a:r>
            <a:r>
              <a:rPr sz="1100" b="0" i="0" dirty="0" err="1">
                <a:solidFill>
                  <a:srgbClr val="6E6E6E"/>
                </a:solidFill>
                <a:latin typeface="Arial"/>
              </a:rPr>
              <a:t/>
            </a:r>
            <a:endParaRPr sz="1100" b="0" i="0" dirty="0">
              <a:solidFill>
                <a:srgbClr val="6E6E6E"/>
              </a:solidFill>
              <a:latin typeface="Arial"/>
            </a:endParaRPr>
          </a:p>
        </p:txBody>
      </p:sp>
      <p:sp>
        <p:nvSpPr>
          <p:cNvPr id="10" name="TextBox 9"/>
          <p:cNvSpPr txBox="1"/>
          <p:nvPr/>
        </p:nvSpPr>
        <p:spPr>
          <a:xfrm>
            <a:off x="855268" y="3427659"/>
            <a:ext cx="1800351" cy="276999"/>
          </a:xfrm>
          <a:prstGeom prst="rect">
            <a:avLst/>
          </a:prstGeom>
          <a:noFill/>
        </p:spPr>
        <p:txBody>
          <a:bodyPr wrap="square" lIns="0" tIns="0" rIns="0" bIns="0" anchor="ctr">
            <a:spAutoFit/>
          </a:bodyPr>
          <a:lstStyle/>
          <a:p>
            <a:pPr algn="l"/>
            <a:r>
              <a:rPr b="1" i="0">
                <a:solidFill>
                  <a:srgbClr val="6E6E6E"/>
                </a:solidFill>
                <a:latin typeface="Michelin"/>
              </a:rPr>
              <a:t>After</a:t>
            </a:r>
          </a:p>
        </p:txBody>
      </p:sp>
      <p:sp>
        <p:nvSpPr>
          <p:cNvPr id="11" name="TextBox 10"/>
          <p:cNvSpPr txBox="1"/>
          <p:nvPr/>
        </p:nvSpPr>
        <p:spPr>
          <a:xfrm>
            <a:off x="2700629" y="3291839"/>
            <a:ext cx="1440281" cy="548640"/>
          </a:xfrm>
          <a:prstGeom prst="rect">
            <a:avLst/>
          </a:prstGeom>
          <a:noFill/>
        </p:spPr>
        <p:txBody>
          <a:bodyPr wrap="square" lIns="0" tIns="0" rIns="0" bIns="0" anchor="ctr">
            <a:spAutoFit/>
          </a:bodyPr>
          <a:lstStyle/>
          <a:p>
            <a:pPr algn="l"/>
            <a:r>
              <a:rPr sz="1100" b="0" i="0">
                <a:solidFill>
                  <a:srgbClr val="6E6E6E"/>
                </a:solidFill>
                <a:latin typeface="Arial"/>
              </a:rPr>
              <a:t>we react once the defect already exists</a:t>
            </a:r>
          </a:p>
        </p:txBody>
      </p:sp>
      <p:sp>
        <p:nvSpPr>
          <p:cNvPr id="12" name="Rectangle 11"/>
          <p:cNvSpPr/>
          <p:nvPr/>
        </p:nvSpPr>
        <p:spPr>
          <a:xfrm>
            <a:off x="4951069" y="822960"/>
            <a:ext cx="3735730" cy="3520440"/>
          </a:xfrm>
          <a:prstGeom prst="rect">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21122" y="1005840"/>
            <a:ext cx="3195624" cy="320040"/>
          </a:xfrm>
          <a:prstGeom prst="rect">
            <a:avLst/>
          </a:prstGeom>
          <a:noFill/>
        </p:spPr>
        <p:txBody>
          <a:bodyPr wrap="square" lIns="0" tIns="0" rIns="0" bIns="0" anchor="t">
            <a:spAutoFit/>
          </a:bodyPr>
          <a:lstStyle/>
          <a:p>
            <a:pPr algn="l"/>
            <a:r>
              <a:rPr sz="1300" b="1" i="0" cap="all">
                <a:solidFill>
                  <a:srgbClr val="FCE500"/>
                </a:solidFill>
                <a:latin typeface="Michelin"/>
              </a:rPr>
              <a:t>Our digital control</a:t>
            </a:r>
          </a:p>
        </p:txBody>
      </p:sp>
      <p:sp>
        <p:nvSpPr>
          <p:cNvPr id="14" name="TextBox 13"/>
          <p:cNvSpPr txBox="1"/>
          <p:nvPr/>
        </p:nvSpPr>
        <p:spPr>
          <a:xfrm>
            <a:off x="5221122" y="1674911"/>
            <a:ext cx="1800351" cy="307777"/>
          </a:xfrm>
          <a:prstGeom prst="rect">
            <a:avLst/>
          </a:prstGeom>
          <a:noFill/>
        </p:spPr>
        <p:txBody>
          <a:bodyPr wrap="square" lIns="0" tIns="0" rIns="0" bIns="0" anchor="ctr">
            <a:spAutoFit/>
          </a:bodyPr>
          <a:lstStyle/>
          <a:p>
            <a:pPr algn="l"/>
            <a:r>
              <a:rPr b="1" i="0" dirty="0">
                <a:solidFill>
                  <a:srgbClr val="FCE500"/>
                </a:solidFill>
                <a:latin typeface="Michelin"/>
              </a:rPr>
              <a:t>100</a:t>
            </a:r>
            <a:r>
              <a:rPr sz="2000" b="1" i="0" dirty="0">
                <a:solidFill>
                  <a:srgbClr val="FCE500"/>
                </a:solidFill>
                <a:latin typeface="Michelin"/>
              </a:rPr>
              <a:t> %</a:t>
            </a:r>
          </a:p>
        </p:txBody>
      </p:sp>
      <p:sp>
        <p:nvSpPr>
          <p:cNvPr id="15" name="TextBox 14"/>
          <p:cNvSpPr txBox="1"/>
          <p:nvPr/>
        </p:nvSpPr>
        <p:spPr>
          <a:xfrm>
            <a:off x="7066483" y="1659523"/>
            <a:ext cx="1440281" cy="338554"/>
          </a:xfrm>
          <a:prstGeom prst="rect">
            <a:avLst/>
          </a:prstGeom>
          <a:noFill/>
        </p:spPr>
        <p:txBody>
          <a:bodyPr wrap="square" lIns="0" tIns="0" rIns="0" bIns="0" anchor="ctr">
            <a:spAutoFit/>
          </a:bodyPr>
          <a:lstStyle/>
          <a:p>
            <a:pPr algn="l"/>
            <a:r>
              <a:rPr sz="1100" b="0" i="0" dirty="0">
                <a:solidFill>
                  <a:srgbClr val="FFFFFF"/>
                </a:solidFill>
                <a:latin typeface="Arial"/>
              </a:rPr>
              <a:t>of products, automatically</a:t>
            </a:r>
            <a:r>
              <a:rPr sz="1100" b="0" i="0" dirty="0" err="1">
                <a:solidFill>
                  <a:srgbClr val="FFFFFF"/>
                </a:solidFill>
                <a:latin typeface="Arial"/>
              </a:rPr>
              <a:t/>
            </a:r>
            <a:r>
              <a:rPr sz="1100" b="0" i="0" dirty="0">
                <a:solidFill>
                  <a:srgbClr val="FFFFFF"/>
                </a:solidFill>
                <a:latin typeface="Arial"/>
              </a:rPr>
              <a:t/>
            </a:r>
            <a:r>
              <a:rPr lang="es-ES" sz="1100" b="0" i="0" dirty="0">
                <a:solidFill>
                  <a:srgbClr val="FFFFFF"/>
                </a:solidFill>
                <a:latin typeface="Arial"/>
              </a:rPr>
              <a:t/>
            </a:r>
            <a:r>
              <a:rPr sz="1100" b="0" i="0" dirty="0">
                <a:solidFill>
                  <a:srgbClr val="FFFFFF"/>
                </a:solidFill>
                <a:latin typeface="Arial"/>
              </a:rPr>
              <a:t/>
            </a:r>
            <a:r>
              <a:rPr sz="1100" b="0" i="0" dirty="0" err="1">
                <a:solidFill>
                  <a:srgbClr val="FFFFFF"/>
                </a:solidFill>
                <a:latin typeface="Arial"/>
              </a:rPr>
              <a:t/>
            </a:r>
            <a:endParaRPr sz="1100" b="0" i="0" dirty="0">
              <a:solidFill>
                <a:srgbClr val="FFFFFF"/>
              </a:solidFill>
              <a:latin typeface="Arial"/>
            </a:endParaRPr>
          </a:p>
        </p:txBody>
      </p:sp>
      <p:sp>
        <p:nvSpPr>
          <p:cNvPr id="16" name="TextBox 15"/>
          <p:cNvSpPr txBox="1"/>
          <p:nvPr/>
        </p:nvSpPr>
        <p:spPr>
          <a:xfrm>
            <a:off x="5221122" y="2558980"/>
            <a:ext cx="1800351" cy="276999"/>
          </a:xfrm>
          <a:prstGeom prst="rect">
            <a:avLst/>
          </a:prstGeom>
          <a:noFill/>
        </p:spPr>
        <p:txBody>
          <a:bodyPr wrap="square" lIns="0" tIns="0" rIns="0" bIns="0" anchor="ctr">
            <a:spAutoFit/>
          </a:bodyPr>
          <a:lstStyle/>
          <a:p>
            <a:pPr algn="l"/>
            <a:r>
              <a:rPr b="1" i="0" dirty="0" err="1">
                <a:solidFill>
                  <a:srgbClr val="FCE500"/>
                </a:solidFill>
                <a:latin typeface="Michelin"/>
              </a:rPr>
              <a:t>Seconds</a:t>
            </a:r>
            <a:endParaRPr sz="2000" b="1" i="0" dirty="0">
              <a:solidFill>
                <a:srgbClr val="FCE500"/>
              </a:solidFill>
              <a:latin typeface="Michelin"/>
            </a:endParaRPr>
          </a:p>
        </p:txBody>
      </p:sp>
      <p:sp>
        <p:nvSpPr>
          <p:cNvPr id="17" name="TextBox 16"/>
          <p:cNvSpPr txBox="1"/>
          <p:nvPr/>
        </p:nvSpPr>
        <p:spPr>
          <a:xfrm>
            <a:off x="7066483" y="2423160"/>
            <a:ext cx="1440281" cy="548640"/>
          </a:xfrm>
          <a:prstGeom prst="rect">
            <a:avLst/>
          </a:prstGeom>
          <a:noFill/>
        </p:spPr>
        <p:txBody>
          <a:bodyPr wrap="square" lIns="0" tIns="0" rIns="0" bIns="0" anchor="ctr">
            <a:spAutoFit/>
          </a:bodyPr>
          <a:lstStyle/>
          <a:p>
            <a:pPr algn="l"/>
            <a:r>
              <a:rPr sz="1100" b="0" i="0" dirty="0">
                <a:solidFill>
                  <a:srgbClr val="FFFFFF"/>
                </a:solidFill>
                <a:latin typeface="Arial"/>
              </a:rPr>
              <a:t>to detect a drift</a:t>
            </a:r>
            <a:r>
              <a:rPr sz="1100" b="0" i="0" dirty="0" err="1">
                <a:solidFill>
                  <a:srgbClr val="FFFFFF"/>
                </a:solidFill>
                <a:latin typeface="Arial"/>
              </a:rPr>
              <a:t/>
            </a:r>
            <a:r>
              <a:rPr sz="1100" b="0" i="0" dirty="0">
                <a:solidFill>
                  <a:srgbClr val="FFFFFF"/>
                </a:solidFill>
                <a:latin typeface="Arial"/>
              </a:rPr>
              <a:t/>
            </a:r>
            <a:r>
              <a:rPr sz="1100" b="0" i="0" dirty="0" err="1">
                <a:solidFill>
                  <a:srgbClr val="FFFFFF"/>
                </a:solidFill>
                <a:latin typeface="Arial"/>
              </a:rPr>
              <a:t/>
            </a:r>
            <a:r>
              <a:rPr sz="1100" b="0" i="0" dirty="0">
                <a:solidFill>
                  <a:srgbClr val="FFFFFF"/>
                </a:solidFill>
                <a:latin typeface="Arial"/>
              </a:rPr>
              <a:t/>
            </a:r>
            <a:r>
              <a:rPr sz="1100" b="0" i="0" dirty="0" err="1">
                <a:solidFill>
                  <a:srgbClr val="FFFFFF"/>
                </a:solidFill>
                <a:latin typeface="Arial"/>
              </a:rPr>
              <a:t/>
            </a:r>
            <a:endParaRPr sz="1100" b="0" i="0" dirty="0">
              <a:solidFill>
                <a:srgbClr val="FFFFFF"/>
              </a:solidFill>
              <a:latin typeface="Arial"/>
            </a:endParaRPr>
          </a:p>
        </p:txBody>
      </p:sp>
      <p:sp>
        <p:nvSpPr>
          <p:cNvPr id="18" name="TextBox 17"/>
          <p:cNvSpPr txBox="1"/>
          <p:nvPr/>
        </p:nvSpPr>
        <p:spPr>
          <a:xfrm>
            <a:off x="5221122" y="3427659"/>
            <a:ext cx="1800351" cy="276999"/>
          </a:xfrm>
          <a:prstGeom prst="rect">
            <a:avLst/>
          </a:prstGeom>
          <a:noFill/>
        </p:spPr>
        <p:txBody>
          <a:bodyPr wrap="square" lIns="0" tIns="0" rIns="0" bIns="0" anchor="ctr">
            <a:spAutoFit/>
          </a:bodyPr>
          <a:lstStyle/>
          <a:p>
            <a:pPr algn="l"/>
            <a:r>
              <a:rPr b="1" i="0" dirty="0">
                <a:solidFill>
                  <a:srgbClr val="FCE500"/>
                </a:solidFill>
                <a:latin typeface="Michelin"/>
              </a:rPr>
              <a:t>Before</a:t>
            </a:r>
            <a:endParaRPr sz="2000" b="1" i="0" dirty="0">
              <a:solidFill>
                <a:srgbClr val="FCE500"/>
              </a:solidFill>
              <a:latin typeface="Michelin"/>
            </a:endParaRPr>
          </a:p>
        </p:txBody>
      </p:sp>
      <p:sp>
        <p:nvSpPr>
          <p:cNvPr id="19" name="TextBox 18"/>
          <p:cNvSpPr txBox="1"/>
          <p:nvPr/>
        </p:nvSpPr>
        <p:spPr>
          <a:xfrm>
            <a:off x="7066483" y="3291839"/>
            <a:ext cx="1440281" cy="548640"/>
          </a:xfrm>
          <a:prstGeom prst="rect">
            <a:avLst/>
          </a:prstGeom>
          <a:noFill/>
        </p:spPr>
        <p:txBody>
          <a:bodyPr wrap="square" lIns="0" tIns="0" rIns="0" bIns="0" anchor="ctr">
            <a:spAutoFit/>
          </a:bodyPr>
          <a:lstStyle/>
          <a:p>
            <a:pPr algn="l"/>
            <a:r>
              <a:rPr sz="1100" b="0" i="0">
                <a:solidFill>
                  <a:srgbClr val="FFFFFF"/>
                </a:solidFill>
                <a:latin typeface="Arial"/>
              </a:rPr>
              <a:t>corrected before the defect exists</a:t>
            </a:r>
          </a:p>
        </p:txBody>
      </p:sp>
      <p:sp>
        <p:nvSpPr>
          <p:cNvPr id="20" name="Chevron 19"/>
          <p:cNvSpPr/>
          <p:nvPr/>
        </p:nvSpPr>
        <p:spPr>
          <a:xfrm>
            <a:off x="4473976" y="2286000"/>
            <a:ext cx="324063" cy="594360"/>
          </a:xfrm>
          <a:prstGeom prst="chevron">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168"/>
            <a:ext cx="6949440" cy="411480"/>
          </a:xfrm>
        </p:spPr>
        <p:txBody>
          <a:bodyPr anchor="ctr"/>
          <a:lstStyle/>
          <a:p>
            <a:r>
              <a:rPr sz="1800"/>
              <a:t>Our system in a single cycle</a:t>
            </a:r>
          </a:p>
        </p:txBody>
      </p:sp>
      <p:sp>
        <p:nvSpPr>
          <p:cNvPr id="4" name="TextBox 3"/>
          <p:cNvSpPr txBox="1"/>
          <p:nvPr/>
        </p:nvSpPr>
        <p:spPr>
          <a:xfrm>
            <a:off x="457200" y="621792"/>
            <a:ext cx="4572000" cy="256032"/>
          </a:xfrm>
          <a:prstGeom prst="rect">
            <a:avLst/>
          </a:prstGeom>
          <a:noFill/>
        </p:spPr>
        <p:txBody>
          <a:bodyPr wrap="square" lIns="0" tIns="0" rIns="0" bIns="0" anchor="t">
            <a:spAutoFit/>
          </a:bodyPr>
          <a:lstStyle/>
          <a:p>
            <a:pPr algn="l"/>
            <a:r>
              <a:rPr sz="1050" b="0" i="0">
                <a:solidFill>
                  <a:srgbClr val="FCE500"/>
                </a:solidFill>
                <a:latin typeface="Arial"/>
              </a:rPr>
              <a:t>Four steps revolving around IQF, our quality indicator</a:t>
            </a:r>
          </a:p>
        </p:txBody>
      </p:sp>
      <p:sp>
        <p:nvSpPr>
          <p:cNvPr id="5" name="Oval 4"/>
          <p:cNvSpPr/>
          <p:nvPr/>
        </p:nvSpPr>
        <p:spPr>
          <a:xfrm>
            <a:off x="1216152" y="1444752"/>
            <a:ext cx="2596896" cy="2596896"/>
          </a:xfrm>
          <a:prstGeom prst="ellipse">
            <a:avLst/>
          </a:prstGeom>
          <a:noFill/>
          <a:ln w="28575">
            <a:solidFill>
              <a:srgbClr val="9FB3D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947672" y="2176272"/>
            <a:ext cx="1133856" cy="1133856"/>
          </a:xfrm>
          <a:prstGeom prst="ellipse">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47672" y="2176272"/>
            <a:ext cx="1133856" cy="1133856"/>
          </a:xfrm>
          <a:prstGeom prst="rect">
            <a:avLst/>
          </a:prstGeom>
          <a:noFill/>
        </p:spPr>
        <p:txBody>
          <a:bodyPr wrap="square" lIns="0" tIns="0" rIns="0" bIns="0" anchor="ctr">
            <a:spAutoFit/>
          </a:bodyPr>
          <a:lstStyle/>
          <a:p>
            <a:pPr algn="ctr"/>
            <a:r>
              <a:rPr sz="1100" b="1" i="0">
                <a:solidFill>
                  <a:srgbClr val="00205B"/>
                </a:solidFill>
                <a:latin typeface="Michelin"/>
              </a:rPr>
              <a:t>IQF</a:t>
            </a:r>
          </a:p>
        </p:txBody>
      </p:sp>
      <p:sp>
        <p:nvSpPr>
          <p:cNvPr id="8" name="Oval 7"/>
          <p:cNvSpPr/>
          <p:nvPr/>
        </p:nvSpPr>
        <p:spPr>
          <a:xfrm>
            <a:off x="2057400" y="987552"/>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57400" y="1133856"/>
            <a:ext cx="914400" cy="365760"/>
          </a:xfrm>
          <a:prstGeom prst="rect">
            <a:avLst/>
          </a:prstGeom>
          <a:noFill/>
        </p:spPr>
        <p:txBody>
          <a:bodyPr wrap="square" lIns="0" tIns="0" rIns="0" bIns="0" anchor="t">
            <a:spAutoFit/>
          </a:bodyPr>
          <a:lstStyle/>
          <a:p>
            <a:pPr algn="ctr"/>
            <a:r>
              <a:rPr sz="1300" b="1" i="0">
                <a:solidFill>
                  <a:srgbClr val="00205B"/>
                </a:solidFill>
                <a:latin typeface="Michelin"/>
              </a:rPr>
              <a:t>01</a:t>
            </a:r>
          </a:p>
        </p:txBody>
      </p:sp>
      <p:sp>
        <p:nvSpPr>
          <p:cNvPr id="10" name="TextBox 9"/>
          <p:cNvSpPr txBox="1"/>
          <p:nvPr/>
        </p:nvSpPr>
        <p:spPr>
          <a:xfrm>
            <a:off x="2057400" y="1399032"/>
            <a:ext cx="914400" cy="274320"/>
          </a:xfrm>
          <a:prstGeom prst="rect">
            <a:avLst/>
          </a:prstGeom>
          <a:noFill/>
        </p:spPr>
        <p:txBody>
          <a:bodyPr wrap="square" lIns="0" tIns="0" rIns="0" bIns="0" anchor="t">
            <a:spAutoFit/>
          </a:bodyPr>
          <a:lstStyle/>
          <a:p>
            <a:pPr algn="ctr"/>
            <a:r>
              <a:rPr sz="850" b="1" i="0">
                <a:solidFill>
                  <a:srgbClr val="00205B"/>
                </a:solidFill>
                <a:latin typeface="Michelin"/>
              </a:rPr>
              <a:t>SEE</a:t>
            </a:r>
          </a:p>
        </p:txBody>
      </p:sp>
      <p:sp>
        <p:nvSpPr>
          <p:cNvPr id="11" name="Oval 10"/>
          <p:cNvSpPr/>
          <p:nvPr/>
        </p:nvSpPr>
        <p:spPr>
          <a:xfrm>
            <a:off x="3355848" y="2286000"/>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55848" y="2432304"/>
            <a:ext cx="914400" cy="365760"/>
          </a:xfrm>
          <a:prstGeom prst="rect">
            <a:avLst/>
          </a:prstGeom>
          <a:noFill/>
        </p:spPr>
        <p:txBody>
          <a:bodyPr wrap="square" lIns="0" tIns="0" rIns="0" bIns="0" anchor="t">
            <a:spAutoFit/>
          </a:bodyPr>
          <a:lstStyle/>
          <a:p>
            <a:pPr algn="ctr"/>
            <a:r>
              <a:rPr sz="1300" b="1" i="0">
                <a:solidFill>
                  <a:srgbClr val="00205B"/>
                </a:solidFill>
                <a:latin typeface="Michelin"/>
              </a:rPr>
              <a:t>02</a:t>
            </a:r>
          </a:p>
        </p:txBody>
      </p:sp>
      <p:sp>
        <p:nvSpPr>
          <p:cNvPr id="13" name="TextBox 12"/>
          <p:cNvSpPr txBox="1"/>
          <p:nvPr/>
        </p:nvSpPr>
        <p:spPr>
          <a:xfrm>
            <a:off x="3355848" y="2697480"/>
            <a:ext cx="914400" cy="274320"/>
          </a:xfrm>
          <a:prstGeom prst="rect">
            <a:avLst/>
          </a:prstGeom>
          <a:noFill/>
        </p:spPr>
        <p:txBody>
          <a:bodyPr wrap="square" lIns="0" tIns="0" rIns="0" bIns="0" anchor="t">
            <a:spAutoFit/>
          </a:bodyPr>
          <a:lstStyle/>
          <a:p>
            <a:pPr algn="ctr"/>
            <a:r>
              <a:rPr sz="850" b="1" i="0">
                <a:solidFill>
                  <a:srgbClr val="00205B"/>
                </a:solidFill>
                <a:latin typeface="Michelin"/>
              </a:rPr>
              <a:t>UNDERSTAND</a:t>
            </a:r>
          </a:p>
        </p:txBody>
      </p:sp>
      <p:sp>
        <p:nvSpPr>
          <p:cNvPr id="14" name="Oval 13"/>
          <p:cNvSpPr/>
          <p:nvPr/>
        </p:nvSpPr>
        <p:spPr>
          <a:xfrm>
            <a:off x="2057400" y="3584448"/>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057400" y="3730752"/>
            <a:ext cx="914400" cy="365760"/>
          </a:xfrm>
          <a:prstGeom prst="rect">
            <a:avLst/>
          </a:prstGeom>
          <a:noFill/>
        </p:spPr>
        <p:txBody>
          <a:bodyPr wrap="square" lIns="0" tIns="0" rIns="0" bIns="0" anchor="t">
            <a:spAutoFit/>
          </a:bodyPr>
          <a:lstStyle/>
          <a:p>
            <a:pPr algn="ctr"/>
            <a:r>
              <a:rPr sz="1300" b="1" i="0">
                <a:solidFill>
                  <a:srgbClr val="00205B"/>
                </a:solidFill>
                <a:latin typeface="Michelin"/>
              </a:rPr>
              <a:t>03</a:t>
            </a:r>
          </a:p>
        </p:txBody>
      </p:sp>
      <p:sp>
        <p:nvSpPr>
          <p:cNvPr id="16" name="TextBox 15"/>
          <p:cNvSpPr txBox="1"/>
          <p:nvPr/>
        </p:nvSpPr>
        <p:spPr>
          <a:xfrm>
            <a:off x="2057400" y="3995928"/>
            <a:ext cx="914400" cy="274320"/>
          </a:xfrm>
          <a:prstGeom prst="rect">
            <a:avLst/>
          </a:prstGeom>
          <a:noFill/>
        </p:spPr>
        <p:txBody>
          <a:bodyPr wrap="square" lIns="0" tIns="0" rIns="0" bIns="0" anchor="t">
            <a:spAutoFit/>
          </a:bodyPr>
          <a:lstStyle/>
          <a:p>
            <a:pPr algn="ctr"/>
            <a:r>
              <a:rPr sz="850" b="1" i="0">
                <a:solidFill>
                  <a:srgbClr val="00205B"/>
                </a:solidFill>
                <a:latin typeface="Michelin"/>
              </a:rPr>
              <a:t>DECIDE</a:t>
            </a:r>
          </a:p>
        </p:txBody>
      </p:sp>
      <p:sp>
        <p:nvSpPr>
          <p:cNvPr id="17" name="Oval 16"/>
          <p:cNvSpPr/>
          <p:nvPr/>
        </p:nvSpPr>
        <p:spPr>
          <a:xfrm>
            <a:off x="758952" y="2286000"/>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8952" y="2432304"/>
            <a:ext cx="914400" cy="365760"/>
          </a:xfrm>
          <a:prstGeom prst="rect">
            <a:avLst/>
          </a:prstGeom>
          <a:noFill/>
        </p:spPr>
        <p:txBody>
          <a:bodyPr wrap="square" lIns="0" tIns="0" rIns="0" bIns="0" anchor="t">
            <a:spAutoFit/>
          </a:bodyPr>
          <a:lstStyle/>
          <a:p>
            <a:pPr algn="ctr"/>
            <a:r>
              <a:rPr sz="1300" b="1" i="0">
                <a:solidFill>
                  <a:srgbClr val="00205B"/>
                </a:solidFill>
                <a:latin typeface="Michelin"/>
              </a:rPr>
              <a:t>04</a:t>
            </a:r>
          </a:p>
        </p:txBody>
      </p:sp>
      <p:sp>
        <p:nvSpPr>
          <p:cNvPr id="19" name="TextBox 18"/>
          <p:cNvSpPr txBox="1"/>
          <p:nvPr/>
        </p:nvSpPr>
        <p:spPr>
          <a:xfrm>
            <a:off x="758952" y="2697480"/>
            <a:ext cx="914400" cy="274320"/>
          </a:xfrm>
          <a:prstGeom prst="rect">
            <a:avLst/>
          </a:prstGeom>
          <a:noFill/>
        </p:spPr>
        <p:txBody>
          <a:bodyPr wrap="square" lIns="0" tIns="0" rIns="0" bIns="0" anchor="t">
            <a:spAutoFit/>
          </a:bodyPr>
          <a:lstStyle/>
          <a:p>
            <a:pPr algn="ctr"/>
            <a:r>
              <a:rPr sz="850" b="1" i="0">
                <a:solidFill>
                  <a:srgbClr val="00205B"/>
                </a:solidFill>
                <a:latin typeface="Michelin"/>
              </a:rPr>
              <a:t>ANTICIPATE</a:t>
            </a:r>
          </a:p>
        </p:txBody>
      </p:sp>
      <p:sp>
        <p:nvSpPr>
          <p:cNvPr id="20" name="TextBox 19"/>
          <p:cNvSpPr txBox="1"/>
          <p:nvPr/>
        </p:nvSpPr>
        <p:spPr>
          <a:xfrm>
            <a:off x="4572000" y="1005840"/>
            <a:ext cx="411480" cy="365760"/>
          </a:xfrm>
          <a:prstGeom prst="rect">
            <a:avLst/>
          </a:prstGeom>
          <a:noFill/>
        </p:spPr>
        <p:txBody>
          <a:bodyPr wrap="square" lIns="0" tIns="0" rIns="0" bIns="0" anchor="t">
            <a:spAutoFit/>
          </a:bodyPr>
          <a:lstStyle/>
          <a:p>
            <a:pPr algn="l"/>
            <a:r>
              <a:rPr sz="1600" b="1" i="0">
                <a:solidFill>
                  <a:srgbClr val="FCE500"/>
                </a:solidFill>
                <a:latin typeface="Michelin"/>
              </a:rPr>
              <a:t>01</a:t>
            </a:r>
          </a:p>
        </p:txBody>
      </p:sp>
      <p:sp>
        <p:nvSpPr>
          <p:cNvPr id="21" name="TextBox 20"/>
          <p:cNvSpPr txBox="1"/>
          <p:nvPr/>
        </p:nvSpPr>
        <p:spPr>
          <a:xfrm>
            <a:off x="5029200" y="1005840"/>
            <a:ext cx="2377440" cy="461665"/>
          </a:xfrm>
          <a:prstGeom prst="rect">
            <a:avLst/>
          </a:prstGeom>
          <a:noFill/>
        </p:spPr>
        <p:txBody>
          <a:bodyPr wrap="square" lIns="0" tIns="0" rIns="0" bIns="0" anchor="t">
            <a:spAutoFit/>
          </a:bodyPr>
          <a:lstStyle/>
          <a:p>
            <a:pPr algn="l"/>
            <a:r>
              <a:rPr sz="1100" b="1" i="0" dirty="0">
                <a:solidFill>
                  <a:srgbClr val="FFFFFF"/>
                </a:solidFill>
                <a:latin typeface="Michelin"/>
              </a:rPr>
              <a:t>SEE  </a:t>
            </a:r>
            <a:r>
              <a:rPr sz="1000" b="1" i="0" dirty="0" err="1">
                <a:solidFill>
                  <a:srgbClr val="FCE500"/>
                </a:solidFill>
                <a:latin typeface="Arial"/>
              </a:rPr>
              <a:t>3D laser profilers</a:t>
            </a:r>
            <a:r>
              <a:rPr sz="1000" b="1" i="0" dirty="0">
                <a:solidFill>
                  <a:srgbClr val="FCE500"/>
                </a:solidFill>
                <a:latin typeface="Arial"/>
              </a:rPr>
              <a:t/>
            </a:r>
            <a:r>
              <a:rPr sz="1000" b="1" i="0" dirty="0" err="1">
                <a:solidFill>
                  <a:srgbClr val="FCE500"/>
                </a:solidFill>
                <a:latin typeface="Arial"/>
              </a:rPr>
              <a:t/>
            </a:r>
            <a:r>
              <a:rPr sz="1000" b="1" i="0" dirty="0">
                <a:solidFill>
                  <a:srgbClr val="FCE500"/>
                </a:solidFill>
                <a:latin typeface="Arial"/>
              </a:rPr>
              <a:t/>
            </a:r>
          </a:p>
          <a:p>
            <a:pPr algn="l"/>
            <a:r>
              <a:rPr sz="950" b="0" i="0" dirty="0">
                <a:solidFill>
                  <a:srgbClr val="D6E0F0"/>
                </a:solidFill>
                <a:latin typeface="Arial"/>
              </a:rPr>
              <a:t>Every product measured in 3D on every tire.</a:t>
            </a:r>
            <a:r>
              <a:rPr lang="es-ES" sz="950" b="0" i="0" dirty="0">
                <a:solidFill>
                  <a:srgbClr val="D6E0F0"/>
                </a:solidFill>
                <a:latin typeface="Arial"/>
              </a:rPr>
              <a:t/>
            </a:r>
            <a:r>
              <a:rPr sz="950" b="0" i="0" dirty="0">
                <a:solidFill>
                  <a:srgbClr val="D6E0F0"/>
                </a:solidFill>
                <a:latin typeface="Arial"/>
              </a:rPr>
              <a:t/>
            </a:r>
            <a:r>
              <a:rPr sz="950" b="0" i="0" dirty="0" err="1">
                <a:solidFill>
                  <a:srgbClr val="D6E0F0"/>
                </a:solidFill>
                <a:latin typeface="Arial"/>
              </a:rPr>
              <a:t/>
            </a:r>
            <a:r>
              <a:rPr sz="950" b="0" i="0" dirty="0">
                <a:solidFill>
                  <a:srgbClr val="D6E0F0"/>
                </a:solidFill>
                <a:latin typeface="Arial"/>
              </a:rPr>
              <a:t/>
            </a:r>
            <a:r>
              <a:rPr sz="950" b="0" i="0" dirty="0" err="1">
                <a:solidFill>
                  <a:srgbClr val="D6E0F0"/>
                </a:solidFill>
                <a:latin typeface="Arial"/>
              </a:rPr>
              <a:t/>
            </a:r>
            <a:r>
              <a:rPr sz="950" b="0" i="0" dirty="0">
                <a:solidFill>
                  <a:srgbClr val="D6E0F0"/>
                </a:solidFill>
                <a:latin typeface="Arial"/>
              </a:rPr>
              <a:t/>
            </a:r>
            <a:r>
              <a:rPr sz="950" b="0" i="0" dirty="0" err="1">
                <a:solidFill>
                  <a:srgbClr val="D6E0F0"/>
                </a:solidFill>
                <a:latin typeface="Arial"/>
              </a:rPr>
              <a:t/>
            </a:r>
            <a:r>
              <a:rPr sz="950" b="0" i="0" dirty="0">
                <a:solidFill>
                  <a:srgbClr val="D6E0F0"/>
                </a:solidFill>
                <a:latin typeface="Arial"/>
              </a:rPr>
              <a:t/>
            </a:r>
            <a:r>
              <a:rPr sz="950" b="0" i="0" dirty="0" err="1">
                <a:solidFill>
                  <a:srgbClr val="D6E0F0"/>
                </a:solidFill>
                <a:latin typeface="Arial"/>
              </a:rPr>
              <a:t/>
            </a:r>
            <a:r>
              <a:rPr sz="950" b="0" i="0" dirty="0">
                <a:solidFill>
                  <a:srgbClr val="D6E0F0"/>
                </a:solidFill>
                <a:latin typeface="Arial"/>
              </a:rPr>
              <a:t/>
            </a:r>
            <a:r>
              <a:rPr sz="950" b="0" i="0" dirty="0" err="1">
                <a:solidFill>
                  <a:srgbClr val="D6E0F0"/>
                </a:solidFill>
                <a:latin typeface="Arial"/>
              </a:rPr>
              <a:t/>
            </a:r>
            <a:r>
              <a:rPr sz="950" b="0" i="0" dirty="0">
                <a:solidFill>
                  <a:srgbClr val="D6E0F0"/>
                </a:solidFill>
                <a:latin typeface="Arial"/>
              </a:rPr>
              <a:t/>
            </a:r>
          </a:p>
        </p:txBody>
      </p:sp>
      <p:sp>
        <p:nvSpPr>
          <p:cNvPr id="22" name="TextBox 21"/>
          <p:cNvSpPr txBox="1"/>
          <p:nvPr/>
        </p:nvSpPr>
        <p:spPr>
          <a:xfrm>
            <a:off x="4572000" y="1719072"/>
            <a:ext cx="411480" cy="365760"/>
          </a:xfrm>
          <a:prstGeom prst="rect">
            <a:avLst/>
          </a:prstGeom>
          <a:noFill/>
        </p:spPr>
        <p:txBody>
          <a:bodyPr wrap="square" lIns="0" tIns="0" rIns="0" bIns="0" anchor="t">
            <a:spAutoFit/>
          </a:bodyPr>
          <a:lstStyle/>
          <a:p>
            <a:pPr algn="l"/>
            <a:r>
              <a:rPr sz="1600" b="1" i="0">
                <a:solidFill>
                  <a:srgbClr val="FCE500"/>
                </a:solidFill>
                <a:latin typeface="Michelin"/>
              </a:rPr>
              <a:t>02</a:t>
            </a:r>
          </a:p>
        </p:txBody>
      </p:sp>
      <p:sp>
        <p:nvSpPr>
          <p:cNvPr id="23" name="TextBox 22"/>
          <p:cNvSpPr txBox="1"/>
          <p:nvPr/>
        </p:nvSpPr>
        <p:spPr>
          <a:xfrm>
            <a:off x="5029200" y="1719072"/>
            <a:ext cx="2377440" cy="658368"/>
          </a:xfrm>
          <a:prstGeom prst="rect">
            <a:avLst/>
          </a:prstGeom>
          <a:noFill/>
        </p:spPr>
        <p:txBody>
          <a:bodyPr wrap="square" lIns="0" tIns="0" rIns="0" bIns="0" anchor="t">
            <a:spAutoFit/>
          </a:bodyPr>
          <a:lstStyle/>
          <a:p>
            <a:pPr algn="l"/>
            <a:r>
              <a:rPr sz="1100" b="1" i="0">
                <a:solidFill>
                  <a:srgbClr val="FFFFFF"/>
                </a:solidFill>
                <a:latin typeface="Michelin"/>
              </a:rPr>
              <a:t>UNDERSTAND  </a:t>
            </a:r>
            <a:r>
              <a:rPr sz="1000" b="1" i="0">
                <a:solidFill>
                  <a:srgbClr val="FCE500"/>
                </a:solidFill>
                <a:latin typeface="Arial"/>
              </a:rPr>
              <a:t>PI System · PI Vision</a:t>
            </a:r>
          </a:p>
          <a:p>
            <a:pPr algn="l"/>
            <a:r>
              <a:rPr sz="950" b="0" i="0">
                <a:solidFill>
                  <a:srgbClr val="D6E0F0"/>
                </a:solidFill>
                <a:latin typeface="Arial"/>
              </a:rPr>
              <a:t>Real-time data and images, with trends and alerts.</a:t>
            </a:r>
          </a:p>
        </p:txBody>
      </p:sp>
      <p:sp>
        <p:nvSpPr>
          <p:cNvPr id="24" name="TextBox 23"/>
          <p:cNvSpPr txBox="1"/>
          <p:nvPr/>
        </p:nvSpPr>
        <p:spPr>
          <a:xfrm>
            <a:off x="4572000" y="2432304"/>
            <a:ext cx="411480" cy="365760"/>
          </a:xfrm>
          <a:prstGeom prst="rect">
            <a:avLst/>
          </a:prstGeom>
          <a:noFill/>
        </p:spPr>
        <p:txBody>
          <a:bodyPr wrap="square" lIns="0" tIns="0" rIns="0" bIns="0" anchor="t">
            <a:spAutoFit/>
          </a:bodyPr>
          <a:lstStyle/>
          <a:p>
            <a:pPr algn="l"/>
            <a:r>
              <a:rPr sz="1600" b="1" i="0">
                <a:solidFill>
                  <a:srgbClr val="FCE500"/>
                </a:solidFill>
                <a:latin typeface="Michelin"/>
              </a:rPr>
              <a:t>03</a:t>
            </a:r>
          </a:p>
        </p:txBody>
      </p:sp>
      <p:sp>
        <p:nvSpPr>
          <p:cNvPr id="25" name="TextBox 24"/>
          <p:cNvSpPr txBox="1"/>
          <p:nvPr/>
        </p:nvSpPr>
        <p:spPr>
          <a:xfrm>
            <a:off x="5029200" y="2432304"/>
            <a:ext cx="2377440" cy="658368"/>
          </a:xfrm>
          <a:prstGeom prst="rect">
            <a:avLst/>
          </a:prstGeom>
          <a:noFill/>
        </p:spPr>
        <p:txBody>
          <a:bodyPr wrap="square" lIns="0" tIns="0" rIns="0" bIns="0" anchor="t">
            <a:spAutoFit/>
          </a:bodyPr>
          <a:lstStyle/>
          <a:p>
            <a:pPr algn="l"/>
            <a:r>
              <a:rPr sz="1100" b="1" i="0">
                <a:solidFill>
                  <a:srgbClr val="FFFFFF"/>
                </a:solidFill>
                <a:latin typeface="Michelin"/>
              </a:rPr>
              <a:t>DECIDE  </a:t>
            </a:r>
            <a:r>
              <a:rPr sz="1000" b="1" i="0">
                <a:solidFill>
                  <a:srgbClr val="FCE500"/>
                </a:solidFill>
                <a:latin typeface="Arial"/>
              </a:rPr>
              <a:t>R4P</a:t>
            </a:r>
          </a:p>
          <a:p>
            <a:pPr algn="l"/>
            <a:r>
              <a:rPr sz="950" b="0" i="0">
                <a:solidFill>
                  <a:srgbClr val="D6E0F0"/>
                </a:solidFill>
                <a:latin typeface="Arial"/>
              </a:rPr>
              <a:t>Rules engine that corrects the process automatically.</a:t>
            </a:r>
          </a:p>
        </p:txBody>
      </p:sp>
      <p:sp>
        <p:nvSpPr>
          <p:cNvPr id="26" name="TextBox 25"/>
          <p:cNvSpPr txBox="1"/>
          <p:nvPr/>
        </p:nvSpPr>
        <p:spPr>
          <a:xfrm>
            <a:off x="4572000" y="3145536"/>
            <a:ext cx="411480" cy="365760"/>
          </a:xfrm>
          <a:prstGeom prst="rect">
            <a:avLst/>
          </a:prstGeom>
          <a:noFill/>
        </p:spPr>
        <p:txBody>
          <a:bodyPr wrap="square" lIns="0" tIns="0" rIns="0" bIns="0" anchor="t">
            <a:spAutoFit/>
          </a:bodyPr>
          <a:lstStyle/>
          <a:p>
            <a:pPr algn="l"/>
            <a:r>
              <a:rPr sz="1600" b="1" i="0">
                <a:solidFill>
                  <a:srgbClr val="FCE500"/>
                </a:solidFill>
                <a:latin typeface="Michelin"/>
              </a:rPr>
              <a:t>04</a:t>
            </a:r>
          </a:p>
        </p:txBody>
      </p:sp>
      <p:sp>
        <p:nvSpPr>
          <p:cNvPr id="27" name="TextBox 26"/>
          <p:cNvSpPr txBox="1"/>
          <p:nvPr/>
        </p:nvSpPr>
        <p:spPr>
          <a:xfrm>
            <a:off x="5029200" y="3145536"/>
            <a:ext cx="2377440" cy="658368"/>
          </a:xfrm>
          <a:prstGeom prst="rect">
            <a:avLst/>
          </a:prstGeom>
          <a:noFill/>
        </p:spPr>
        <p:txBody>
          <a:bodyPr wrap="square" lIns="0" tIns="0" rIns="0" bIns="0" anchor="t">
            <a:spAutoFit/>
          </a:bodyPr>
          <a:lstStyle/>
          <a:p>
            <a:pPr algn="l"/>
            <a:r>
              <a:rPr sz="1100" b="1" i="0">
                <a:solidFill>
                  <a:srgbClr val="FFFFFF"/>
                </a:solidFill>
                <a:latin typeface="Michelin"/>
              </a:rPr>
              <a:t>ANTICIPATE  </a:t>
            </a:r>
            <a:r>
              <a:rPr sz="1000" b="1" i="0">
                <a:solidFill>
                  <a:srgbClr val="FCE500"/>
                </a:solidFill>
                <a:latin typeface="Arial"/>
              </a:rPr>
              <a:t>Dataiku · AI</a:t>
            </a:r>
          </a:p>
          <a:p>
            <a:pPr algn="l"/>
            <a:r>
              <a:rPr sz="950" b="0" i="0">
                <a:solidFill>
                  <a:srgbClr val="D6E0F0"/>
                </a:solidFill>
                <a:latin typeface="Arial"/>
              </a:rPr>
              <a:t>Advanced analytics to find patterns and stay ahead.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dirty="0">
                <a:solidFill>
                  <a:srgbClr val="FCE500"/>
                </a:solidFill>
              </a:rPr>
              <a:t>01</a:t>
            </a:r>
            <a:br>
              <a:rPr lang="es-ES" sz="3200" dirty="0">
                <a:solidFill>
                  <a:srgbClr val="FCE500"/>
                </a:solidFill>
              </a:rPr>
            </a:br>
            <a:endParaRPr sz="3200" dirty="0">
              <a:solidFill>
                <a:srgbClr val="FCE500"/>
              </a:solidFill>
            </a:endParaRPr>
          </a:p>
          <a:p>
            <a:r>
              <a:rPr dirty="0"/>
              <a:t>See</a:t>
            </a:r>
          </a:p>
        </p:txBody>
      </p:sp>
      <p:sp>
        <p:nvSpPr>
          <p:cNvPr id="3" name="TextBox 2"/>
          <p:cNvSpPr txBox="1"/>
          <p:nvPr/>
        </p:nvSpPr>
        <p:spPr>
          <a:xfrm>
            <a:off x="530352" y="3840480"/>
            <a:ext cx="5486400" cy="365760"/>
          </a:xfrm>
          <a:prstGeom prst="rect">
            <a:avLst/>
          </a:prstGeom>
          <a:noFill/>
        </p:spPr>
        <p:txBody>
          <a:bodyPr wrap="square" lIns="0" tIns="0" rIns="0" bIns="0" anchor="t">
            <a:spAutoFit/>
          </a:bodyPr>
          <a:lstStyle/>
          <a:p>
            <a:pPr algn="l"/>
            <a:r>
              <a:rPr sz="1200" b="0" i="0" dirty="0">
                <a:solidFill>
                  <a:srgbClr val="FFFFFF"/>
                </a:solidFill>
                <a:latin typeface="Arial"/>
              </a:rPr>
              <a:t>Every tire, turned into data</a:t>
            </a:r>
            <a:r>
              <a:rPr sz="1200" b="0" i="0" dirty="0" err="1">
                <a:solidFill>
                  <a:srgbClr val="FFFFFF"/>
                </a:solidFill>
                <a:latin typeface="Arial"/>
              </a:rPr>
              <a:t/>
            </a:r>
            <a:r>
              <a:rPr sz="1200" b="0" i="0" dirty="0">
                <a:solidFill>
                  <a:srgbClr val="FFFFFF"/>
                </a:solidFill>
                <a:latin typeface="Arial"/>
              </a:rPr>
              <a:t/>
            </a:r>
            <a:r>
              <a:rPr sz="1200" b="0" i="0" dirty="0" err="1">
                <a:solidFill>
                  <a:srgbClr val="FFFFFF"/>
                </a:solidFill>
                <a:latin typeface="Arial"/>
              </a:rPr>
              <a:t/>
            </a:r>
            <a:r>
              <a:rPr sz="1200" b="0" i="0" dirty="0">
                <a:solidFill>
                  <a:srgbClr val="FFFFFF"/>
                </a:solidFill>
                <a:latin typeface="Arial"/>
              </a:rPr>
              <a:t/>
            </a:r>
            <a:r>
              <a:rPr sz="1200" b="0" i="0" dirty="0" err="1">
                <a:solidFill>
                  <a:srgbClr val="FFFFFF"/>
                </a:solidFill>
                <a:latin typeface="Arial"/>
              </a:rPr>
              <a:t/>
            </a:r>
            <a:r>
              <a:rPr sz="1200" b="0" i="0" dirty="0">
                <a:solidFill>
                  <a:srgbClr val="FFFFFF"/>
                </a:solidFill>
                <a:latin typeface="Arial"/>
              </a:rPr>
              <a:t/>
            </a:r>
            <a:r>
              <a:rPr sz="1200" b="0" i="0" dirty="0" err="1">
                <a:solidFill>
                  <a:srgbClr val="FFFFFF"/>
                </a:solidFill>
                <a:latin typeface="Arial"/>
              </a:rPr>
              <a:t/>
            </a:r>
            <a:endParaRPr sz="1200" b="0" i="0" dirty="0">
              <a:solidFill>
                <a:srgbClr val="FFFFFF"/>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We measure every product.</a:t>
            </a:r>
            <a:r>
              <a:rPr dirty="0"/>
              <a:t/>
            </a:r>
            <a:r>
              <a:rPr dirty="0" err="1"/>
              <a:t/>
            </a:r>
            <a:r>
              <a:rPr dirty="0"/>
              <a:t/>
            </a:r>
            <a:r>
              <a:rPr lang="es-ES" dirty="0"/>
              <a:t/>
            </a:r>
            <a:r>
              <a:rPr dirty="0"/>
              <a:t/>
            </a:r>
          </a:p>
        </p:txBody>
      </p:sp>
      <p:sp>
        <p:nvSpPr>
          <p:cNvPr id="4" name="TextBox 3"/>
          <p:cNvSpPr txBox="1"/>
          <p:nvPr/>
        </p:nvSpPr>
        <p:spPr>
          <a:xfrm>
            <a:off x="585216" y="585216"/>
            <a:ext cx="4500879" cy="274320"/>
          </a:xfrm>
          <a:prstGeom prst="rect">
            <a:avLst/>
          </a:prstGeom>
          <a:noFill/>
        </p:spPr>
        <p:txBody>
          <a:bodyPr wrap="square" lIns="0" tIns="0" rIns="0" bIns="0" anchor="t">
            <a:spAutoFit/>
          </a:bodyPr>
          <a:lstStyle/>
          <a:p>
            <a:pPr algn="l"/>
            <a:r>
              <a:rPr sz="1050" b="0" i="0">
                <a:solidFill>
                  <a:srgbClr val="27509B"/>
                </a:solidFill>
                <a:latin typeface="Arial"/>
              </a:rPr>
              <a:t>3D laser profilers at every machine station</a:t>
            </a:r>
          </a:p>
        </p:txBody>
      </p:sp>
      <p:sp>
        <p:nvSpPr>
          <p:cNvPr id="5" name="Oval 4"/>
          <p:cNvSpPr/>
          <p:nvPr/>
        </p:nvSpPr>
        <p:spPr>
          <a:xfrm>
            <a:off x="5074920"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1" i="0">
                <a:solidFill>
                  <a:srgbClr val="27509B"/>
                </a:solidFill>
                <a:latin typeface="Michelin"/>
              </a:rPr>
              <a:t>SEE</a:t>
            </a:r>
          </a:p>
        </p:txBody>
      </p:sp>
      <p:sp>
        <p:nvSpPr>
          <p:cNvPr id="7" name="Oval 6"/>
          <p:cNvSpPr/>
          <p:nvPr/>
        </p:nvSpPr>
        <p:spPr>
          <a:xfrm>
            <a:off x="582472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UNDERSTAND</a:t>
            </a:r>
          </a:p>
        </p:txBody>
      </p:sp>
      <p:sp>
        <p:nvSpPr>
          <p:cNvPr id="9" name="Oval 8"/>
          <p:cNvSpPr/>
          <p:nvPr/>
        </p:nvSpPr>
        <p:spPr>
          <a:xfrm>
            <a:off x="687628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DECIDE</a:t>
            </a:r>
          </a:p>
        </p:txBody>
      </p:sp>
      <p:sp>
        <p:nvSpPr>
          <p:cNvPr id="11" name="Oval 10"/>
          <p:cNvSpPr/>
          <p:nvPr/>
        </p:nvSpPr>
        <p:spPr>
          <a:xfrm>
            <a:off x="792784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ANTICIPATE</a:t>
            </a:r>
          </a:p>
        </p:txBody>
      </p:sp>
      <p:pic>
        <p:nvPicPr>
          <p:cNvPr id="13" name="Picture 12" descr="d2.jpg"/>
          <p:cNvPicPr>
            <a:picLocks noChangeAspect="1"/>
          </p:cNvPicPr>
          <p:nvPr/>
        </p:nvPicPr>
        <p:blipFill>
          <a:blip r:embed="rId3"/>
          <a:srcRect l="10168" r="10168"/>
          <a:stretch>
            <a:fillRect/>
          </a:stretch>
        </p:blipFill>
        <p:spPr>
          <a:xfrm>
            <a:off x="585216" y="914400"/>
            <a:ext cx="4950967" cy="3611880"/>
          </a:xfrm>
          <a:prstGeom prst="rect">
            <a:avLst/>
          </a:prstGeom>
        </p:spPr>
      </p:pic>
      <p:sp>
        <p:nvSpPr>
          <p:cNvPr id="14" name="TextBox 13"/>
          <p:cNvSpPr txBox="1"/>
          <p:nvPr/>
        </p:nvSpPr>
        <p:spPr>
          <a:xfrm>
            <a:off x="585216" y="4572000"/>
            <a:ext cx="4950967" cy="201168"/>
          </a:xfrm>
          <a:prstGeom prst="rect">
            <a:avLst/>
          </a:prstGeom>
          <a:noFill/>
        </p:spPr>
        <p:txBody>
          <a:bodyPr wrap="square" lIns="0" tIns="0" rIns="0" bIns="0" anchor="t">
            <a:spAutoFit/>
          </a:bodyPr>
          <a:lstStyle/>
          <a:p>
            <a:pPr algn="l"/>
            <a:r>
              <a:rPr sz="800" b="0" i="0">
                <a:solidFill>
                  <a:srgbClr val="6E6E6E"/>
                </a:solidFill>
                <a:latin typeface="Arial"/>
              </a:rPr>
              <a:t>3D scan on the MAC: each colour is a height</a:t>
            </a:r>
          </a:p>
        </p:txBody>
      </p:sp>
      <p:sp>
        <p:nvSpPr>
          <p:cNvPr id="15" name="TextBox 14"/>
          <p:cNvSpPr txBox="1"/>
          <p:nvPr/>
        </p:nvSpPr>
        <p:spPr>
          <a:xfrm>
            <a:off x="5851245" y="960120"/>
            <a:ext cx="2790545" cy="594360"/>
          </a:xfrm>
          <a:prstGeom prst="rect">
            <a:avLst/>
          </a:prstGeom>
          <a:noFill/>
        </p:spPr>
        <p:txBody>
          <a:bodyPr wrap="square" lIns="0" tIns="0" rIns="0" bIns="0" anchor="t">
            <a:spAutoFit/>
          </a:bodyPr>
          <a:lstStyle/>
          <a:p>
            <a:pPr algn="l"/>
            <a:r>
              <a:rPr sz="3200" b="1" i="0">
                <a:solidFill>
                  <a:srgbClr val="27509B"/>
                </a:solidFill>
                <a:latin typeface="Michelin"/>
              </a:rPr>
              <a:t>100 %</a:t>
            </a:r>
          </a:p>
        </p:txBody>
      </p:sp>
      <p:sp>
        <p:nvSpPr>
          <p:cNvPr id="16" name="TextBox 15"/>
          <p:cNvSpPr txBox="1"/>
          <p:nvPr/>
        </p:nvSpPr>
        <p:spPr>
          <a:xfrm>
            <a:off x="5851245" y="1554480"/>
            <a:ext cx="2790545" cy="176972"/>
          </a:xfrm>
          <a:prstGeom prst="rect">
            <a:avLst/>
          </a:prstGeom>
          <a:noFill/>
        </p:spPr>
        <p:txBody>
          <a:bodyPr wrap="square" lIns="0" tIns="0" rIns="0" bIns="0" anchor="t">
            <a:spAutoFit/>
          </a:bodyPr>
          <a:lstStyle/>
          <a:p>
            <a:pPr algn="l"/>
            <a:r>
              <a:rPr sz="1150" b="0" i="0" dirty="0">
                <a:solidFill>
                  <a:srgbClr val="262626"/>
                </a:solidFill>
                <a:latin typeface="Arial"/>
              </a:rPr>
              <a:t>of products measured</a:t>
            </a:r>
            <a:r>
              <a:rPr sz="1150" b="0" i="0" dirty="0" err="1">
                <a:solidFill>
                  <a:srgbClr val="262626"/>
                </a:solidFill>
                <a:latin typeface="Arial"/>
              </a:rPr>
              <a:t/>
            </a:r>
            <a:r>
              <a:rPr sz="1150" b="0" i="0" dirty="0">
                <a:solidFill>
                  <a:srgbClr val="262626"/>
                </a:solidFill>
                <a:latin typeface="Arial"/>
              </a:rPr>
              <a:t/>
            </a:r>
            <a:r>
              <a:rPr lang="es-ES" sz="1150" b="0" i="0" dirty="0">
                <a:solidFill>
                  <a:srgbClr val="262626"/>
                </a:solidFill>
                <a:latin typeface="Arial"/>
              </a:rPr>
              <a:t/>
            </a:r>
            <a:r>
              <a:rPr sz="1150" b="0" i="0" dirty="0">
                <a:solidFill>
                  <a:srgbClr val="262626"/>
                </a:solidFill>
                <a:latin typeface="Arial"/>
              </a:rPr>
              <a:t/>
            </a:r>
            <a:r>
              <a:rPr sz="1150" b="0" i="0" dirty="0" err="1">
                <a:solidFill>
                  <a:srgbClr val="262626"/>
                </a:solidFill>
                <a:latin typeface="Arial"/>
              </a:rPr>
              <a:t/>
            </a:r>
            <a:endParaRPr sz="1150" b="0" i="0" dirty="0">
              <a:solidFill>
                <a:srgbClr val="262626"/>
              </a:solidFill>
              <a:latin typeface="Arial"/>
            </a:endParaRPr>
          </a:p>
        </p:txBody>
      </p:sp>
      <p:sp>
        <p:nvSpPr>
          <p:cNvPr id="17" name="TextBox 16"/>
          <p:cNvSpPr txBox="1"/>
          <p:nvPr/>
        </p:nvSpPr>
        <p:spPr>
          <a:xfrm>
            <a:off x="5851245" y="2148840"/>
            <a:ext cx="2790545" cy="594360"/>
          </a:xfrm>
          <a:prstGeom prst="rect">
            <a:avLst/>
          </a:prstGeom>
          <a:noFill/>
        </p:spPr>
        <p:txBody>
          <a:bodyPr wrap="square" lIns="0" tIns="0" rIns="0" bIns="0" anchor="t">
            <a:spAutoFit/>
          </a:bodyPr>
          <a:lstStyle/>
          <a:p>
            <a:pPr algn="l"/>
            <a:r>
              <a:rPr sz="3200" b="1" i="0">
                <a:solidFill>
                  <a:srgbClr val="27509B"/>
                </a:solidFill>
                <a:latin typeface="Michelin"/>
              </a:rPr>
              <a:t>3D</a:t>
            </a:r>
          </a:p>
        </p:txBody>
      </p:sp>
      <p:sp>
        <p:nvSpPr>
          <p:cNvPr id="18" name="TextBox 17"/>
          <p:cNvSpPr txBox="1"/>
          <p:nvPr/>
        </p:nvSpPr>
        <p:spPr>
          <a:xfrm>
            <a:off x="5851245" y="2743200"/>
            <a:ext cx="2790545" cy="365760"/>
          </a:xfrm>
          <a:prstGeom prst="rect">
            <a:avLst/>
          </a:prstGeom>
          <a:noFill/>
        </p:spPr>
        <p:txBody>
          <a:bodyPr wrap="square" lIns="0" tIns="0" rIns="0" bIns="0" anchor="t">
            <a:spAutoFit/>
          </a:bodyPr>
          <a:lstStyle/>
          <a:p>
            <a:pPr algn="l"/>
            <a:r>
              <a:rPr sz="1150" b="0" i="0">
                <a:solidFill>
                  <a:srgbClr val="262626"/>
                </a:solidFill>
                <a:latin typeface="Arial"/>
              </a:rPr>
              <a:t>complete profile of every component</a:t>
            </a:r>
          </a:p>
        </p:txBody>
      </p:sp>
      <p:sp>
        <p:nvSpPr>
          <p:cNvPr id="19" name="TextBox 18"/>
          <p:cNvSpPr txBox="1"/>
          <p:nvPr/>
        </p:nvSpPr>
        <p:spPr>
          <a:xfrm>
            <a:off x="5851245" y="3337560"/>
            <a:ext cx="2790545" cy="594360"/>
          </a:xfrm>
          <a:prstGeom prst="rect">
            <a:avLst/>
          </a:prstGeom>
          <a:noFill/>
        </p:spPr>
        <p:txBody>
          <a:bodyPr wrap="square" lIns="0" tIns="0" rIns="0" bIns="0" anchor="t">
            <a:spAutoFit/>
          </a:bodyPr>
          <a:lstStyle/>
          <a:p>
            <a:pPr algn="l"/>
            <a:r>
              <a:rPr sz="3200" b="1" i="0" dirty="0">
                <a:solidFill>
                  <a:srgbClr val="27509B"/>
                </a:solidFill>
                <a:latin typeface="Michelin"/>
              </a:rPr>
              <a:t>16</a:t>
            </a:r>
          </a:p>
        </p:txBody>
      </p:sp>
      <p:sp>
        <p:nvSpPr>
          <p:cNvPr id="20" name="TextBox 19"/>
          <p:cNvSpPr txBox="1"/>
          <p:nvPr/>
        </p:nvSpPr>
        <p:spPr>
          <a:xfrm>
            <a:off x="5851245" y="3931920"/>
            <a:ext cx="2790545" cy="365760"/>
          </a:xfrm>
          <a:prstGeom prst="rect">
            <a:avLst/>
          </a:prstGeom>
          <a:noFill/>
        </p:spPr>
        <p:txBody>
          <a:bodyPr wrap="square" lIns="0" tIns="0" rIns="0" bIns="0" anchor="t">
            <a:spAutoFit/>
          </a:bodyPr>
          <a:lstStyle/>
          <a:p>
            <a:pPr algn="l"/>
            <a:r>
              <a:rPr sz="1150" b="0" i="0">
                <a:solidFill>
                  <a:srgbClr val="262626"/>
                </a:solidFill>
                <a:latin typeface="Arial"/>
              </a:rPr>
              <a:t>laser sensors on 8 MAC stations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we measure an NST splice on BNS</a:t>
            </a:r>
          </a:p>
        </p:txBody>
      </p:sp>
      <p:sp>
        <p:nvSpPr>
          <p:cNvPr id="4" name="TextBox 3"/>
          <p:cNvSpPr txBox="1"/>
          <p:nvPr/>
        </p:nvSpPr>
        <p:spPr>
          <a:xfrm>
            <a:off x="585216" y="585216"/>
            <a:ext cx="4500879" cy="274320"/>
          </a:xfrm>
          <a:prstGeom prst="rect">
            <a:avLst/>
          </a:prstGeom>
          <a:noFill/>
        </p:spPr>
        <p:txBody>
          <a:bodyPr wrap="square" lIns="0" tIns="0" rIns="0" bIns="0" anchor="t">
            <a:spAutoFit/>
          </a:bodyPr>
          <a:lstStyle/>
          <a:p>
            <a:pPr algn="l"/>
            <a:r>
              <a:rPr sz="1050" b="0" i="0">
                <a:solidFill>
                  <a:srgbClr val="27509B"/>
                </a:solidFill>
                <a:latin typeface="Arial"/>
              </a:rPr>
              <a:t>From the 3D map to the figure that defines splice quality</a:t>
            </a:r>
          </a:p>
        </p:txBody>
      </p:sp>
      <p:sp>
        <p:nvSpPr>
          <p:cNvPr id="5" name="Oval 4"/>
          <p:cNvSpPr/>
          <p:nvPr/>
        </p:nvSpPr>
        <p:spPr>
          <a:xfrm>
            <a:off x="5074920"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1" i="0">
                <a:solidFill>
                  <a:srgbClr val="27509B"/>
                </a:solidFill>
                <a:latin typeface="Michelin"/>
              </a:rPr>
              <a:t>SEE</a:t>
            </a:r>
          </a:p>
        </p:txBody>
      </p:sp>
      <p:sp>
        <p:nvSpPr>
          <p:cNvPr id="7" name="Oval 6"/>
          <p:cNvSpPr/>
          <p:nvPr/>
        </p:nvSpPr>
        <p:spPr>
          <a:xfrm>
            <a:off x="582472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UNDERSTAND</a:t>
            </a:r>
          </a:p>
        </p:txBody>
      </p:sp>
      <p:sp>
        <p:nvSpPr>
          <p:cNvPr id="9" name="Oval 8"/>
          <p:cNvSpPr/>
          <p:nvPr/>
        </p:nvSpPr>
        <p:spPr>
          <a:xfrm>
            <a:off x="687628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DECIDE</a:t>
            </a:r>
          </a:p>
        </p:txBody>
      </p:sp>
      <p:sp>
        <p:nvSpPr>
          <p:cNvPr id="11" name="Oval 10"/>
          <p:cNvSpPr/>
          <p:nvPr/>
        </p:nvSpPr>
        <p:spPr>
          <a:xfrm>
            <a:off x="792784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ANTICIPATE</a:t>
            </a:r>
          </a:p>
        </p:txBody>
      </p:sp>
      <p:sp>
        <p:nvSpPr>
          <p:cNvPr id="13" name="Rectangle 12"/>
          <p:cNvSpPr/>
          <p:nvPr/>
        </p:nvSpPr>
        <p:spPr>
          <a:xfrm>
            <a:off x="585216" y="914400"/>
            <a:ext cx="5040985" cy="361188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ok_map.jpg"/>
          <p:cNvPicPr>
            <a:picLocks noChangeAspect="1"/>
          </p:cNvPicPr>
          <p:nvPr/>
        </p:nvPicPr>
        <p:blipFill>
          <a:blip r:embed="rId3"/>
          <a:stretch>
            <a:fillRect/>
          </a:stretch>
        </p:blipFill>
        <p:spPr>
          <a:xfrm>
            <a:off x="1233846" y="987552"/>
            <a:ext cx="3743723" cy="2240280"/>
          </a:xfrm>
          <a:prstGeom prst="rect">
            <a:avLst/>
          </a:prstGeom>
        </p:spPr>
      </p:pic>
      <p:sp>
        <p:nvSpPr>
          <p:cNvPr id="15" name="Oval 14"/>
          <p:cNvSpPr/>
          <p:nvPr/>
        </p:nvSpPr>
        <p:spPr>
          <a:xfrm>
            <a:off x="2219802" y="152247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19802" y="1522476"/>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17" name="Oval 16"/>
          <p:cNvSpPr/>
          <p:nvPr/>
        </p:nvSpPr>
        <p:spPr>
          <a:xfrm>
            <a:off x="2968547" y="2239365"/>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968547" y="2239365"/>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pic>
        <p:nvPicPr>
          <p:cNvPr id="19" name="Picture 18" descr="ok_sec.jpg"/>
          <p:cNvPicPr>
            <a:picLocks noChangeAspect="1"/>
          </p:cNvPicPr>
          <p:nvPr/>
        </p:nvPicPr>
        <p:blipFill>
          <a:blip r:embed="rId4"/>
          <a:stretch>
            <a:fillRect/>
          </a:stretch>
        </p:blipFill>
        <p:spPr>
          <a:xfrm>
            <a:off x="1407262" y="3291840"/>
            <a:ext cx="3396892" cy="1170432"/>
          </a:xfrm>
          <a:prstGeom prst="rect">
            <a:avLst/>
          </a:prstGeom>
        </p:spPr>
      </p:pic>
      <p:sp>
        <p:nvSpPr>
          <p:cNvPr id="20" name="Oval 19"/>
          <p:cNvSpPr/>
          <p:nvPr/>
        </p:nvSpPr>
        <p:spPr>
          <a:xfrm>
            <a:off x="3308237" y="344728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308237" y="3447288"/>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22" name="Oval 21"/>
          <p:cNvSpPr/>
          <p:nvPr/>
        </p:nvSpPr>
        <p:spPr>
          <a:xfrm>
            <a:off x="5851245" y="932688"/>
            <a:ext cx="270052"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851245" y="932688"/>
            <a:ext cx="270052"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24" name="TextBox 23"/>
          <p:cNvSpPr txBox="1"/>
          <p:nvPr/>
        </p:nvSpPr>
        <p:spPr>
          <a:xfrm>
            <a:off x="6229319" y="914400"/>
            <a:ext cx="2457480" cy="621792"/>
          </a:xfrm>
          <a:prstGeom prst="rect">
            <a:avLst/>
          </a:prstGeom>
          <a:noFill/>
        </p:spPr>
        <p:txBody>
          <a:bodyPr wrap="square" lIns="0" tIns="0" rIns="0" bIns="0" anchor="t">
            <a:spAutoFit/>
          </a:bodyPr>
          <a:lstStyle/>
          <a:p>
            <a:pPr algn="l"/>
            <a:r>
              <a:rPr sz="1100" b="1" i="0">
                <a:solidFill>
                  <a:srgbClr val="00205B"/>
                </a:solidFill>
                <a:latin typeface="Arial"/>
              </a:rPr>
              <a:t>3D map</a:t>
            </a:r>
          </a:p>
          <a:p>
            <a:pPr algn="l"/>
            <a:r>
              <a:rPr sz="950" b="0" i="0">
                <a:solidFill>
                  <a:srgbClr val="262626"/>
                </a:solidFill>
                <a:latin typeface="Arial"/>
              </a:rPr>
              <a:t>of the NST strip splice</a:t>
            </a:r>
          </a:p>
        </p:txBody>
      </p:sp>
      <p:sp>
        <p:nvSpPr>
          <p:cNvPr id="25" name="Oval 24"/>
          <p:cNvSpPr/>
          <p:nvPr/>
        </p:nvSpPr>
        <p:spPr>
          <a:xfrm>
            <a:off x="5851245" y="1554480"/>
            <a:ext cx="270052"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851245" y="1554480"/>
            <a:ext cx="270052"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27" name="TextBox 26"/>
          <p:cNvSpPr txBox="1"/>
          <p:nvPr/>
        </p:nvSpPr>
        <p:spPr>
          <a:xfrm>
            <a:off x="6229319" y="1536192"/>
            <a:ext cx="2457480" cy="621792"/>
          </a:xfrm>
          <a:prstGeom prst="rect">
            <a:avLst/>
          </a:prstGeom>
          <a:noFill/>
        </p:spPr>
        <p:txBody>
          <a:bodyPr wrap="square" lIns="0" tIns="0" rIns="0" bIns="0" anchor="t">
            <a:spAutoFit/>
          </a:bodyPr>
          <a:lstStyle/>
          <a:p>
            <a:pPr algn="l"/>
            <a:r>
              <a:rPr sz="1100" b="1" i="0">
                <a:solidFill>
                  <a:srgbClr val="00205B"/>
                </a:solidFill>
                <a:latin typeface="Arial"/>
              </a:rPr>
              <a:t>Measurement section</a:t>
            </a:r>
          </a:p>
          <a:p>
            <a:pPr algn="l"/>
            <a:r>
              <a:rPr sz="950" b="0" i="0">
                <a:solidFill>
                  <a:srgbClr val="262626"/>
                </a:solidFill>
                <a:latin typeface="Arial"/>
              </a:rPr>
              <a:t>drawn across the splice</a:t>
            </a:r>
          </a:p>
        </p:txBody>
      </p:sp>
      <p:sp>
        <p:nvSpPr>
          <p:cNvPr id="28" name="Oval 27"/>
          <p:cNvSpPr/>
          <p:nvPr/>
        </p:nvSpPr>
        <p:spPr>
          <a:xfrm>
            <a:off x="5851245" y="2176272"/>
            <a:ext cx="270052"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851245" y="2176272"/>
            <a:ext cx="270052"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30" name="TextBox 29"/>
          <p:cNvSpPr txBox="1"/>
          <p:nvPr/>
        </p:nvSpPr>
        <p:spPr>
          <a:xfrm>
            <a:off x="6229319" y="2157984"/>
            <a:ext cx="2457480" cy="621792"/>
          </a:xfrm>
          <a:prstGeom prst="rect">
            <a:avLst/>
          </a:prstGeom>
          <a:noFill/>
        </p:spPr>
        <p:txBody>
          <a:bodyPr wrap="square" lIns="0" tIns="0" rIns="0" bIns="0" anchor="t">
            <a:spAutoFit/>
          </a:bodyPr>
          <a:lstStyle/>
          <a:p>
            <a:pPr algn="l"/>
            <a:r>
              <a:rPr sz="1100" b="1" i="0">
                <a:solidFill>
                  <a:srgbClr val="00205B"/>
                </a:solidFill>
                <a:latin typeface="Arial"/>
              </a:rPr>
              <a:t>Profile</a:t>
            </a:r>
          </a:p>
          <a:p>
            <a:pPr algn="l"/>
            <a:r>
              <a:rPr sz="950" b="0" i="0">
                <a:solidFill>
                  <a:srgbClr val="262626"/>
                </a:solidFill>
                <a:latin typeface="Arial"/>
              </a:rPr>
              <a:t>quantifies the splice</a:t>
            </a:r>
          </a:p>
        </p:txBody>
      </p:sp>
      <p:sp>
        <p:nvSpPr>
          <p:cNvPr id="31" name="TextBox 30"/>
          <p:cNvSpPr txBox="1"/>
          <p:nvPr/>
        </p:nvSpPr>
        <p:spPr>
          <a:xfrm>
            <a:off x="5851245" y="2880360"/>
            <a:ext cx="2835554" cy="274320"/>
          </a:xfrm>
          <a:prstGeom prst="rect">
            <a:avLst/>
          </a:prstGeom>
          <a:noFill/>
        </p:spPr>
        <p:txBody>
          <a:bodyPr wrap="square" lIns="0" tIns="0" rIns="0" bIns="0" anchor="t">
            <a:spAutoFit/>
          </a:bodyPr>
          <a:lstStyle/>
          <a:p>
            <a:pPr algn="l"/>
            <a:r>
              <a:rPr sz="1000" b="1" i="0" cap="all">
                <a:solidFill>
                  <a:srgbClr val="27509B"/>
                </a:solidFill>
                <a:latin typeface="Michelin"/>
              </a:rPr>
              <a:t>Variables monitored continuously</a:t>
            </a:r>
          </a:p>
        </p:txBody>
      </p:sp>
      <p:sp>
        <p:nvSpPr>
          <p:cNvPr id="32" name="TextBox 31"/>
          <p:cNvSpPr txBox="1"/>
          <p:nvPr/>
        </p:nvSpPr>
        <p:spPr>
          <a:xfrm>
            <a:off x="5851245" y="3200400"/>
            <a:ext cx="2835554" cy="1280160"/>
          </a:xfrm>
          <a:prstGeom prst="rect">
            <a:avLst/>
          </a:prstGeom>
          <a:noFill/>
        </p:spPr>
        <p:txBody>
          <a:bodyPr wrap="square" lIns="0" tIns="0" rIns="0" bIns="0" anchor="t">
            <a:spAutoFit/>
          </a:bodyPr>
          <a:lstStyle/>
          <a:p>
            <a:pPr marL="182880" indent="-182880" algn="l">
              <a:spcAft>
                <a:spcPts val="300"/>
              </a:spcAft>
              <a:buClr>
                <a:srgbClr val="FCE500"/>
              </a:buClr>
              <a:buSzPct val="100000"/>
              <a:buFont typeface="Wingdings"/>
              <a:buChar char="§"/>
            </a:pPr>
            <a:r>
              <a:rPr sz="1050" b="0" i="0">
                <a:solidFill>
                  <a:srgbClr val="262626"/>
                </a:solidFill>
                <a:latin typeface="Arial"/>
              </a:rPr>
              <a:t>Splice overlap</a:t>
            </a:r>
          </a:p>
          <a:p>
            <a:pPr marL="182880" indent="-182880" algn="l">
              <a:spcAft>
                <a:spcPts val="300"/>
              </a:spcAft>
              <a:buClr>
                <a:srgbClr val="FCE500"/>
              </a:buClr>
              <a:buSzPct val="100000"/>
              <a:buFont typeface="Wingdings"/>
              <a:buChar char="§"/>
            </a:pPr>
            <a:r>
              <a:rPr sz="1050" b="0" i="0">
                <a:solidFill>
                  <a:srgbClr val="262626"/>
                </a:solidFill>
                <a:latin typeface="Arial"/>
              </a:rPr>
              <a:t>Splice height</a:t>
            </a:r>
          </a:p>
          <a:p>
            <a:pPr marL="182880" indent="-182880" algn="l">
              <a:spcAft>
                <a:spcPts val="300"/>
              </a:spcAft>
              <a:buClr>
                <a:srgbClr val="FCE500"/>
              </a:buClr>
              <a:buSzPct val="100000"/>
              <a:buFont typeface="Wingdings"/>
              <a:buChar char="§"/>
            </a:pPr>
            <a:r>
              <a:rPr sz="1050" b="0" i="0">
                <a:solidFill>
                  <a:srgbClr val="262626"/>
                </a:solidFill>
                <a:latin typeface="Arial"/>
              </a:rPr>
              <a:t>Splice offset</a:t>
            </a:r>
          </a:p>
          <a:p>
            <a:pPr marL="182880" indent="-182880" algn="l">
              <a:spcAft>
                <a:spcPts val="300"/>
              </a:spcAft>
              <a:buClr>
                <a:srgbClr val="FCE500"/>
              </a:buClr>
              <a:buSzPct val="100000"/>
              <a:buFont typeface="Wingdings"/>
              <a:buChar char="§"/>
            </a:pPr>
            <a:r>
              <a:rPr sz="1050" b="0" i="0">
                <a:solidFill>
                  <a:srgbClr val="262626"/>
                </a:solidFill>
                <a:latin typeface="Arial"/>
              </a:rPr>
              <a:t>Splice quality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168"/>
            <a:ext cx="6949440" cy="411480"/>
          </a:xfrm>
        </p:spPr>
        <p:txBody>
          <a:bodyPr anchor="ctr"/>
          <a:lstStyle/>
          <a:p>
            <a:r>
              <a:rPr sz="1800"/>
              <a:t>Every station, every measurement, live</a:t>
            </a:r>
          </a:p>
        </p:txBody>
      </p:sp>
      <p:sp>
        <p:nvSpPr>
          <p:cNvPr id="4" name="TextBox 3"/>
          <p:cNvSpPr txBox="1"/>
          <p:nvPr/>
        </p:nvSpPr>
        <p:spPr>
          <a:xfrm>
            <a:off x="457200" y="621792"/>
            <a:ext cx="4572000" cy="256032"/>
          </a:xfrm>
          <a:prstGeom prst="rect">
            <a:avLst/>
          </a:prstGeom>
          <a:noFill/>
        </p:spPr>
        <p:txBody>
          <a:bodyPr wrap="square" lIns="0" tIns="0" rIns="0" bIns="0" anchor="t">
            <a:spAutoFit/>
          </a:bodyPr>
          <a:lstStyle/>
          <a:p>
            <a:pPr algn="l"/>
            <a:r>
              <a:rPr sz="1050" b="0" i="0">
                <a:solidFill>
                  <a:srgbClr val="FCE500"/>
                </a:solidFill>
                <a:latin typeface="Arial"/>
              </a:rPr>
              <a:t>MAC4 OLM screen: twelve stations, P05 to P18</a:t>
            </a:r>
          </a:p>
        </p:txBody>
      </p:sp>
      <p:sp>
        <p:nvSpPr>
          <p:cNvPr id="5" name="Oval 4"/>
          <p:cNvSpPr/>
          <p:nvPr/>
        </p:nvSpPr>
        <p:spPr>
          <a:xfrm>
            <a:off x="5074920" y="681228"/>
            <a:ext cx="82296" cy="82296"/>
          </a:xfrm>
          <a:prstGeom prst="ellipse">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1" i="0">
                <a:solidFill>
                  <a:srgbClr val="FCE500"/>
                </a:solidFill>
                <a:latin typeface="Michelin"/>
              </a:rPr>
              <a:t>SEE</a:t>
            </a:r>
          </a:p>
        </p:txBody>
      </p:sp>
      <p:sp>
        <p:nvSpPr>
          <p:cNvPr id="7" name="Oval 6"/>
          <p:cNvSpPr/>
          <p:nvPr/>
        </p:nvSpPr>
        <p:spPr>
          <a:xfrm>
            <a:off x="582472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UNDERSTAND</a:t>
            </a:r>
          </a:p>
        </p:txBody>
      </p:sp>
      <p:sp>
        <p:nvSpPr>
          <p:cNvPr id="9" name="Oval 8"/>
          <p:cNvSpPr/>
          <p:nvPr/>
        </p:nvSpPr>
        <p:spPr>
          <a:xfrm>
            <a:off x="687628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DECIDE</a:t>
            </a:r>
          </a:p>
        </p:txBody>
      </p:sp>
      <p:sp>
        <p:nvSpPr>
          <p:cNvPr id="11" name="Oval 10"/>
          <p:cNvSpPr/>
          <p:nvPr/>
        </p:nvSpPr>
        <p:spPr>
          <a:xfrm>
            <a:off x="792784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ANTICIPATE</a:t>
            </a:r>
          </a:p>
        </p:txBody>
      </p:sp>
      <p:pic>
        <p:nvPicPr>
          <p:cNvPr id="13" name="Picture 12" descr="mac4.jpg"/>
          <p:cNvPicPr>
            <a:picLocks noChangeAspect="1"/>
          </p:cNvPicPr>
          <p:nvPr/>
        </p:nvPicPr>
        <p:blipFill>
          <a:blip r:embed="rId3"/>
          <a:stretch>
            <a:fillRect/>
          </a:stretch>
        </p:blipFill>
        <p:spPr>
          <a:xfrm>
            <a:off x="1073020" y="1005840"/>
            <a:ext cx="6997959" cy="2743200"/>
          </a:xfrm>
          <a:prstGeom prst="rect">
            <a:avLst/>
          </a:prstGeom>
        </p:spPr>
      </p:pic>
      <p:sp>
        <p:nvSpPr>
          <p:cNvPr id="14" name="Oval 13"/>
          <p:cNvSpPr/>
          <p:nvPr/>
        </p:nvSpPr>
        <p:spPr>
          <a:xfrm>
            <a:off x="1250768" y="160934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50768" y="1609344"/>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16" name="Oval 15"/>
          <p:cNvSpPr/>
          <p:nvPr/>
        </p:nvSpPr>
        <p:spPr>
          <a:xfrm>
            <a:off x="2769325" y="99212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9325" y="992124"/>
            <a:ext cx="274320" cy="274320"/>
          </a:xfrm>
          <a:prstGeom prst="rect">
            <a:avLst/>
          </a:prstGeom>
          <a:noFill/>
        </p:spPr>
        <p:txBody>
          <a:bodyPr wrap="square" lIns="0" tIns="0" rIns="0" bIns="0" anchor="ctr">
            <a:spAutoFit/>
          </a:bodyPr>
          <a:lstStyle/>
          <a:p>
            <a:pPr algn="ctr"/>
            <a:r>
              <a:rPr sz="1100" b="1" i="0" dirty="0">
                <a:solidFill>
                  <a:srgbClr val="00205B"/>
                </a:solidFill>
                <a:latin typeface="Michelin"/>
              </a:rPr>
              <a:t>2</a:t>
            </a:r>
          </a:p>
        </p:txBody>
      </p:sp>
      <p:sp>
        <p:nvSpPr>
          <p:cNvPr id="18" name="Oval 17"/>
          <p:cNvSpPr/>
          <p:nvPr/>
        </p:nvSpPr>
        <p:spPr>
          <a:xfrm>
            <a:off x="4434839" y="2514600"/>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34839" y="2514600"/>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20" name="Oval 19"/>
          <p:cNvSpPr/>
          <p:nvPr/>
        </p:nvSpPr>
        <p:spPr>
          <a:xfrm>
            <a:off x="5134635" y="3090672"/>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34635" y="3090672"/>
            <a:ext cx="274320" cy="274320"/>
          </a:xfrm>
          <a:prstGeom prst="rect">
            <a:avLst/>
          </a:prstGeom>
          <a:noFill/>
        </p:spPr>
        <p:txBody>
          <a:bodyPr wrap="square" lIns="0" tIns="0" rIns="0" bIns="0" anchor="ctr">
            <a:spAutoFit/>
          </a:bodyPr>
          <a:lstStyle/>
          <a:p>
            <a:pPr algn="ctr"/>
            <a:r>
              <a:rPr sz="1100" b="1" i="0">
                <a:solidFill>
                  <a:srgbClr val="00205B"/>
                </a:solidFill>
                <a:latin typeface="Michelin"/>
              </a:rPr>
              <a:t>4</a:t>
            </a:r>
          </a:p>
        </p:txBody>
      </p:sp>
      <p:sp>
        <p:nvSpPr>
          <p:cNvPr id="22" name="Oval 21"/>
          <p:cNvSpPr/>
          <p:nvPr/>
        </p:nvSpPr>
        <p:spPr>
          <a:xfrm>
            <a:off x="457200" y="3950207"/>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3950207"/>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24" name="TextBox 23"/>
          <p:cNvSpPr txBox="1"/>
          <p:nvPr/>
        </p:nvSpPr>
        <p:spPr>
          <a:xfrm>
            <a:off x="841247" y="3931920"/>
            <a:ext cx="1307592" cy="566928"/>
          </a:xfrm>
          <a:prstGeom prst="rect">
            <a:avLst/>
          </a:prstGeom>
          <a:noFill/>
        </p:spPr>
        <p:txBody>
          <a:bodyPr wrap="square" lIns="0" tIns="0" rIns="0" bIns="0" anchor="t">
            <a:spAutoFit/>
          </a:bodyPr>
          <a:lstStyle/>
          <a:p>
            <a:pPr algn="l"/>
            <a:r>
              <a:rPr sz="1100" b="1" i="0">
                <a:solidFill>
                  <a:srgbClr val="FFFFFF"/>
                </a:solidFill>
                <a:latin typeface="Arial"/>
              </a:rPr>
              <a:t>Twelve stations</a:t>
            </a:r>
          </a:p>
          <a:p>
            <a:pPr algn="l"/>
            <a:r>
              <a:rPr sz="950" b="0" i="0">
                <a:solidFill>
                  <a:srgbClr val="D6E0F0"/>
                </a:solidFill>
                <a:latin typeface="Arial"/>
              </a:rPr>
              <a:t>from P05 to P18</a:t>
            </a:r>
          </a:p>
        </p:txBody>
      </p:sp>
      <p:sp>
        <p:nvSpPr>
          <p:cNvPr id="25" name="Oval 24"/>
          <p:cNvSpPr/>
          <p:nvPr/>
        </p:nvSpPr>
        <p:spPr>
          <a:xfrm>
            <a:off x="2194560" y="3950207"/>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950207"/>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27" name="TextBox 26"/>
          <p:cNvSpPr txBox="1"/>
          <p:nvPr/>
        </p:nvSpPr>
        <p:spPr>
          <a:xfrm>
            <a:off x="2578608" y="3931920"/>
            <a:ext cx="1307592" cy="566928"/>
          </a:xfrm>
          <a:prstGeom prst="rect">
            <a:avLst/>
          </a:prstGeom>
          <a:noFill/>
        </p:spPr>
        <p:txBody>
          <a:bodyPr wrap="square" lIns="0" tIns="0" rIns="0" bIns="0" anchor="t">
            <a:spAutoFit/>
          </a:bodyPr>
          <a:lstStyle/>
          <a:p>
            <a:pPr algn="l"/>
            <a:r>
              <a:rPr sz="1100" b="1" i="0" dirty="0">
                <a:solidFill>
                  <a:srgbClr val="FFFFFF"/>
                </a:solidFill>
                <a:latin typeface="Arial"/>
              </a:rPr>
              <a:t>Status code</a:t>
            </a:r>
            <a:r>
              <a:rPr sz="1100" b="1" i="0" dirty="0" err="1">
                <a:solidFill>
                  <a:srgbClr val="FFFFFF"/>
                </a:solidFill>
                <a:latin typeface="Arial"/>
              </a:rPr>
              <a:t/>
            </a:r>
            <a:endParaRPr sz="1100" b="1" i="0" dirty="0">
              <a:solidFill>
                <a:srgbClr val="FFFFFF"/>
              </a:solidFill>
              <a:latin typeface="Arial"/>
            </a:endParaRPr>
          </a:p>
          <a:p>
            <a:pPr algn="l"/>
            <a:r>
              <a:rPr sz="950" b="0" i="0" dirty="0">
                <a:solidFill>
                  <a:srgbClr val="D6E0F0"/>
                </a:solidFill>
                <a:latin typeface="Arial"/>
              </a:rPr>
              <a:t>OK · watch · control</a:t>
            </a:r>
            <a:r>
              <a:rPr sz="950" b="0" i="0" dirty="0" err="1">
                <a:solidFill>
                  <a:srgbClr val="D6E0F0"/>
                </a:solidFill>
                <a:latin typeface="Arial"/>
              </a:rPr>
              <a:t/>
            </a:r>
            <a:r>
              <a:rPr sz="950" b="0" i="0" dirty="0">
                <a:solidFill>
                  <a:srgbClr val="D6E0F0"/>
                </a:solidFill>
                <a:latin typeface="Arial"/>
              </a:rPr>
              <a:t/>
            </a:r>
          </a:p>
        </p:txBody>
      </p:sp>
      <p:sp>
        <p:nvSpPr>
          <p:cNvPr id="28" name="Oval 27"/>
          <p:cNvSpPr/>
          <p:nvPr/>
        </p:nvSpPr>
        <p:spPr>
          <a:xfrm>
            <a:off x="3931920" y="3950207"/>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0" y="3950207"/>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30" name="TextBox 29"/>
          <p:cNvSpPr txBox="1"/>
          <p:nvPr/>
        </p:nvSpPr>
        <p:spPr>
          <a:xfrm>
            <a:off x="4315968" y="3931920"/>
            <a:ext cx="1307592" cy="566928"/>
          </a:xfrm>
          <a:prstGeom prst="rect">
            <a:avLst/>
          </a:prstGeom>
          <a:noFill/>
        </p:spPr>
        <p:txBody>
          <a:bodyPr wrap="square" lIns="0" tIns="0" rIns="0" bIns="0" anchor="t">
            <a:spAutoFit/>
          </a:bodyPr>
          <a:lstStyle/>
          <a:p>
            <a:pPr algn="l"/>
            <a:r>
              <a:rPr sz="1100" b="1" i="0">
                <a:solidFill>
                  <a:srgbClr val="FFFFFF"/>
                </a:solidFill>
                <a:latin typeface="Arial"/>
              </a:rPr>
              <a:t>Splices</a:t>
            </a:r>
          </a:p>
          <a:p>
            <a:pPr algn="l"/>
            <a:r>
              <a:rPr sz="950" b="0" i="0">
                <a:solidFill>
                  <a:srgbClr val="D6E0F0"/>
                </a:solidFill>
                <a:latin typeface="Arial"/>
              </a:rPr>
              <a:t>measured at every station</a:t>
            </a:r>
          </a:p>
        </p:txBody>
      </p:sp>
      <p:sp>
        <p:nvSpPr>
          <p:cNvPr id="31" name="Oval 30"/>
          <p:cNvSpPr/>
          <p:nvPr/>
        </p:nvSpPr>
        <p:spPr>
          <a:xfrm>
            <a:off x="5669279" y="3950207"/>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79" y="3950207"/>
            <a:ext cx="274320" cy="274320"/>
          </a:xfrm>
          <a:prstGeom prst="rect">
            <a:avLst/>
          </a:prstGeom>
          <a:noFill/>
        </p:spPr>
        <p:txBody>
          <a:bodyPr wrap="square" lIns="0" tIns="0" rIns="0" bIns="0" anchor="ctr">
            <a:spAutoFit/>
          </a:bodyPr>
          <a:lstStyle/>
          <a:p>
            <a:pPr algn="ctr"/>
            <a:r>
              <a:rPr sz="1100" b="1" i="0">
                <a:solidFill>
                  <a:srgbClr val="00205B"/>
                </a:solidFill>
                <a:latin typeface="Michelin"/>
              </a:rPr>
              <a:t>4</a:t>
            </a:r>
          </a:p>
        </p:txBody>
      </p:sp>
      <p:sp>
        <p:nvSpPr>
          <p:cNvPr id="33" name="TextBox 32"/>
          <p:cNvSpPr txBox="1"/>
          <p:nvPr/>
        </p:nvSpPr>
        <p:spPr>
          <a:xfrm>
            <a:off x="6053327" y="3931920"/>
            <a:ext cx="1307592" cy="566928"/>
          </a:xfrm>
          <a:prstGeom prst="rect">
            <a:avLst/>
          </a:prstGeom>
          <a:noFill/>
        </p:spPr>
        <p:txBody>
          <a:bodyPr wrap="square" lIns="0" tIns="0" rIns="0" bIns="0" anchor="t">
            <a:spAutoFit/>
          </a:bodyPr>
          <a:lstStyle/>
          <a:p>
            <a:pPr algn="l"/>
            <a:r>
              <a:rPr sz="1100" b="1" i="0">
                <a:solidFill>
                  <a:srgbClr val="FFFFFF"/>
                </a:solidFill>
                <a:latin typeface="Arial"/>
              </a:rPr>
              <a:t>100 % measured</a:t>
            </a:r>
          </a:p>
          <a:p>
            <a:pPr algn="l"/>
            <a:r>
              <a:rPr sz="950" b="0" i="0">
                <a:solidFill>
                  <a:srgbClr val="D6E0F0"/>
                </a:solidFill>
                <a:latin typeface="Arial"/>
              </a:rPr>
              <a:t>every tire measured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168"/>
            <a:ext cx="6949440" cy="411480"/>
          </a:xfrm>
        </p:spPr>
        <p:txBody>
          <a:bodyPr anchor="ctr"/>
          <a:lstStyle/>
          <a:p>
            <a:r>
              <a:rPr sz="1800"/>
              <a:t>The whole line at a glance</a:t>
            </a:r>
          </a:p>
        </p:txBody>
      </p:sp>
      <p:sp>
        <p:nvSpPr>
          <p:cNvPr id="4" name="TextBox 3"/>
          <p:cNvSpPr txBox="1"/>
          <p:nvPr/>
        </p:nvSpPr>
        <p:spPr>
          <a:xfrm>
            <a:off x="457200" y="621792"/>
            <a:ext cx="4572000" cy="256032"/>
          </a:xfrm>
          <a:prstGeom prst="rect">
            <a:avLst/>
          </a:prstGeom>
          <a:noFill/>
        </p:spPr>
        <p:txBody>
          <a:bodyPr wrap="square" lIns="0" tIns="0" rIns="0" bIns="0" anchor="t">
            <a:spAutoFit/>
          </a:bodyPr>
          <a:lstStyle/>
          <a:p>
            <a:pPr algn="l"/>
            <a:r>
              <a:rPr sz="1050" b="0" i="0">
                <a:solidFill>
                  <a:srgbClr val="FCE500"/>
                </a:solidFill>
                <a:latin typeface="Arial"/>
              </a:rPr>
              <a:t>BNS62 OLM screen: NST1, NST2 and KM</a:t>
            </a:r>
          </a:p>
        </p:txBody>
      </p:sp>
      <p:sp>
        <p:nvSpPr>
          <p:cNvPr id="5" name="Oval 4"/>
          <p:cNvSpPr/>
          <p:nvPr/>
        </p:nvSpPr>
        <p:spPr>
          <a:xfrm>
            <a:off x="5074920"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9FB3D6"/>
                </a:solidFill>
                <a:latin typeface="Michelin"/>
              </a:rPr>
              <a:t>SEE</a:t>
            </a:r>
          </a:p>
        </p:txBody>
      </p:sp>
      <p:sp>
        <p:nvSpPr>
          <p:cNvPr id="7" name="Oval 6"/>
          <p:cNvSpPr/>
          <p:nvPr/>
        </p:nvSpPr>
        <p:spPr>
          <a:xfrm>
            <a:off x="5824728" y="681228"/>
            <a:ext cx="82296" cy="82296"/>
          </a:xfrm>
          <a:prstGeom prst="ellipse">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1" i="0">
                <a:solidFill>
                  <a:srgbClr val="FCE500"/>
                </a:solidFill>
                <a:latin typeface="Michelin"/>
              </a:rPr>
              <a:t>UNDERSTAND</a:t>
            </a:r>
          </a:p>
        </p:txBody>
      </p:sp>
      <p:sp>
        <p:nvSpPr>
          <p:cNvPr id="9" name="Oval 8"/>
          <p:cNvSpPr/>
          <p:nvPr/>
        </p:nvSpPr>
        <p:spPr>
          <a:xfrm>
            <a:off x="687628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DECIDE</a:t>
            </a:r>
          </a:p>
        </p:txBody>
      </p:sp>
      <p:sp>
        <p:nvSpPr>
          <p:cNvPr id="11" name="Oval 10"/>
          <p:cNvSpPr/>
          <p:nvPr/>
        </p:nvSpPr>
        <p:spPr>
          <a:xfrm>
            <a:off x="792784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ANTICIPATE</a:t>
            </a:r>
          </a:p>
        </p:txBody>
      </p:sp>
      <p:pic>
        <p:nvPicPr>
          <p:cNvPr id="13" name="Picture 12" descr="bns62.jpg"/>
          <p:cNvPicPr>
            <a:picLocks noChangeAspect="1"/>
          </p:cNvPicPr>
          <p:nvPr/>
        </p:nvPicPr>
        <p:blipFill>
          <a:blip r:embed="rId3"/>
          <a:stretch>
            <a:fillRect/>
          </a:stretch>
        </p:blipFill>
        <p:spPr>
          <a:xfrm>
            <a:off x="457200" y="1020241"/>
            <a:ext cx="6035040" cy="2851556"/>
          </a:xfrm>
          <a:prstGeom prst="rect">
            <a:avLst/>
          </a:prstGeom>
        </p:spPr>
      </p:pic>
      <p:sp>
        <p:nvSpPr>
          <p:cNvPr id="14" name="Oval 13"/>
          <p:cNvSpPr/>
          <p:nvPr/>
        </p:nvSpPr>
        <p:spPr>
          <a:xfrm>
            <a:off x="1828800" y="116798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828800" y="1157401"/>
            <a:ext cx="274320" cy="274320"/>
          </a:xfrm>
          <a:prstGeom prst="rect">
            <a:avLst/>
          </a:prstGeom>
          <a:noFill/>
        </p:spPr>
        <p:txBody>
          <a:bodyPr wrap="square" lIns="0" tIns="0" rIns="0" bIns="0" anchor="ctr">
            <a:spAutoFit/>
          </a:bodyPr>
          <a:lstStyle/>
          <a:p>
            <a:pPr algn="ctr"/>
            <a:r>
              <a:rPr sz="1100" b="1" i="0" dirty="0">
                <a:solidFill>
                  <a:srgbClr val="00205B"/>
                </a:solidFill>
                <a:latin typeface="Michelin"/>
              </a:rPr>
              <a:t>1</a:t>
            </a:r>
          </a:p>
        </p:txBody>
      </p:sp>
      <p:sp>
        <p:nvSpPr>
          <p:cNvPr id="16" name="Oval 15"/>
          <p:cNvSpPr/>
          <p:nvPr/>
        </p:nvSpPr>
        <p:spPr>
          <a:xfrm>
            <a:off x="682142" y="142487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2142" y="1424876"/>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18" name="Oval 17"/>
          <p:cNvSpPr/>
          <p:nvPr/>
        </p:nvSpPr>
        <p:spPr>
          <a:xfrm>
            <a:off x="3941063" y="968627"/>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41063" y="968627"/>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20" name="Oval 19"/>
          <p:cNvSpPr/>
          <p:nvPr/>
        </p:nvSpPr>
        <p:spPr>
          <a:xfrm>
            <a:off x="5389473" y="2565499"/>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89473" y="2565499"/>
            <a:ext cx="274320" cy="274320"/>
          </a:xfrm>
          <a:prstGeom prst="rect">
            <a:avLst/>
          </a:prstGeom>
          <a:noFill/>
        </p:spPr>
        <p:txBody>
          <a:bodyPr wrap="square" lIns="0" tIns="0" rIns="0" bIns="0" anchor="ctr">
            <a:spAutoFit/>
          </a:bodyPr>
          <a:lstStyle/>
          <a:p>
            <a:pPr algn="ctr"/>
            <a:r>
              <a:rPr sz="1100" b="1" i="0">
                <a:solidFill>
                  <a:srgbClr val="00205B"/>
                </a:solidFill>
                <a:latin typeface="Michelin"/>
              </a:rPr>
              <a:t>4</a:t>
            </a:r>
          </a:p>
        </p:txBody>
      </p:sp>
      <p:sp>
        <p:nvSpPr>
          <p:cNvPr id="22" name="Oval 21"/>
          <p:cNvSpPr/>
          <p:nvPr/>
        </p:nvSpPr>
        <p:spPr>
          <a:xfrm>
            <a:off x="6720840" y="102412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20840" y="1024128"/>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24" name="TextBox 23"/>
          <p:cNvSpPr txBox="1"/>
          <p:nvPr/>
        </p:nvSpPr>
        <p:spPr>
          <a:xfrm>
            <a:off x="7104888" y="1005840"/>
            <a:ext cx="1627632" cy="658368"/>
          </a:xfrm>
          <a:prstGeom prst="rect">
            <a:avLst/>
          </a:prstGeom>
          <a:noFill/>
        </p:spPr>
        <p:txBody>
          <a:bodyPr wrap="square" lIns="0" tIns="0" rIns="0" bIns="0" anchor="t">
            <a:spAutoFit/>
          </a:bodyPr>
          <a:lstStyle/>
          <a:p>
            <a:pPr algn="l"/>
            <a:r>
              <a:rPr sz="1100" b="1" i="0">
                <a:solidFill>
                  <a:srgbClr val="FFFFFF"/>
                </a:solidFill>
                <a:latin typeface="Arial"/>
              </a:rPr>
              <a:t>Alert and colours</a:t>
            </a:r>
          </a:p>
          <a:p>
            <a:pPr algn="l"/>
            <a:r>
              <a:rPr sz="950" b="0" i="0">
                <a:solidFill>
                  <a:srgbClr val="D6E0F0"/>
                </a:solidFill>
                <a:latin typeface="Arial"/>
              </a:rPr>
              <a:t>green, orange, red</a:t>
            </a:r>
          </a:p>
        </p:txBody>
      </p:sp>
      <p:sp>
        <p:nvSpPr>
          <p:cNvPr id="25" name="Oval 24"/>
          <p:cNvSpPr/>
          <p:nvPr/>
        </p:nvSpPr>
        <p:spPr>
          <a:xfrm>
            <a:off x="6720840" y="168249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20840" y="1682496"/>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27" name="TextBox 26"/>
          <p:cNvSpPr txBox="1"/>
          <p:nvPr/>
        </p:nvSpPr>
        <p:spPr>
          <a:xfrm>
            <a:off x="7104888" y="1664208"/>
            <a:ext cx="1627632" cy="658368"/>
          </a:xfrm>
          <a:prstGeom prst="rect">
            <a:avLst/>
          </a:prstGeom>
          <a:noFill/>
        </p:spPr>
        <p:txBody>
          <a:bodyPr wrap="square" lIns="0" tIns="0" rIns="0" bIns="0" anchor="t">
            <a:spAutoFit/>
          </a:bodyPr>
          <a:lstStyle/>
          <a:p>
            <a:pPr algn="l"/>
            <a:r>
              <a:rPr sz="1100" b="1" i="0">
                <a:solidFill>
                  <a:srgbClr val="FFFFFF"/>
                </a:solidFill>
                <a:latin typeface="Arial"/>
              </a:rPr>
              <a:t>Every station</a:t>
            </a:r>
          </a:p>
          <a:p>
            <a:pPr algn="l"/>
            <a:r>
              <a:rPr sz="950" b="0" i="0">
                <a:solidFill>
                  <a:srgbClr val="D6E0F0"/>
                </a:solidFill>
                <a:latin typeface="Arial"/>
              </a:rPr>
              <a:t>centring, width, splice</a:t>
            </a:r>
          </a:p>
        </p:txBody>
      </p:sp>
      <p:sp>
        <p:nvSpPr>
          <p:cNvPr id="28" name="Oval 27"/>
          <p:cNvSpPr/>
          <p:nvPr/>
        </p:nvSpPr>
        <p:spPr>
          <a:xfrm>
            <a:off x="6720840" y="234086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720840" y="2340864"/>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30" name="TextBox 29"/>
          <p:cNvSpPr txBox="1"/>
          <p:nvPr/>
        </p:nvSpPr>
        <p:spPr>
          <a:xfrm>
            <a:off x="7104888" y="2322576"/>
            <a:ext cx="1627632" cy="658368"/>
          </a:xfrm>
          <a:prstGeom prst="rect">
            <a:avLst/>
          </a:prstGeom>
          <a:noFill/>
        </p:spPr>
        <p:txBody>
          <a:bodyPr wrap="square" lIns="0" tIns="0" rIns="0" bIns="0" anchor="t">
            <a:spAutoFit/>
          </a:bodyPr>
          <a:lstStyle/>
          <a:p>
            <a:pPr algn="l"/>
            <a:r>
              <a:rPr sz="1100" b="1" i="0">
                <a:solidFill>
                  <a:srgbClr val="FFFFFF"/>
                </a:solidFill>
                <a:latin typeface="Arial"/>
              </a:rPr>
              <a:t>One click</a:t>
            </a:r>
          </a:p>
          <a:p>
            <a:pPr algn="l"/>
            <a:r>
              <a:rPr sz="950" b="0" i="0">
                <a:solidFill>
                  <a:srgbClr val="D6E0F0"/>
                </a:solidFill>
                <a:latin typeface="Arial"/>
              </a:rPr>
              <a:t>IQF, images, alerts</a:t>
            </a:r>
          </a:p>
        </p:txBody>
      </p:sp>
      <p:sp>
        <p:nvSpPr>
          <p:cNvPr id="31" name="Oval 30"/>
          <p:cNvSpPr/>
          <p:nvPr/>
        </p:nvSpPr>
        <p:spPr>
          <a:xfrm>
            <a:off x="6720840" y="2999232"/>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720840" y="2999232"/>
            <a:ext cx="274320" cy="274320"/>
          </a:xfrm>
          <a:prstGeom prst="rect">
            <a:avLst/>
          </a:prstGeom>
          <a:noFill/>
        </p:spPr>
        <p:txBody>
          <a:bodyPr wrap="square" lIns="0" tIns="0" rIns="0" bIns="0" anchor="ctr">
            <a:spAutoFit/>
          </a:bodyPr>
          <a:lstStyle/>
          <a:p>
            <a:pPr algn="ctr"/>
            <a:r>
              <a:rPr sz="1100" b="1" i="0">
                <a:solidFill>
                  <a:srgbClr val="00205B"/>
                </a:solidFill>
                <a:latin typeface="Michelin"/>
              </a:rPr>
              <a:t>4</a:t>
            </a:r>
          </a:p>
        </p:txBody>
      </p:sp>
      <p:sp>
        <p:nvSpPr>
          <p:cNvPr id="33" name="TextBox 32"/>
          <p:cNvSpPr txBox="1"/>
          <p:nvPr/>
        </p:nvSpPr>
        <p:spPr>
          <a:xfrm>
            <a:off x="7104888" y="2980944"/>
            <a:ext cx="1627632" cy="658368"/>
          </a:xfrm>
          <a:prstGeom prst="rect">
            <a:avLst/>
          </a:prstGeom>
          <a:noFill/>
        </p:spPr>
        <p:txBody>
          <a:bodyPr wrap="square" lIns="0" tIns="0" rIns="0" bIns="0" anchor="t">
            <a:spAutoFit/>
          </a:bodyPr>
          <a:lstStyle/>
          <a:p>
            <a:pPr algn="l"/>
            <a:r>
              <a:rPr sz="1100" b="1" i="0">
                <a:solidFill>
                  <a:srgbClr val="FFFFFF"/>
                </a:solidFill>
                <a:latin typeface="Arial"/>
              </a:rPr>
              <a:t>KM splice</a:t>
            </a:r>
          </a:p>
          <a:p>
            <a:pPr algn="l"/>
            <a:r>
              <a:rPr sz="950" b="0" i="0">
                <a:solidFill>
                  <a:srgbClr val="D6E0F0"/>
                </a:solidFill>
                <a:latin typeface="Arial"/>
              </a:rPr>
              <a:t>height, quality, offset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FCE500"/>
                </a:solidFill>
              </a:rPr>
              <a:t>02</a:t>
            </a:r>
          </a:p>
          <a:p>
            <a:r>
              <a:t>Understand</a:t>
            </a:r>
          </a:p>
        </p:txBody>
      </p:sp>
      <p:sp>
        <p:nvSpPr>
          <p:cNvPr id="3" name="TextBox 2"/>
          <p:cNvSpPr txBox="1"/>
          <p:nvPr/>
        </p:nvSpPr>
        <p:spPr>
          <a:xfrm>
            <a:off x="530352" y="3840480"/>
            <a:ext cx="5486400" cy="184666"/>
          </a:xfrm>
          <a:prstGeom prst="rect">
            <a:avLst/>
          </a:prstGeom>
          <a:noFill/>
        </p:spPr>
        <p:txBody>
          <a:bodyPr wrap="square" lIns="0" tIns="0" rIns="0" bIns="0" anchor="t">
            <a:spAutoFit/>
          </a:bodyPr>
          <a:lstStyle/>
          <a:p>
            <a:pPr algn="l"/>
            <a:r>
              <a:rPr sz="1200" b="0" i="0" dirty="0">
                <a:solidFill>
                  <a:srgbClr val="FFFFFF"/>
                </a:solidFill>
                <a:latin typeface="Arial"/>
              </a:rPr>
              <a:t>From data to trend, in real time</a:t>
            </a:r>
            <a:r>
              <a:rPr sz="1200" b="0" i="0" dirty="0" err="1">
                <a:solidFill>
                  <a:srgbClr val="FFFFFF"/>
                </a:solidFill>
                <a:latin typeface="Arial"/>
              </a:rPr>
              <a:t/>
            </a:r>
            <a:r>
              <a:rPr lang="es-ES" sz="1200" b="0" i="0" dirty="0">
                <a:solidFill>
                  <a:srgbClr val="FFFFFF"/>
                </a:solidFill>
                <a:latin typeface="Arial"/>
              </a:rPr>
              <a:t/>
            </a:r>
            <a:r>
              <a:rPr sz="1200" b="0" i="0" dirty="0">
                <a:solidFill>
                  <a:srgbClr val="FFFFFF"/>
                </a:solidFill>
                <a:latin typeface="Arial"/>
              </a:rPr>
              <a:t/>
            </a:r>
            <a:r>
              <a:rPr sz="1200" b="0" i="0" dirty="0" err="1">
                <a:solidFill>
                  <a:srgbClr val="FFFFFF"/>
                </a:solidFill>
                <a:latin typeface="Arial"/>
              </a:rPr>
              <a:t/>
            </a:r>
            <a:r>
              <a:rPr sz="1200" b="0" i="0" dirty="0">
                <a:solidFill>
                  <a:srgbClr val="FFFFFF"/>
                </a:solidFill>
                <a:latin typeface="Arial"/>
              </a:rPr>
              <a:t/>
            </a:r>
            <a:r>
              <a:rPr sz="1200" b="0" i="0" dirty="0" err="1">
                <a:solidFill>
                  <a:srgbClr val="FFFFFF"/>
                </a:solidFill>
                <a:latin typeface="Arial"/>
              </a:rPr>
              <a:t/>
            </a:r>
            <a:r>
              <a:rPr sz="1200" b="0" i="0" dirty="0">
                <a:solidFill>
                  <a:srgbClr val="FFFFFF"/>
                </a:solidFill>
                <a:latin typeface="Arial"/>
              </a:rPr>
              <a:t/>
            </a:r>
            <a:r>
              <a:rPr sz="1200" b="0" i="0" dirty="0" err="1">
                <a:solidFill>
                  <a:srgbClr val="FFFFFF"/>
                </a:solidFill>
                <a:latin typeface="Arial"/>
              </a:rPr>
              <a:t/>
            </a:r>
            <a:r>
              <a:rPr sz="1200" b="0" i="0" dirty="0">
                <a:solidFill>
                  <a:srgbClr val="FFFFFF"/>
                </a:solidFill>
                <a:latin typeface="Arial"/>
              </a:rPr>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168"/>
            <a:ext cx="6949440" cy="411480"/>
          </a:xfrm>
        </p:spPr>
        <p:txBody>
          <a:bodyPr anchor="ctr"/>
          <a:lstStyle/>
          <a:p>
            <a:r>
              <a:rPr sz="1800"/>
              <a:t>We see the drift before the defect</a:t>
            </a:r>
          </a:p>
        </p:txBody>
      </p:sp>
      <p:sp>
        <p:nvSpPr>
          <p:cNvPr id="4" name="TextBox 3"/>
          <p:cNvSpPr txBox="1"/>
          <p:nvPr/>
        </p:nvSpPr>
        <p:spPr>
          <a:xfrm>
            <a:off x="457200" y="621792"/>
            <a:ext cx="4572000" cy="256032"/>
          </a:xfrm>
          <a:prstGeom prst="rect">
            <a:avLst/>
          </a:prstGeom>
          <a:noFill/>
        </p:spPr>
        <p:txBody>
          <a:bodyPr wrap="square" lIns="0" tIns="0" rIns="0" bIns="0" anchor="t">
            <a:spAutoFit/>
          </a:bodyPr>
          <a:lstStyle/>
          <a:p>
            <a:pPr algn="l"/>
            <a:r>
              <a:rPr sz="1050" b="0" i="0">
                <a:solidFill>
                  <a:srgbClr val="FCE500"/>
                </a:solidFill>
                <a:latin typeface="Arial"/>
              </a:rPr>
              <a:t>Real PI Vision screen · MAC3 · station P14</a:t>
            </a:r>
          </a:p>
        </p:txBody>
      </p:sp>
      <p:sp>
        <p:nvSpPr>
          <p:cNvPr id="5" name="Oval 4"/>
          <p:cNvSpPr/>
          <p:nvPr/>
        </p:nvSpPr>
        <p:spPr>
          <a:xfrm>
            <a:off x="5074920"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9FB3D6"/>
                </a:solidFill>
                <a:latin typeface="Michelin"/>
              </a:rPr>
              <a:t>SEE</a:t>
            </a:r>
          </a:p>
        </p:txBody>
      </p:sp>
      <p:sp>
        <p:nvSpPr>
          <p:cNvPr id="7" name="Oval 6"/>
          <p:cNvSpPr/>
          <p:nvPr/>
        </p:nvSpPr>
        <p:spPr>
          <a:xfrm>
            <a:off x="5824728" y="681228"/>
            <a:ext cx="82296" cy="82296"/>
          </a:xfrm>
          <a:prstGeom prst="ellipse">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1" i="0">
                <a:solidFill>
                  <a:srgbClr val="FCE500"/>
                </a:solidFill>
                <a:latin typeface="Michelin"/>
              </a:rPr>
              <a:t>UNDERSTAND</a:t>
            </a:r>
          </a:p>
        </p:txBody>
      </p:sp>
      <p:sp>
        <p:nvSpPr>
          <p:cNvPr id="9" name="Oval 8"/>
          <p:cNvSpPr/>
          <p:nvPr/>
        </p:nvSpPr>
        <p:spPr>
          <a:xfrm>
            <a:off x="687628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DECIDE</a:t>
            </a:r>
          </a:p>
        </p:txBody>
      </p:sp>
      <p:sp>
        <p:nvSpPr>
          <p:cNvPr id="11" name="Oval 10"/>
          <p:cNvSpPr/>
          <p:nvPr/>
        </p:nvSpPr>
        <p:spPr>
          <a:xfrm>
            <a:off x="792784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ANTICIPATE</a:t>
            </a:r>
          </a:p>
        </p:txBody>
      </p:sp>
      <p:pic>
        <p:nvPicPr>
          <p:cNvPr id="13" name="Picture 12" descr="dash.png"/>
          <p:cNvPicPr>
            <a:picLocks noChangeAspect="1"/>
          </p:cNvPicPr>
          <p:nvPr/>
        </p:nvPicPr>
        <p:blipFill>
          <a:blip r:embed="rId3"/>
          <a:stretch>
            <a:fillRect/>
          </a:stretch>
        </p:blipFill>
        <p:spPr>
          <a:xfrm>
            <a:off x="457200" y="1060907"/>
            <a:ext cx="5669280" cy="2633065"/>
          </a:xfrm>
          <a:prstGeom prst="rect">
            <a:avLst/>
          </a:prstGeom>
        </p:spPr>
      </p:pic>
      <p:sp>
        <p:nvSpPr>
          <p:cNvPr id="14" name="Oval 13"/>
          <p:cNvSpPr/>
          <p:nvPr/>
        </p:nvSpPr>
        <p:spPr>
          <a:xfrm>
            <a:off x="1085392" y="141086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85392" y="1410864"/>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16" name="Oval 15"/>
          <p:cNvSpPr/>
          <p:nvPr/>
        </p:nvSpPr>
        <p:spPr>
          <a:xfrm>
            <a:off x="3579875" y="139769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79875" y="1397698"/>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18" name="Oval 17"/>
          <p:cNvSpPr/>
          <p:nvPr/>
        </p:nvSpPr>
        <p:spPr>
          <a:xfrm>
            <a:off x="3069640" y="151618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069640" y="1516186"/>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20" name="Oval 19"/>
          <p:cNvSpPr/>
          <p:nvPr/>
        </p:nvSpPr>
        <p:spPr>
          <a:xfrm>
            <a:off x="3137672" y="1029069"/>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137672" y="1029069"/>
            <a:ext cx="274320" cy="274320"/>
          </a:xfrm>
          <a:prstGeom prst="rect">
            <a:avLst/>
          </a:prstGeom>
          <a:noFill/>
        </p:spPr>
        <p:txBody>
          <a:bodyPr wrap="square" lIns="0" tIns="0" rIns="0" bIns="0" anchor="ctr">
            <a:spAutoFit/>
          </a:bodyPr>
          <a:lstStyle/>
          <a:p>
            <a:pPr algn="ctr"/>
            <a:r>
              <a:rPr sz="1100" b="1" i="0">
                <a:solidFill>
                  <a:srgbClr val="00205B"/>
                </a:solidFill>
                <a:latin typeface="Michelin"/>
              </a:rPr>
              <a:t>4</a:t>
            </a:r>
          </a:p>
        </p:txBody>
      </p:sp>
      <p:sp>
        <p:nvSpPr>
          <p:cNvPr id="22" name="Oval 21"/>
          <p:cNvSpPr/>
          <p:nvPr/>
        </p:nvSpPr>
        <p:spPr>
          <a:xfrm>
            <a:off x="6355080" y="102412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5080" y="1024128"/>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24" name="TextBox 23"/>
          <p:cNvSpPr txBox="1"/>
          <p:nvPr/>
        </p:nvSpPr>
        <p:spPr>
          <a:xfrm>
            <a:off x="6739128" y="1005840"/>
            <a:ext cx="1993392" cy="658368"/>
          </a:xfrm>
          <a:prstGeom prst="rect">
            <a:avLst/>
          </a:prstGeom>
          <a:noFill/>
        </p:spPr>
        <p:txBody>
          <a:bodyPr wrap="square" lIns="0" tIns="0" rIns="0" bIns="0" anchor="t">
            <a:spAutoFit/>
          </a:bodyPr>
          <a:lstStyle/>
          <a:p>
            <a:pPr algn="l"/>
            <a:r>
              <a:rPr sz="1100" b="1" i="0">
                <a:solidFill>
                  <a:srgbClr val="FFFFFF"/>
                </a:solidFill>
                <a:latin typeface="Arial"/>
              </a:rPr>
              <a:t>Every tire</a:t>
            </a:r>
          </a:p>
          <a:p>
            <a:pPr algn="l"/>
            <a:r>
              <a:rPr sz="950" b="0" i="0">
                <a:solidFill>
                  <a:srgbClr val="D6E0F0"/>
                </a:solidFill>
                <a:latin typeface="Arial"/>
              </a:rPr>
              <a:t>its individual value</a:t>
            </a:r>
          </a:p>
        </p:txBody>
      </p:sp>
      <p:sp>
        <p:nvSpPr>
          <p:cNvPr id="25" name="Oval 24"/>
          <p:cNvSpPr/>
          <p:nvPr/>
        </p:nvSpPr>
        <p:spPr>
          <a:xfrm>
            <a:off x="6355080" y="168249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1682496"/>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27" name="TextBox 26"/>
          <p:cNvSpPr txBox="1"/>
          <p:nvPr/>
        </p:nvSpPr>
        <p:spPr>
          <a:xfrm>
            <a:off x="6739128" y="1664208"/>
            <a:ext cx="1993392" cy="658368"/>
          </a:xfrm>
          <a:prstGeom prst="rect">
            <a:avLst/>
          </a:prstGeom>
          <a:noFill/>
        </p:spPr>
        <p:txBody>
          <a:bodyPr wrap="square" lIns="0" tIns="0" rIns="0" bIns="0" anchor="t">
            <a:spAutoFit/>
          </a:bodyPr>
          <a:lstStyle/>
          <a:p>
            <a:pPr algn="l"/>
            <a:r>
              <a:rPr sz="1100" b="1" i="0">
                <a:solidFill>
                  <a:srgbClr val="FFFFFF"/>
                </a:solidFill>
                <a:latin typeface="Arial"/>
              </a:rPr>
              <a:t>The trend</a:t>
            </a:r>
          </a:p>
          <a:p>
            <a:pPr algn="l"/>
            <a:r>
              <a:rPr sz="950" b="0" i="0">
                <a:solidFill>
                  <a:srgbClr val="D6E0F0"/>
                </a:solidFill>
                <a:latin typeface="Arial"/>
              </a:rPr>
              <a:t>median of the last 20</a:t>
            </a:r>
          </a:p>
        </p:txBody>
      </p:sp>
      <p:sp>
        <p:nvSpPr>
          <p:cNvPr id="28" name="Oval 27"/>
          <p:cNvSpPr/>
          <p:nvPr/>
        </p:nvSpPr>
        <p:spPr>
          <a:xfrm>
            <a:off x="6355080" y="234086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55080" y="2340864"/>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30" name="TextBox 29"/>
          <p:cNvSpPr txBox="1"/>
          <p:nvPr/>
        </p:nvSpPr>
        <p:spPr>
          <a:xfrm>
            <a:off x="6739128" y="2322576"/>
            <a:ext cx="1993392" cy="658368"/>
          </a:xfrm>
          <a:prstGeom prst="rect">
            <a:avLst/>
          </a:prstGeom>
          <a:noFill/>
        </p:spPr>
        <p:txBody>
          <a:bodyPr wrap="square" lIns="0" tIns="0" rIns="0" bIns="0" anchor="t">
            <a:spAutoFit/>
          </a:bodyPr>
          <a:lstStyle/>
          <a:p>
            <a:pPr algn="l"/>
            <a:r>
              <a:rPr sz="1100" b="1" i="0">
                <a:solidFill>
                  <a:srgbClr val="FFFFFF"/>
                </a:solidFill>
                <a:latin typeface="Arial"/>
              </a:rPr>
              <a:t>The limits</a:t>
            </a:r>
          </a:p>
          <a:p>
            <a:pPr algn="l"/>
            <a:r>
              <a:rPr sz="950" b="0" i="0">
                <a:solidFill>
                  <a:srgbClr val="D6E0F0"/>
                </a:solidFill>
                <a:latin typeface="Arial"/>
              </a:rPr>
              <a:t>tolerances always visible</a:t>
            </a:r>
          </a:p>
        </p:txBody>
      </p:sp>
      <p:sp>
        <p:nvSpPr>
          <p:cNvPr id="31" name="Oval 30"/>
          <p:cNvSpPr/>
          <p:nvPr/>
        </p:nvSpPr>
        <p:spPr>
          <a:xfrm>
            <a:off x="6355080" y="2999232"/>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55080" y="2999232"/>
            <a:ext cx="274320" cy="274320"/>
          </a:xfrm>
          <a:prstGeom prst="rect">
            <a:avLst/>
          </a:prstGeom>
          <a:noFill/>
        </p:spPr>
        <p:txBody>
          <a:bodyPr wrap="square" lIns="0" tIns="0" rIns="0" bIns="0" anchor="ctr">
            <a:spAutoFit/>
          </a:bodyPr>
          <a:lstStyle/>
          <a:p>
            <a:pPr algn="ctr"/>
            <a:r>
              <a:rPr sz="1100" b="1" i="0">
                <a:solidFill>
                  <a:srgbClr val="00205B"/>
                </a:solidFill>
                <a:latin typeface="Michelin"/>
              </a:rPr>
              <a:t>4</a:t>
            </a:r>
          </a:p>
        </p:txBody>
      </p:sp>
      <p:sp>
        <p:nvSpPr>
          <p:cNvPr id="33" name="TextBox 32"/>
          <p:cNvSpPr txBox="1"/>
          <p:nvPr/>
        </p:nvSpPr>
        <p:spPr>
          <a:xfrm>
            <a:off x="6739128" y="2980944"/>
            <a:ext cx="1993392" cy="658368"/>
          </a:xfrm>
          <a:prstGeom prst="rect">
            <a:avLst/>
          </a:prstGeom>
          <a:noFill/>
        </p:spPr>
        <p:txBody>
          <a:bodyPr wrap="square" lIns="0" tIns="0" rIns="0" bIns="0" anchor="t">
            <a:spAutoFit/>
          </a:bodyPr>
          <a:lstStyle/>
          <a:p>
            <a:pPr algn="l"/>
            <a:r>
              <a:rPr sz="1100" b="1" i="0">
                <a:solidFill>
                  <a:srgbClr val="FFFFFF"/>
                </a:solidFill>
                <a:latin typeface="Arial"/>
              </a:rPr>
              <a:t>The target</a:t>
            </a:r>
          </a:p>
          <a:p>
            <a:pPr algn="l"/>
            <a:r>
              <a:rPr sz="950" b="0" i="0">
                <a:solidFill>
                  <a:srgbClr val="D6E0F0"/>
                </a:solidFill>
                <a:latin typeface="Arial"/>
              </a:rPr>
              <a:t>theoretical reference value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Alert before the defect exists</a:t>
            </a:r>
          </a:p>
        </p:txBody>
      </p:sp>
      <p:sp>
        <p:nvSpPr>
          <p:cNvPr id="4" name="TextBox 3"/>
          <p:cNvSpPr txBox="1"/>
          <p:nvPr/>
        </p:nvSpPr>
        <p:spPr>
          <a:xfrm>
            <a:off x="585216" y="585216"/>
            <a:ext cx="4500879" cy="274320"/>
          </a:xfrm>
          <a:prstGeom prst="rect">
            <a:avLst/>
          </a:prstGeom>
          <a:noFill/>
        </p:spPr>
        <p:txBody>
          <a:bodyPr wrap="square" lIns="0" tIns="0" rIns="0" bIns="0" anchor="t">
            <a:spAutoFit/>
          </a:bodyPr>
          <a:lstStyle/>
          <a:p>
            <a:pPr algn="l"/>
            <a:r>
              <a:rPr sz="1050" b="0" i="0">
                <a:solidFill>
                  <a:srgbClr val="27509B"/>
                </a:solidFill>
                <a:latin typeface="Arial"/>
              </a:rPr>
              <a:t>The trend crosses the limit and the right person knows instantly</a:t>
            </a:r>
          </a:p>
        </p:txBody>
      </p:sp>
      <p:sp>
        <p:nvSpPr>
          <p:cNvPr id="5" name="Oval 4"/>
          <p:cNvSpPr/>
          <p:nvPr/>
        </p:nvSpPr>
        <p:spPr>
          <a:xfrm>
            <a:off x="5074920"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A6A6A6"/>
                </a:solidFill>
                <a:latin typeface="Michelin"/>
              </a:rPr>
              <a:t>SEE</a:t>
            </a:r>
          </a:p>
        </p:txBody>
      </p:sp>
      <p:sp>
        <p:nvSpPr>
          <p:cNvPr id="7" name="Oval 6"/>
          <p:cNvSpPr/>
          <p:nvPr/>
        </p:nvSpPr>
        <p:spPr>
          <a:xfrm>
            <a:off x="5824728"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1" i="0">
                <a:solidFill>
                  <a:srgbClr val="27509B"/>
                </a:solidFill>
                <a:latin typeface="Michelin"/>
              </a:rPr>
              <a:t>UNDERSTAND</a:t>
            </a:r>
          </a:p>
        </p:txBody>
      </p:sp>
      <p:sp>
        <p:nvSpPr>
          <p:cNvPr id="9" name="Oval 8"/>
          <p:cNvSpPr/>
          <p:nvPr/>
        </p:nvSpPr>
        <p:spPr>
          <a:xfrm>
            <a:off x="687628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DECIDE</a:t>
            </a:r>
          </a:p>
        </p:txBody>
      </p:sp>
      <p:sp>
        <p:nvSpPr>
          <p:cNvPr id="11" name="Oval 10"/>
          <p:cNvSpPr/>
          <p:nvPr/>
        </p:nvSpPr>
        <p:spPr>
          <a:xfrm>
            <a:off x="792784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ANTICIPATE</a:t>
            </a:r>
          </a:p>
        </p:txBody>
      </p:sp>
      <p:pic>
        <p:nvPicPr>
          <p:cNvPr id="13" name="Picture 12" descr="median.png"/>
          <p:cNvPicPr>
            <a:picLocks noChangeAspect="1"/>
          </p:cNvPicPr>
          <p:nvPr/>
        </p:nvPicPr>
        <p:blipFill>
          <a:blip r:embed="rId3"/>
          <a:stretch>
            <a:fillRect/>
          </a:stretch>
        </p:blipFill>
        <p:spPr>
          <a:xfrm>
            <a:off x="585216" y="915439"/>
            <a:ext cx="8101583" cy="2393649"/>
          </a:xfrm>
          <a:prstGeom prst="rect">
            <a:avLst/>
          </a:prstGeom>
        </p:spPr>
      </p:pic>
      <p:sp>
        <p:nvSpPr>
          <p:cNvPr id="14" name="Oval 13"/>
          <p:cNvSpPr/>
          <p:nvPr/>
        </p:nvSpPr>
        <p:spPr>
          <a:xfrm>
            <a:off x="1452652" y="1185199"/>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52652" y="1185199"/>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16" name="Oval 15"/>
          <p:cNvSpPr/>
          <p:nvPr/>
        </p:nvSpPr>
        <p:spPr>
          <a:xfrm>
            <a:off x="2108880" y="1568183"/>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08880" y="1568183"/>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pic>
        <p:nvPicPr>
          <p:cNvPr id="18" name="Picture 17" descr="alertmob.png"/>
          <p:cNvPicPr>
            <a:picLocks noChangeAspect="1"/>
          </p:cNvPicPr>
          <p:nvPr/>
        </p:nvPicPr>
        <p:blipFill>
          <a:blip r:embed="rId4"/>
          <a:stretch>
            <a:fillRect/>
          </a:stretch>
        </p:blipFill>
        <p:spPr>
          <a:xfrm>
            <a:off x="604260" y="3429000"/>
            <a:ext cx="1537218" cy="1143000"/>
          </a:xfrm>
          <a:prstGeom prst="rect">
            <a:avLst/>
          </a:prstGeom>
        </p:spPr>
      </p:pic>
      <p:sp>
        <p:nvSpPr>
          <p:cNvPr id="19" name="Oval 18"/>
          <p:cNvSpPr/>
          <p:nvPr/>
        </p:nvSpPr>
        <p:spPr>
          <a:xfrm>
            <a:off x="2430576" y="3493008"/>
            <a:ext cx="270052"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430576" y="3493008"/>
            <a:ext cx="270052"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21" name="TextBox 20"/>
          <p:cNvSpPr txBox="1"/>
          <p:nvPr/>
        </p:nvSpPr>
        <p:spPr>
          <a:xfrm>
            <a:off x="2808650" y="3474720"/>
            <a:ext cx="2682524" cy="548640"/>
          </a:xfrm>
          <a:prstGeom prst="rect">
            <a:avLst/>
          </a:prstGeom>
          <a:noFill/>
        </p:spPr>
        <p:txBody>
          <a:bodyPr wrap="square" lIns="0" tIns="0" rIns="0" bIns="0" anchor="t">
            <a:spAutoFit/>
          </a:bodyPr>
          <a:lstStyle/>
          <a:p>
            <a:pPr algn="l"/>
            <a:r>
              <a:rPr sz="1100" b="1" i="0">
                <a:solidFill>
                  <a:srgbClr val="00205B"/>
                </a:solidFill>
                <a:latin typeface="Arial"/>
              </a:rPr>
              <a:t>Alert raised</a:t>
            </a:r>
          </a:p>
          <a:p>
            <a:pPr algn="l"/>
            <a:r>
              <a:rPr sz="950" b="0" i="0">
                <a:solidFill>
                  <a:srgbClr val="262626"/>
                </a:solidFill>
                <a:latin typeface="Arial"/>
              </a:rPr>
              <a:t>the median leaves tolerance</a:t>
            </a:r>
          </a:p>
        </p:txBody>
      </p:sp>
      <p:sp>
        <p:nvSpPr>
          <p:cNvPr id="22" name="Oval 21"/>
          <p:cNvSpPr/>
          <p:nvPr/>
        </p:nvSpPr>
        <p:spPr>
          <a:xfrm>
            <a:off x="2430576" y="4041647"/>
            <a:ext cx="270052"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430576" y="4041647"/>
            <a:ext cx="270052"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24" name="TextBox 23"/>
          <p:cNvSpPr txBox="1"/>
          <p:nvPr/>
        </p:nvSpPr>
        <p:spPr>
          <a:xfrm>
            <a:off x="2808650" y="4023359"/>
            <a:ext cx="2682524" cy="548640"/>
          </a:xfrm>
          <a:prstGeom prst="rect">
            <a:avLst/>
          </a:prstGeom>
          <a:noFill/>
        </p:spPr>
        <p:txBody>
          <a:bodyPr wrap="square" lIns="0" tIns="0" rIns="0" bIns="0" anchor="t">
            <a:spAutoFit/>
          </a:bodyPr>
          <a:lstStyle/>
          <a:p>
            <a:pPr algn="l"/>
            <a:r>
              <a:rPr sz="1100" b="1" i="0">
                <a:solidFill>
                  <a:srgbClr val="00205B"/>
                </a:solidFill>
                <a:latin typeface="Arial"/>
              </a:rPr>
              <a:t>Alert cleared</a:t>
            </a:r>
          </a:p>
          <a:p>
            <a:pPr algn="l"/>
            <a:r>
              <a:rPr sz="950" b="0" i="0">
                <a:solidFill>
                  <a:srgbClr val="262626"/>
                </a:solidFill>
                <a:latin typeface="Arial"/>
              </a:rPr>
              <a:t>back on target and logged</a:t>
            </a:r>
          </a:p>
        </p:txBody>
      </p:sp>
      <p:sp>
        <p:nvSpPr>
          <p:cNvPr id="25" name="TextBox 24"/>
          <p:cNvSpPr txBox="1"/>
          <p:nvPr/>
        </p:nvSpPr>
        <p:spPr>
          <a:xfrm>
            <a:off x="5806236" y="3474720"/>
            <a:ext cx="2880563" cy="1097280"/>
          </a:xfrm>
          <a:prstGeom prst="rect">
            <a:avLst/>
          </a:prstGeom>
          <a:noFill/>
        </p:spPr>
        <p:txBody>
          <a:bodyPr wrap="square" lIns="0" tIns="0" rIns="0" bIns="0" anchor="t">
            <a:spAutoFit/>
          </a:bodyPr>
          <a:lstStyle/>
          <a:p>
            <a:pPr algn="l"/>
            <a:r>
              <a:rPr sz="1100" b="1" i="0">
                <a:solidFill>
                  <a:srgbClr val="00205B"/>
                </a:solidFill>
                <a:latin typeface="Arial"/>
              </a:rPr>
              <a:t>Notification on screen and on mobile</a:t>
            </a:r>
          </a:p>
          <a:p>
            <a:pPr algn="l"/>
            <a:r>
              <a:rPr sz="1100" b="0" i="0">
                <a:solidFill>
                  <a:srgbClr val="262626"/>
                </a:solidFill>
                <a:latin typeface="Arial"/>
              </a:rPr>
              <a:t>To the process (CARE) or maintenance (TECH) owner.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Every image and every alert, stored</a:t>
            </a:r>
          </a:p>
        </p:txBody>
      </p:sp>
      <p:sp>
        <p:nvSpPr>
          <p:cNvPr id="4" name="TextBox 3"/>
          <p:cNvSpPr txBox="1"/>
          <p:nvPr/>
        </p:nvSpPr>
        <p:spPr>
          <a:xfrm>
            <a:off x="585216" y="585216"/>
            <a:ext cx="4500879" cy="274320"/>
          </a:xfrm>
          <a:prstGeom prst="rect">
            <a:avLst/>
          </a:prstGeom>
          <a:noFill/>
        </p:spPr>
        <p:txBody>
          <a:bodyPr wrap="square" lIns="0" tIns="0" rIns="0" bIns="0" anchor="t">
            <a:spAutoFit/>
          </a:bodyPr>
          <a:lstStyle/>
          <a:p>
            <a:pPr algn="l"/>
            <a:r>
              <a:rPr sz="1050" b="0" i="0">
                <a:solidFill>
                  <a:srgbClr val="27509B"/>
                </a:solidFill>
                <a:latin typeface="Arial"/>
              </a:rPr>
              <a:t>PI System keeps the full history of every tire</a:t>
            </a:r>
          </a:p>
        </p:txBody>
      </p:sp>
      <p:sp>
        <p:nvSpPr>
          <p:cNvPr id="5" name="Oval 4"/>
          <p:cNvSpPr/>
          <p:nvPr/>
        </p:nvSpPr>
        <p:spPr>
          <a:xfrm>
            <a:off x="5074920"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A6A6A6"/>
                </a:solidFill>
                <a:latin typeface="Michelin"/>
              </a:rPr>
              <a:t>SEE</a:t>
            </a:r>
          </a:p>
        </p:txBody>
      </p:sp>
      <p:sp>
        <p:nvSpPr>
          <p:cNvPr id="7" name="Oval 6"/>
          <p:cNvSpPr/>
          <p:nvPr/>
        </p:nvSpPr>
        <p:spPr>
          <a:xfrm>
            <a:off x="5824728"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1" i="0">
                <a:solidFill>
                  <a:srgbClr val="27509B"/>
                </a:solidFill>
                <a:latin typeface="Michelin"/>
              </a:rPr>
              <a:t>UNDERSTAND</a:t>
            </a:r>
          </a:p>
        </p:txBody>
      </p:sp>
      <p:sp>
        <p:nvSpPr>
          <p:cNvPr id="9" name="Oval 8"/>
          <p:cNvSpPr/>
          <p:nvPr/>
        </p:nvSpPr>
        <p:spPr>
          <a:xfrm>
            <a:off x="687628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DECIDE</a:t>
            </a:r>
          </a:p>
        </p:txBody>
      </p:sp>
      <p:sp>
        <p:nvSpPr>
          <p:cNvPr id="11" name="Oval 10"/>
          <p:cNvSpPr/>
          <p:nvPr/>
        </p:nvSpPr>
        <p:spPr>
          <a:xfrm>
            <a:off x="792784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ANTICIPATE</a:t>
            </a:r>
          </a:p>
        </p:txBody>
      </p:sp>
      <p:pic>
        <p:nvPicPr>
          <p:cNvPr id="13" name="Picture 12" descr="piimg.jpg"/>
          <p:cNvPicPr>
            <a:picLocks noChangeAspect="1"/>
          </p:cNvPicPr>
          <p:nvPr/>
        </p:nvPicPr>
        <p:blipFill>
          <a:blip r:embed="rId3"/>
          <a:stretch>
            <a:fillRect/>
          </a:stretch>
        </p:blipFill>
        <p:spPr>
          <a:xfrm>
            <a:off x="639806" y="914400"/>
            <a:ext cx="2231277" cy="3611880"/>
          </a:xfrm>
          <a:prstGeom prst="rect">
            <a:avLst/>
          </a:prstGeom>
        </p:spPr>
      </p:pic>
      <p:pic>
        <p:nvPicPr>
          <p:cNvPr id="14" name="Picture 13" descr="log.png"/>
          <p:cNvPicPr>
            <a:picLocks noChangeAspect="1"/>
          </p:cNvPicPr>
          <p:nvPr/>
        </p:nvPicPr>
        <p:blipFill>
          <a:blip r:embed="rId4"/>
          <a:stretch>
            <a:fillRect/>
          </a:stretch>
        </p:blipFill>
        <p:spPr>
          <a:xfrm>
            <a:off x="3150717" y="934364"/>
            <a:ext cx="5536082" cy="2611831"/>
          </a:xfrm>
          <a:prstGeom prst="rect">
            <a:avLst/>
          </a:prstGeom>
        </p:spPr>
      </p:pic>
      <p:sp>
        <p:nvSpPr>
          <p:cNvPr id="15" name="TextBox 14"/>
          <p:cNvSpPr txBox="1"/>
          <p:nvPr/>
        </p:nvSpPr>
        <p:spPr>
          <a:xfrm>
            <a:off x="3150717" y="3749039"/>
            <a:ext cx="1800351" cy="777240"/>
          </a:xfrm>
          <a:prstGeom prst="rect">
            <a:avLst/>
          </a:prstGeom>
          <a:noFill/>
        </p:spPr>
        <p:txBody>
          <a:bodyPr wrap="square" lIns="0" tIns="0" rIns="0" bIns="0" anchor="t">
            <a:spAutoFit/>
          </a:bodyPr>
          <a:lstStyle/>
          <a:p>
            <a:pPr algn="l"/>
            <a:r>
              <a:rPr sz="1050" b="1" i="0">
                <a:solidFill>
                  <a:srgbClr val="00205B"/>
                </a:solidFill>
                <a:latin typeface="Arial"/>
              </a:rPr>
              <a:t>Image of every product</a:t>
            </a:r>
          </a:p>
          <a:p>
            <a:pPr algn="l"/>
            <a:r>
              <a:rPr sz="950" b="0" i="0">
                <a:solidFill>
                  <a:srgbClr val="262626"/>
                </a:solidFill>
                <a:latin typeface="Arial"/>
              </a:rPr>
              <a:t>retrievable by station, date and time</a:t>
            </a:r>
          </a:p>
        </p:txBody>
      </p:sp>
      <p:sp>
        <p:nvSpPr>
          <p:cNvPr id="16" name="TextBox 15"/>
          <p:cNvSpPr txBox="1"/>
          <p:nvPr/>
        </p:nvSpPr>
        <p:spPr>
          <a:xfrm>
            <a:off x="5041087" y="3749039"/>
            <a:ext cx="1800351" cy="777240"/>
          </a:xfrm>
          <a:prstGeom prst="rect">
            <a:avLst/>
          </a:prstGeom>
          <a:noFill/>
        </p:spPr>
        <p:txBody>
          <a:bodyPr wrap="square" lIns="0" tIns="0" rIns="0" bIns="0" anchor="t">
            <a:spAutoFit/>
          </a:bodyPr>
          <a:lstStyle/>
          <a:p>
            <a:pPr algn="l"/>
            <a:r>
              <a:rPr sz="1050" b="1" i="0">
                <a:solidFill>
                  <a:srgbClr val="00205B"/>
                </a:solidFill>
                <a:latin typeface="Arial"/>
              </a:rPr>
              <a:t>Alert history</a:t>
            </a:r>
          </a:p>
          <a:p>
            <a:pPr algn="l"/>
            <a:r>
              <a:rPr sz="950" b="0" i="0">
                <a:solidFill>
                  <a:srgbClr val="262626"/>
                </a:solidFill>
                <a:latin typeface="Arial"/>
              </a:rPr>
              <a:t>station, type, start, end and duration</a:t>
            </a:r>
          </a:p>
        </p:txBody>
      </p:sp>
      <p:sp>
        <p:nvSpPr>
          <p:cNvPr id="17" name="TextBox 16"/>
          <p:cNvSpPr txBox="1"/>
          <p:nvPr/>
        </p:nvSpPr>
        <p:spPr>
          <a:xfrm>
            <a:off x="6931456" y="3749039"/>
            <a:ext cx="1800351" cy="777240"/>
          </a:xfrm>
          <a:prstGeom prst="rect">
            <a:avLst/>
          </a:prstGeom>
          <a:noFill/>
        </p:spPr>
        <p:txBody>
          <a:bodyPr wrap="square" lIns="0" tIns="0" rIns="0" bIns="0" anchor="t">
            <a:spAutoFit/>
          </a:bodyPr>
          <a:lstStyle/>
          <a:p>
            <a:pPr algn="l"/>
            <a:r>
              <a:rPr sz="1050" b="1" i="0">
                <a:solidFill>
                  <a:srgbClr val="00205B"/>
                </a:solidFill>
                <a:latin typeface="Arial"/>
              </a:rPr>
              <a:t>Foundation for AI</a:t>
            </a:r>
          </a:p>
          <a:p>
            <a:pPr algn="l"/>
            <a:r>
              <a:rPr sz="950" b="0" i="0">
                <a:solidFill>
                  <a:srgbClr val="262626"/>
                </a:solidFill>
                <a:latin typeface="Arial"/>
              </a:rPr>
              <a:t>thousands of real images to learn from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FCE500"/>
                </a:solidFill>
              </a:rPr>
              <a:t>03</a:t>
            </a:r>
          </a:p>
          <a:p>
            <a:r>
              <a:t>Decide: R4P</a:t>
            </a:r>
          </a:p>
        </p:txBody>
      </p:sp>
      <p:sp>
        <p:nvSpPr>
          <p:cNvPr id="3" name="TextBox 2"/>
          <p:cNvSpPr txBox="1"/>
          <p:nvPr/>
        </p:nvSpPr>
        <p:spPr>
          <a:xfrm>
            <a:off x="530352" y="3840480"/>
            <a:ext cx="5486400" cy="365760"/>
          </a:xfrm>
          <a:prstGeom prst="rect">
            <a:avLst/>
          </a:prstGeom>
          <a:noFill/>
        </p:spPr>
        <p:txBody>
          <a:bodyPr wrap="square" lIns="0" tIns="0" rIns="0" bIns="0" anchor="t">
            <a:spAutoFit/>
          </a:bodyPr>
          <a:lstStyle/>
          <a:p>
            <a:pPr algn="l"/>
            <a:r>
              <a:rPr sz="1200" b="0" i="0">
                <a:solidFill>
                  <a:srgbClr val="FFFFFF"/>
                </a:solidFill>
                <a:latin typeface="Arial"/>
              </a:rPr>
              <a:t>The engine that turns every measurement into action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R4P: the expert on every tire</a:t>
            </a:r>
          </a:p>
        </p:txBody>
      </p:sp>
      <p:sp>
        <p:nvSpPr>
          <p:cNvPr id="4" name="TextBox 3"/>
          <p:cNvSpPr txBox="1"/>
          <p:nvPr/>
        </p:nvSpPr>
        <p:spPr>
          <a:xfrm>
            <a:off x="585216" y="585216"/>
            <a:ext cx="4500879" cy="274320"/>
          </a:xfrm>
          <a:prstGeom prst="rect">
            <a:avLst/>
          </a:prstGeom>
          <a:noFill/>
        </p:spPr>
        <p:txBody>
          <a:bodyPr wrap="square" lIns="0" tIns="0" rIns="0" bIns="0" anchor="t">
            <a:spAutoFit/>
          </a:bodyPr>
          <a:lstStyle/>
          <a:p>
            <a:pPr algn="l"/>
            <a:r>
              <a:rPr sz="1050" b="0" i="0">
                <a:solidFill>
                  <a:srgbClr val="27509B"/>
                </a:solidFill>
                <a:latin typeface="Arial"/>
              </a:rPr>
              <a:t>Real-time rules engine connected to OLM measurement</a:t>
            </a:r>
          </a:p>
        </p:txBody>
      </p:sp>
      <p:sp>
        <p:nvSpPr>
          <p:cNvPr id="5" name="Oval 4"/>
          <p:cNvSpPr/>
          <p:nvPr/>
        </p:nvSpPr>
        <p:spPr>
          <a:xfrm>
            <a:off x="5074920"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A6A6A6"/>
                </a:solidFill>
                <a:latin typeface="Michelin"/>
              </a:rPr>
              <a:t>SEE</a:t>
            </a:r>
          </a:p>
        </p:txBody>
      </p:sp>
      <p:sp>
        <p:nvSpPr>
          <p:cNvPr id="7" name="Oval 6"/>
          <p:cNvSpPr/>
          <p:nvPr/>
        </p:nvSpPr>
        <p:spPr>
          <a:xfrm>
            <a:off x="582472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UNDERSTAND</a:t>
            </a:r>
          </a:p>
        </p:txBody>
      </p:sp>
      <p:sp>
        <p:nvSpPr>
          <p:cNvPr id="9" name="Oval 8"/>
          <p:cNvSpPr/>
          <p:nvPr/>
        </p:nvSpPr>
        <p:spPr>
          <a:xfrm>
            <a:off x="6876288"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1" i="0">
                <a:solidFill>
                  <a:srgbClr val="27509B"/>
                </a:solidFill>
                <a:latin typeface="Michelin"/>
              </a:rPr>
              <a:t>DECIDE</a:t>
            </a:r>
          </a:p>
        </p:txBody>
      </p:sp>
      <p:sp>
        <p:nvSpPr>
          <p:cNvPr id="11" name="Oval 10"/>
          <p:cNvSpPr/>
          <p:nvPr/>
        </p:nvSpPr>
        <p:spPr>
          <a:xfrm>
            <a:off x="792784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ANTICIPATE</a:t>
            </a:r>
          </a:p>
        </p:txBody>
      </p:sp>
      <p:pic>
        <p:nvPicPr>
          <p:cNvPr id="13" name="Picture 12" descr="r4p.png"/>
          <p:cNvPicPr>
            <a:picLocks noChangeAspect="1"/>
          </p:cNvPicPr>
          <p:nvPr/>
        </p:nvPicPr>
        <p:blipFill>
          <a:blip r:embed="rId3"/>
          <a:stretch>
            <a:fillRect/>
          </a:stretch>
        </p:blipFill>
        <p:spPr>
          <a:xfrm>
            <a:off x="585216" y="937800"/>
            <a:ext cx="5311038" cy="2376358"/>
          </a:xfrm>
          <a:prstGeom prst="rect">
            <a:avLst/>
          </a:prstGeom>
        </p:spPr>
      </p:pic>
      <p:sp>
        <p:nvSpPr>
          <p:cNvPr id="14" name="TextBox 13"/>
          <p:cNvSpPr txBox="1"/>
          <p:nvPr/>
        </p:nvSpPr>
        <p:spPr>
          <a:xfrm>
            <a:off x="6121298" y="1005840"/>
            <a:ext cx="2565501" cy="2286000"/>
          </a:xfrm>
          <a:prstGeom prst="rect">
            <a:avLst/>
          </a:prstGeom>
          <a:noFill/>
        </p:spPr>
        <p:txBody>
          <a:bodyPr wrap="square" lIns="0" tIns="0" rIns="0" bIns="0" anchor="t">
            <a:spAutoFit/>
          </a:bodyPr>
          <a:lstStyle/>
          <a:p>
            <a:pPr algn="l">
              <a:spcAft>
                <a:spcPts val="800"/>
              </a:spcAft>
            </a:pPr>
            <a:r>
              <a:rPr sz="2200" b="1" i="0">
                <a:solidFill>
                  <a:srgbClr val="27509B"/>
                </a:solidFill>
                <a:latin typeface="Michelin"/>
              </a:rPr>
              <a:t>Measures, </a:t>
            </a:r>
            <a:r>
              <a:rPr sz="2200" b="1" i="0">
                <a:solidFill>
                  <a:srgbClr val="00205B"/>
                </a:solidFill>
                <a:latin typeface="Michelin"/>
              </a:rPr>
              <a:t>decides </a:t>
            </a:r>
            <a:r>
              <a:rPr sz="2200" b="1" i="0">
                <a:solidFill>
                  <a:srgbClr val="27509B"/>
                </a:solidFill>
                <a:latin typeface="Michelin"/>
              </a:rPr>
              <a:t>and acts</a:t>
            </a:r>
          </a:p>
          <a:p>
            <a:pPr algn="l">
              <a:spcAft>
                <a:spcPts val="800"/>
              </a:spcAft>
            </a:pPr>
            <a:r>
              <a:rPr sz="1300" b="0" i="0">
                <a:solidFill>
                  <a:srgbClr val="262626"/>
                </a:solidFill>
                <a:latin typeface="Arial"/>
              </a:rPr>
              <a:t>in seconds, without waiting for anyone.</a:t>
            </a:r>
          </a:p>
        </p:txBody>
      </p:sp>
      <p:sp>
        <p:nvSpPr>
          <p:cNvPr id="15" name="TextBox 14"/>
          <p:cNvSpPr txBox="1"/>
          <p:nvPr/>
        </p:nvSpPr>
        <p:spPr>
          <a:xfrm>
            <a:off x="585216" y="3611880"/>
            <a:ext cx="1395272" cy="502920"/>
          </a:xfrm>
          <a:prstGeom prst="rect">
            <a:avLst/>
          </a:prstGeom>
          <a:noFill/>
        </p:spPr>
        <p:txBody>
          <a:bodyPr wrap="square" lIns="0" tIns="0" rIns="0" bIns="0" anchor="ctr">
            <a:spAutoFit/>
          </a:bodyPr>
          <a:lstStyle/>
          <a:p>
            <a:pPr algn="l"/>
            <a:r>
              <a:rPr sz="2200" b="1" i="0">
                <a:solidFill>
                  <a:srgbClr val="27509B"/>
                </a:solidFill>
                <a:latin typeface="Michelin"/>
              </a:rPr>
              <a:t>24/7</a:t>
            </a:r>
          </a:p>
        </p:txBody>
      </p:sp>
      <p:sp>
        <p:nvSpPr>
          <p:cNvPr id="16" name="TextBox 15"/>
          <p:cNvSpPr txBox="1"/>
          <p:nvPr/>
        </p:nvSpPr>
        <p:spPr>
          <a:xfrm>
            <a:off x="1485392" y="3634498"/>
            <a:ext cx="1215237" cy="502920"/>
          </a:xfrm>
          <a:prstGeom prst="rect">
            <a:avLst/>
          </a:prstGeom>
          <a:noFill/>
        </p:spPr>
        <p:txBody>
          <a:bodyPr wrap="square" lIns="0" tIns="0" rIns="0" bIns="0" anchor="ctr">
            <a:spAutoFit/>
          </a:bodyPr>
          <a:lstStyle/>
          <a:p>
            <a:pPr algn="l"/>
            <a:r>
              <a:rPr sz="1050" b="0" i="0" dirty="0" err="1">
                <a:solidFill>
                  <a:srgbClr val="262626"/>
                </a:solidFill>
                <a:latin typeface="Arial"/>
              </a:rPr>
              <a:t>on every shift</a:t>
            </a:r>
            <a:r>
              <a:rPr sz="1050" b="0" i="0" dirty="0">
                <a:solidFill>
                  <a:srgbClr val="262626"/>
                </a:solidFill>
                <a:latin typeface="Arial"/>
              </a:rPr>
              <a:t/>
            </a:r>
            <a:r>
              <a:rPr sz="1050" b="0" i="0" dirty="0" err="1">
                <a:solidFill>
                  <a:srgbClr val="262626"/>
                </a:solidFill>
                <a:latin typeface="Arial"/>
              </a:rPr>
              <a:t/>
            </a:r>
            <a:r>
              <a:rPr sz="1050" b="0" i="0" dirty="0">
                <a:solidFill>
                  <a:srgbClr val="262626"/>
                </a:solidFill>
                <a:latin typeface="Arial"/>
              </a:rPr>
              <a:t/>
            </a:r>
            <a:r>
              <a:rPr sz="1050" b="0" i="0" dirty="0" err="1">
                <a:solidFill>
                  <a:srgbClr val="262626"/>
                </a:solidFill>
                <a:latin typeface="Arial"/>
              </a:rPr>
              <a:t/>
            </a:r>
            <a:r>
              <a:rPr sz="1050" b="0" i="0" dirty="0">
                <a:solidFill>
                  <a:srgbClr val="262626"/>
                </a:solidFill>
                <a:latin typeface="Arial"/>
              </a:rPr>
              <a:t/>
            </a:r>
            <a:r>
              <a:rPr sz="1050" b="0" i="0" dirty="0" err="1">
                <a:solidFill>
                  <a:srgbClr val="262626"/>
                </a:solidFill>
                <a:latin typeface="Arial"/>
              </a:rPr>
              <a:t/>
            </a:r>
            <a:endParaRPr sz="1050" b="0" i="0" dirty="0">
              <a:solidFill>
                <a:srgbClr val="262626"/>
              </a:solidFill>
              <a:latin typeface="Arial"/>
            </a:endParaRPr>
          </a:p>
        </p:txBody>
      </p:sp>
      <p:sp>
        <p:nvSpPr>
          <p:cNvPr id="17" name="TextBox 16"/>
          <p:cNvSpPr txBox="1"/>
          <p:nvPr/>
        </p:nvSpPr>
        <p:spPr>
          <a:xfrm>
            <a:off x="3330752" y="3611880"/>
            <a:ext cx="1395272" cy="502920"/>
          </a:xfrm>
          <a:prstGeom prst="rect">
            <a:avLst/>
          </a:prstGeom>
          <a:noFill/>
        </p:spPr>
        <p:txBody>
          <a:bodyPr wrap="square" lIns="0" tIns="0" rIns="0" bIns="0" anchor="ctr">
            <a:spAutoFit/>
          </a:bodyPr>
          <a:lstStyle/>
          <a:p>
            <a:pPr algn="l"/>
            <a:r>
              <a:rPr sz="2200" b="1" i="0">
                <a:solidFill>
                  <a:srgbClr val="27509B"/>
                </a:solidFill>
                <a:latin typeface="Michelin"/>
              </a:rPr>
              <a:t>100 %</a:t>
            </a:r>
          </a:p>
        </p:txBody>
      </p:sp>
      <p:sp>
        <p:nvSpPr>
          <p:cNvPr id="18" name="TextBox 17"/>
          <p:cNvSpPr txBox="1"/>
          <p:nvPr/>
        </p:nvSpPr>
        <p:spPr>
          <a:xfrm>
            <a:off x="4478476" y="3634498"/>
            <a:ext cx="1215237" cy="502920"/>
          </a:xfrm>
          <a:prstGeom prst="rect">
            <a:avLst/>
          </a:prstGeom>
          <a:noFill/>
        </p:spPr>
        <p:txBody>
          <a:bodyPr wrap="square" lIns="0" tIns="0" rIns="0" bIns="0" anchor="ctr">
            <a:spAutoFit/>
          </a:bodyPr>
          <a:lstStyle/>
          <a:p>
            <a:pPr algn="l"/>
            <a:r>
              <a:rPr sz="1050" b="0" i="0">
                <a:solidFill>
                  <a:srgbClr val="262626"/>
                </a:solidFill>
                <a:latin typeface="Arial"/>
              </a:rPr>
              <a:t>of tires</a:t>
            </a:r>
          </a:p>
        </p:txBody>
      </p:sp>
      <p:sp>
        <p:nvSpPr>
          <p:cNvPr id="19" name="TextBox 18"/>
          <p:cNvSpPr txBox="1"/>
          <p:nvPr/>
        </p:nvSpPr>
        <p:spPr>
          <a:xfrm>
            <a:off x="6076289" y="3611880"/>
            <a:ext cx="1395272" cy="502920"/>
          </a:xfrm>
          <a:prstGeom prst="rect">
            <a:avLst/>
          </a:prstGeom>
          <a:noFill/>
        </p:spPr>
        <p:txBody>
          <a:bodyPr wrap="square" lIns="0" tIns="0" rIns="0" bIns="0" anchor="ctr">
            <a:spAutoFit/>
          </a:bodyPr>
          <a:lstStyle/>
          <a:p>
            <a:pPr algn="l"/>
            <a:r>
              <a:rPr sz="2200" b="1" i="0">
                <a:solidFill>
                  <a:srgbClr val="27509B"/>
                </a:solidFill>
                <a:latin typeface="Michelin"/>
              </a:rPr>
              <a:t>Sec.</a:t>
            </a:r>
          </a:p>
        </p:txBody>
      </p:sp>
      <p:sp>
        <p:nvSpPr>
          <p:cNvPr id="20" name="TextBox 19"/>
          <p:cNvSpPr txBox="1"/>
          <p:nvPr/>
        </p:nvSpPr>
        <p:spPr>
          <a:xfrm>
            <a:off x="6962185" y="3782548"/>
            <a:ext cx="1596599" cy="161583"/>
          </a:xfrm>
          <a:prstGeom prst="rect">
            <a:avLst/>
          </a:prstGeom>
          <a:noFill/>
        </p:spPr>
        <p:txBody>
          <a:bodyPr wrap="square" lIns="0" tIns="0" rIns="0" bIns="0" anchor="ctr">
            <a:spAutoFit/>
          </a:bodyPr>
          <a:lstStyle/>
          <a:p>
            <a:pPr algn="l"/>
            <a:r>
              <a:rPr sz="1050" b="0" i="0" dirty="0">
                <a:solidFill>
                  <a:srgbClr val="262626"/>
                </a:solidFill>
                <a:latin typeface="Arial"/>
              </a:rPr>
              <a:t>from measurement to action</a:t>
            </a:r>
            <a:r>
              <a:rPr sz="1050" b="0" i="0" dirty="0" err="1">
                <a:solidFill>
                  <a:srgbClr val="262626"/>
                </a:solidFill>
                <a:latin typeface="Arial"/>
              </a:rPr>
              <a:t/>
            </a:r>
            <a:r>
              <a:rPr lang="es-ES" sz="1050" b="0" i="0" dirty="0">
                <a:solidFill>
                  <a:srgbClr val="262626"/>
                </a:solidFill>
                <a:latin typeface="Arial"/>
              </a:rPr>
              <a:t/>
            </a:r>
            <a:r>
              <a:rPr sz="1050" b="0" i="0" dirty="0">
                <a:solidFill>
                  <a:srgbClr val="262626"/>
                </a:solidFill>
                <a:latin typeface="Arial"/>
              </a:rPr>
              <a:t/>
            </a:r>
            <a:r>
              <a:rPr sz="1050" b="0" i="0" dirty="0" err="1">
                <a:solidFill>
                  <a:srgbClr val="262626"/>
                </a:solidFill>
                <a:latin typeface="Arial"/>
              </a:rPr>
              <a:t/>
            </a:r>
            <a:endParaRPr sz="1050" b="0" i="0" dirty="0">
              <a:solidFill>
                <a:srgbClr val="262626"/>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Four automatic responses</a:t>
            </a:r>
          </a:p>
        </p:txBody>
      </p:sp>
      <p:sp>
        <p:nvSpPr>
          <p:cNvPr id="4" name="TextBox 3"/>
          <p:cNvSpPr txBox="1"/>
          <p:nvPr/>
        </p:nvSpPr>
        <p:spPr>
          <a:xfrm>
            <a:off x="585216" y="585216"/>
            <a:ext cx="4500879" cy="274320"/>
          </a:xfrm>
          <a:prstGeom prst="rect">
            <a:avLst/>
          </a:prstGeom>
          <a:noFill/>
        </p:spPr>
        <p:txBody>
          <a:bodyPr wrap="square" lIns="0" tIns="0" rIns="0" bIns="0" anchor="t">
            <a:spAutoFit/>
          </a:bodyPr>
          <a:lstStyle/>
          <a:p>
            <a:pPr algn="l"/>
            <a:r>
              <a:rPr sz="1050" b="0" i="0">
                <a:solidFill>
                  <a:srgbClr val="27509B"/>
                </a:solidFill>
                <a:latin typeface="Arial"/>
              </a:rPr>
              <a:t>From the gentlest to the firmest, depending on the measurement</a:t>
            </a:r>
          </a:p>
        </p:txBody>
      </p:sp>
      <p:sp>
        <p:nvSpPr>
          <p:cNvPr id="5" name="Oval 4"/>
          <p:cNvSpPr/>
          <p:nvPr/>
        </p:nvSpPr>
        <p:spPr>
          <a:xfrm>
            <a:off x="5074920"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A6A6A6"/>
                </a:solidFill>
                <a:latin typeface="Michelin"/>
              </a:rPr>
              <a:t>SEE</a:t>
            </a:r>
          </a:p>
        </p:txBody>
      </p:sp>
      <p:sp>
        <p:nvSpPr>
          <p:cNvPr id="7" name="Oval 6"/>
          <p:cNvSpPr/>
          <p:nvPr/>
        </p:nvSpPr>
        <p:spPr>
          <a:xfrm>
            <a:off x="582472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UNDERSTAND</a:t>
            </a:r>
          </a:p>
        </p:txBody>
      </p:sp>
      <p:sp>
        <p:nvSpPr>
          <p:cNvPr id="9" name="Oval 8"/>
          <p:cNvSpPr/>
          <p:nvPr/>
        </p:nvSpPr>
        <p:spPr>
          <a:xfrm>
            <a:off x="6876288"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1" i="0">
                <a:solidFill>
                  <a:srgbClr val="27509B"/>
                </a:solidFill>
                <a:latin typeface="Michelin"/>
              </a:rPr>
              <a:t>DECIDE</a:t>
            </a:r>
          </a:p>
        </p:txBody>
      </p:sp>
      <p:sp>
        <p:nvSpPr>
          <p:cNvPr id="11" name="Oval 10"/>
          <p:cNvSpPr/>
          <p:nvPr/>
        </p:nvSpPr>
        <p:spPr>
          <a:xfrm>
            <a:off x="792784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ANTICIPATE</a:t>
            </a:r>
          </a:p>
        </p:txBody>
      </p:sp>
      <p:sp>
        <p:nvSpPr>
          <p:cNvPr id="13" name="Rectangle 12"/>
          <p:cNvSpPr/>
          <p:nvPr/>
        </p:nvSpPr>
        <p:spPr>
          <a:xfrm>
            <a:off x="585216" y="914400"/>
            <a:ext cx="1890369" cy="361188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20242" y="1051560"/>
            <a:ext cx="1620316" cy="114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c_alert.png"/>
          <p:cNvPicPr>
            <a:picLocks noChangeAspect="1"/>
          </p:cNvPicPr>
          <p:nvPr/>
        </p:nvPicPr>
        <p:blipFill>
          <a:blip r:embed="rId3"/>
          <a:stretch>
            <a:fillRect/>
          </a:stretch>
        </p:blipFill>
        <p:spPr>
          <a:xfrm>
            <a:off x="810260" y="1258417"/>
            <a:ext cx="1440281" cy="720140"/>
          </a:xfrm>
          <a:prstGeom prst="rect">
            <a:avLst/>
          </a:prstGeom>
        </p:spPr>
      </p:pic>
      <p:sp>
        <p:nvSpPr>
          <p:cNvPr id="16" name="TextBox 15"/>
          <p:cNvSpPr txBox="1"/>
          <p:nvPr/>
        </p:nvSpPr>
        <p:spPr>
          <a:xfrm>
            <a:off x="765251" y="2331720"/>
            <a:ext cx="540105" cy="411480"/>
          </a:xfrm>
          <a:prstGeom prst="rect">
            <a:avLst/>
          </a:prstGeom>
          <a:noFill/>
        </p:spPr>
        <p:txBody>
          <a:bodyPr wrap="square" lIns="0" tIns="0" rIns="0" bIns="0" anchor="t">
            <a:spAutoFit/>
          </a:bodyPr>
          <a:lstStyle/>
          <a:p>
            <a:pPr algn="l"/>
            <a:r>
              <a:rPr sz="1800" b="1" i="0">
                <a:solidFill>
                  <a:srgbClr val="27509B"/>
                </a:solidFill>
                <a:latin typeface="Michelin"/>
              </a:rPr>
              <a:t>01</a:t>
            </a:r>
          </a:p>
        </p:txBody>
      </p:sp>
      <p:sp>
        <p:nvSpPr>
          <p:cNvPr id="17" name="TextBox 16"/>
          <p:cNvSpPr txBox="1"/>
          <p:nvPr/>
        </p:nvSpPr>
        <p:spPr>
          <a:xfrm>
            <a:off x="765251" y="2743200"/>
            <a:ext cx="1530299" cy="320040"/>
          </a:xfrm>
          <a:prstGeom prst="rect">
            <a:avLst/>
          </a:prstGeom>
          <a:noFill/>
        </p:spPr>
        <p:txBody>
          <a:bodyPr wrap="square" lIns="0" tIns="0" rIns="0" bIns="0" anchor="t">
            <a:spAutoFit/>
          </a:bodyPr>
          <a:lstStyle/>
          <a:p>
            <a:pPr algn="l"/>
            <a:r>
              <a:rPr sz="1400" b="1" i="0" cap="all">
                <a:solidFill>
                  <a:srgbClr val="00205B"/>
                </a:solidFill>
                <a:latin typeface="Michelin"/>
              </a:rPr>
              <a:t>Alert</a:t>
            </a:r>
          </a:p>
        </p:txBody>
      </p:sp>
      <p:sp>
        <p:nvSpPr>
          <p:cNvPr id="18" name="TextBox 17"/>
          <p:cNvSpPr txBox="1"/>
          <p:nvPr/>
        </p:nvSpPr>
        <p:spPr>
          <a:xfrm>
            <a:off x="765251" y="3108960"/>
            <a:ext cx="1530299" cy="914400"/>
          </a:xfrm>
          <a:prstGeom prst="rect">
            <a:avLst/>
          </a:prstGeom>
          <a:noFill/>
        </p:spPr>
        <p:txBody>
          <a:bodyPr wrap="square" lIns="0" tIns="0" rIns="0" bIns="0" anchor="t">
            <a:spAutoFit/>
          </a:bodyPr>
          <a:lstStyle/>
          <a:p>
            <a:pPr algn="l"/>
            <a:r>
              <a:rPr sz="1050" b="0" i="0">
                <a:solidFill>
                  <a:srgbClr val="262626"/>
                </a:solidFill>
                <a:latin typeface="Arial"/>
              </a:rPr>
              <a:t>Notifies the operator and the owner on screen and on mobile.</a:t>
            </a:r>
          </a:p>
        </p:txBody>
      </p:sp>
      <p:sp>
        <p:nvSpPr>
          <p:cNvPr id="19" name="Rectangle 18"/>
          <p:cNvSpPr/>
          <p:nvPr/>
        </p:nvSpPr>
        <p:spPr>
          <a:xfrm>
            <a:off x="765251" y="4114800"/>
            <a:ext cx="1530299" cy="256032"/>
          </a:xfrm>
          <a:prstGeom prst="rect">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5251" y="4114800"/>
            <a:ext cx="1530299" cy="256032"/>
          </a:xfrm>
          <a:prstGeom prst="rect">
            <a:avLst/>
          </a:prstGeom>
          <a:noFill/>
        </p:spPr>
        <p:txBody>
          <a:bodyPr wrap="square" lIns="0" tIns="0" rIns="0" bIns="0" anchor="ctr">
            <a:spAutoFit/>
          </a:bodyPr>
          <a:lstStyle/>
          <a:p>
            <a:pPr algn="ctr"/>
            <a:r>
              <a:rPr sz="900" b="1" i="0">
                <a:solidFill>
                  <a:srgbClr val="FFFFFF"/>
                </a:solidFill>
                <a:latin typeface="Michelin"/>
              </a:rPr>
              <a:t>IN PRODUCTION</a:t>
            </a:r>
          </a:p>
        </p:txBody>
      </p:sp>
      <p:sp>
        <p:nvSpPr>
          <p:cNvPr id="21" name="Rectangle 20"/>
          <p:cNvSpPr/>
          <p:nvPr/>
        </p:nvSpPr>
        <p:spPr>
          <a:xfrm>
            <a:off x="2655620" y="914400"/>
            <a:ext cx="1890369" cy="361188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790647" y="1051560"/>
            <a:ext cx="1620316" cy="114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c_adjust.png"/>
          <p:cNvPicPr>
            <a:picLocks noChangeAspect="1"/>
          </p:cNvPicPr>
          <p:nvPr/>
        </p:nvPicPr>
        <p:blipFill>
          <a:blip r:embed="rId4"/>
          <a:stretch>
            <a:fillRect/>
          </a:stretch>
        </p:blipFill>
        <p:spPr>
          <a:xfrm>
            <a:off x="3207613" y="1258417"/>
            <a:ext cx="615769" cy="659753"/>
          </a:xfrm>
          <a:prstGeom prst="rect">
            <a:avLst/>
          </a:prstGeom>
        </p:spPr>
      </p:pic>
      <p:sp>
        <p:nvSpPr>
          <p:cNvPr id="24" name="TextBox 23"/>
          <p:cNvSpPr txBox="1"/>
          <p:nvPr/>
        </p:nvSpPr>
        <p:spPr>
          <a:xfrm>
            <a:off x="2835656" y="2331720"/>
            <a:ext cx="540105" cy="411480"/>
          </a:xfrm>
          <a:prstGeom prst="rect">
            <a:avLst/>
          </a:prstGeom>
          <a:noFill/>
        </p:spPr>
        <p:txBody>
          <a:bodyPr wrap="square" lIns="0" tIns="0" rIns="0" bIns="0" anchor="t">
            <a:spAutoFit/>
          </a:bodyPr>
          <a:lstStyle/>
          <a:p>
            <a:pPr algn="l"/>
            <a:r>
              <a:rPr sz="1800" b="1" i="0">
                <a:solidFill>
                  <a:srgbClr val="27509B"/>
                </a:solidFill>
                <a:latin typeface="Michelin"/>
              </a:rPr>
              <a:t>02</a:t>
            </a:r>
          </a:p>
        </p:txBody>
      </p:sp>
      <p:sp>
        <p:nvSpPr>
          <p:cNvPr id="25" name="TextBox 24"/>
          <p:cNvSpPr txBox="1"/>
          <p:nvPr/>
        </p:nvSpPr>
        <p:spPr>
          <a:xfrm>
            <a:off x="2835656" y="2743200"/>
            <a:ext cx="1530299" cy="320040"/>
          </a:xfrm>
          <a:prstGeom prst="rect">
            <a:avLst/>
          </a:prstGeom>
          <a:noFill/>
        </p:spPr>
        <p:txBody>
          <a:bodyPr wrap="square" lIns="0" tIns="0" rIns="0" bIns="0" anchor="t">
            <a:spAutoFit/>
          </a:bodyPr>
          <a:lstStyle/>
          <a:p>
            <a:pPr algn="l"/>
            <a:r>
              <a:rPr sz="1400" b="1" i="0" cap="all">
                <a:solidFill>
                  <a:srgbClr val="00205B"/>
                </a:solidFill>
                <a:latin typeface="Michelin"/>
              </a:rPr>
              <a:t>Adjust</a:t>
            </a:r>
          </a:p>
        </p:txBody>
      </p:sp>
      <p:sp>
        <p:nvSpPr>
          <p:cNvPr id="26" name="TextBox 25"/>
          <p:cNvSpPr txBox="1"/>
          <p:nvPr/>
        </p:nvSpPr>
        <p:spPr>
          <a:xfrm>
            <a:off x="2835656" y="3108960"/>
            <a:ext cx="1530299" cy="484748"/>
          </a:xfrm>
          <a:prstGeom prst="rect">
            <a:avLst/>
          </a:prstGeom>
          <a:noFill/>
        </p:spPr>
        <p:txBody>
          <a:bodyPr wrap="square" lIns="0" tIns="0" rIns="0" bIns="0" anchor="t">
            <a:spAutoFit/>
          </a:bodyPr>
          <a:lstStyle/>
          <a:p>
            <a:pPr algn="l"/>
            <a:r>
              <a:rPr sz="1050" b="0" i="0" dirty="0" err="1">
                <a:solidFill>
                  <a:srgbClr val="262626"/>
                </a:solidFill>
                <a:latin typeface="Arial"/>
              </a:rPr>
              <a:t>Corrects the machine parameter (R4P regulation) without intervention.</a:t>
            </a:r>
            <a:r>
              <a:rPr sz="1050" b="0" i="0" dirty="0">
                <a:solidFill>
                  <a:srgbClr val="262626"/>
                </a:solidFill>
                <a:latin typeface="Arial"/>
              </a:rPr>
              <a:t/>
            </a:r>
            <a:r>
              <a:rPr sz="1050" b="0" i="0" dirty="0" err="1">
                <a:solidFill>
                  <a:srgbClr val="262626"/>
                </a:solidFill>
                <a:latin typeface="Arial"/>
              </a:rPr>
              <a:t/>
            </a:r>
            <a:r>
              <a:rPr sz="1050" b="0" i="0" dirty="0">
                <a:solidFill>
                  <a:srgbClr val="262626"/>
                </a:solidFill>
                <a:latin typeface="Arial"/>
              </a:rPr>
              <a:t/>
            </a:r>
            <a:r>
              <a:rPr sz="1050" b="0" i="0" dirty="0" err="1">
                <a:solidFill>
                  <a:srgbClr val="262626"/>
                </a:solidFill>
                <a:latin typeface="Arial"/>
              </a:rPr>
              <a:t/>
            </a:r>
            <a:r>
              <a:rPr sz="1050" b="0" i="0" dirty="0">
                <a:solidFill>
                  <a:srgbClr val="262626"/>
                </a:solidFill>
                <a:latin typeface="Arial"/>
              </a:rPr>
              <a:t/>
            </a:r>
            <a:r>
              <a:rPr sz="1050" b="0" i="0" dirty="0" err="1">
                <a:solidFill>
                  <a:srgbClr val="262626"/>
                </a:solidFill>
                <a:latin typeface="Arial"/>
              </a:rPr>
              <a:t/>
            </a:r>
            <a:r>
              <a:rPr sz="1050" b="0" i="0" dirty="0">
                <a:solidFill>
                  <a:srgbClr val="262626"/>
                </a:solidFill>
                <a:latin typeface="Arial"/>
              </a:rPr>
              <a:t/>
            </a:r>
            <a:r>
              <a:rPr lang="es-ES" sz="1050" b="0" i="0" dirty="0">
                <a:solidFill>
                  <a:srgbClr val="262626"/>
                </a:solidFill>
                <a:latin typeface="Arial"/>
              </a:rPr>
              <a:t/>
            </a:r>
            <a:r>
              <a:rPr sz="1050" b="0" i="0" dirty="0">
                <a:solidFill>
                  <a:srgbClr val="262626"/>
                </a:solidFill>
                <a:latin typeface="Arial"/>
              </a:rPr>
              <a:t/>
            </a:r>
            <a:r>
              <a:rPr sz="1050" b="0" i="0" dirty="0" err="1">
                <a:solidFill>
                  <a:srgbClr val="262626"/>
                </a:solidFill>
                <a:latin typeface="Arial"/>
              </a:rPr>
              <a:t/>
            </a:r>
            <a:r>
              <a:rPr sz="1050" b="0" i="0" dirty="0">
                <a:solidFill>
                  <a:srgbClr val="262626"/>
                </a:solidFill>
                <a:latin typeface="Arial"/>
              </a:rPr>
              <a:t/>
            </a:r>
          </a:p>
        </p:txBody>
      </p:sp>
      <p:sp>
        <p:nvSpPr>
          <p:cNvPr id="27" name="Rectangle 26"/>
          <p:cNvSpPr/>
          <p:nvPr/>
        </p:nvSpPr>
        <p:spPr>
          <a:xfrm>
            <a:off x="2835656" y="4114800"/>
            <a:ext cx="1530299" cy="256032"/>
          </a:xfrm>
          <a:prstGeom prst="rect">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835656" y="4114800"/>
            <a:ext cx="1530299" cy="256032"/>
          </a:xfrm>
          <a:prstGeom prst="rect">
            <a:avLst/>
          </a:prstGeom>
          <a:noFill/>
        </p:spPr>
        <p:txBody>
          <a:bodyPr wrap="square" lIns="0" tIns="0" rIns="0" bIns="0" anchor="ctr">
            <a:spAutoFit/>
          </a:bodyPr>
          <a:lstStyle/>
          <a:p>
            <a:pPr algn="ctr"/>
            <a:r>
              <a:rPr sz="900" b="1" i="0">
                <a:solidFill>
                  <a:srgbClr val="FFFFFF"/>
                </a:solidFill>
                <a:latin typeface="Michelin"/>
              </a:rPr>
              <a:t>IN PRODUCTION</a:t>
            </a:r>
          </a:p>
        </p:txBody>
      </p:sp>
      <p:sp>
        <p:nvSpPr>
          <p:cNvPr id="29" name="Rectangle 28"/>
          <p:cNvSpPr/>
          <p:nvPr/>
        </p:nvSpPr>
        <p:spPr>
          <a:xfrm>
            <a:off x="4726025" y="914400"/>
            <a:ext cx="1890369" cy="361188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861052" y="1051560"/>
            <a:ext cx="1620316" cy="114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ic_block.png"/>
          <p:cNvPicPr>
            <a:picLocks noChangeAspect="1"/>
          </p:cNvPicPr>
          <p:nvPr/>
        </p:nvPicPr>
        <p:blipFill>
          <a:blip r:embed="rId5"/>
          <a:stretch>
            <a:fillRect/>
          </a:stretch>
        </p:blipFill>
        <p:spPr>
          <a:xfrm>
            <a:off x="5352387" y="1216853"/>
            <a:ext cx="569820" cy="701317"/>
          </a:xfrm>
          <a:prstGeom prst="rect">
            <a:avLst/>
          </a:prstGeom>
        </p:spPr>
      </p:pic>
      <p:sp>
        <p:nvSpPr>
          <p:cNvPr id="32" name="TextBox 31"/>
          <p:cNvSpPr txBox="1"/>
          <p:nvPr/>
        </p:nvSpPr>
        <p:spPr>
          <a:xfrm>
            <a:off x="4906060" y="2331720"/>
            <a:ext cx="540105" cy="411480"/>
          </a:xfrm>
          <a:prstGeom prst="rect">
            <a:avLst/>
          </a:prstGeom>
          <a:noFill/>
        </p:spPr>
        <p:txBody>
          <a:bodyPr wrap="square" lIns="0" tIns="0" rIns="0" bIns="0" anchor="t">
            <a:spAutoFit/>
          </a:bodyPr>
          <a:lstStyle/>
          <a:p>
            <a:pPr algn="l"/>
            <a:r>
              <a:rPr sz="1800" b="1" i="0">
                <a:solidFill>
                  <a:srgbClr val="27509B"/>
                </a:solidFill>
                <a:latin typeface="Michelin"/>
              </a:rPr>
              <a:t>03</a:t>
            </a:r>
          </a:p>
        </p:txBody>
      </p:sp>
      <p:sp>
        <p:nvSpPr>
          <p:cNvPr id="33" name="TextBox 32"/>
          <p:cNvSpPr txBox="1"/>
          <p:nvPr/>
        </p:nvSpPr>
        <p:spPr>
          <a:xfrm>
            <a:off x="4906060" y="2743200"/>
            <a:ext cx="1530299" cy="320040"/>
          </a:xfrm>
          <a:prstGeom prst="rect">
            <a:avLst/>
          </a:prstGeom>
          <a:noFill/>
        </p:spPr>
        <p:txBody>
          <a:bodyPr wrap="square" lIns="0" tIns="0" rIns="0" bIns="0" anchor="t">
            <a:spAutoFit/>
          </a:bodyPr>
          <a:lstStyle/>
          <a:p>
            <a:pPr algn="l"/>
            <a:r>
              <a:rPr sz="1400" b="1" i="0" cap="all">
                <a:solidFill>
                  <a:srgbClr val="00205B"/>
                </a:solidFill>
                <a:latin typeface="Michelin"/>
              </a:rPr>
              <a:t>Block</a:t>
            </a:r>
          </a:p>
        </p:txBody>
      </p:sp>
      <p:sp>
        <p:nvSpPr>
          <p:cNvPr id="34" name="TextBox 33"/>
          <p:cNvSpPr txBox="1"/>
          <p:nvPr/>
        </p:nvSpPr>
        <p:spPr>
          <a:xfrm>
            <a:off x="4906060" y="3108960"/>
            <a:ext cx="1530299" cy="914400"/>
          </a:xfrm>
          <a:prstGeom prst="rect">
            <a:avLst/>
          </a:prstGeom>
          <a:noFill/>
        </p:spPr>
        <p:txBody>
          <a:bodyPr wrap="square" lIns="0" tIns="0" rIns="0" bIns="0" anchor="t">
            <a:spAutoFit/>
          </a:bodyPr>
          <a:lstStyle/>
          <a:p>
            <a:pPr algn="l"/>
            <a:r>
              <a:rPr sz="1050" b="0" i="0">
                <a:solidFill>
                  <a:srgbClr val="262626"/>
                </a:solidFill>
                <a:latin typeface="Arial"/>
              </a:rPr>
              <a:t>Stops the machine if the deviation cannot be corrected.</a:t>
            </a:r>
          </a:p>
        </p:txBody>
      </p:sp>
      <p:sp>
        <p:nvSpPr>
          <p:cNvPr id="35" name="Rectangle 34"/>
          <p:cNvSpPr/>
          <p:nvPr/>
        </p:nvSpPr>
        <p:spPr>
          <a:xfrm>
            <a:off x="4906060" y="4114800"/>
            <a:ext cx="1530299" cy="256032"/>
          </a:xfrm>
          <a:prstGeom prst="rect">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906060" y="4173566"/>
            <a:ext cx="1530299" cy="138499"/>
          </a:xfrm>
          <a:prstGeom prst="rect">
            <a:avLst/>
          </a:prstGeom>
          <a:noFill/>
        </p:spPr>
        <p:txBody>
          <a:bodyPr wrap="square" lIns="0" tIns="0" rIns="0" bIns="0" anchor="ctr">
            <a:spAutoFit/>
          </a:bodyPr>
          <a:lstStyle/>
          <a:p>
            <a:pPr algn="ctr"/>
            <a:r>
              <a:rPr sz="900" b="1" i="0" dirty="0">
                <a:solidFill>
                  <a:srgbClr val="FFFFFF"/>
                </a:solidFill>
                <a:latin typeface="Michelin"/>
              </a:rPr>
              <a:t>IN TESTING</a:t>
            </a:r>
            <a:r>
              <a:rPr lang="es-ES" sz="900" b="1" i="0" dirty="0">
                <a:solidFill>
                  <a:srgbClr val="FFFFFF"/>
                </a:solidFill>
                <a:latin typeface="Michelin"/>
              </a:rPr>
              <a:t/>
            </a:r>
            <a:endParaRPr sz="900" b="1" i="0" dirty="0">
              <a:solidFill>
                <a:srgbClr val="FFFFFF"/>
              </a:solidFill>
              <a:latin typeface="Michelin"/>
            </a:endParaRPr>
          </a:p>
        </p:txBody>
      </p:sp>
      <p:sp>
        <p:nvSpPr>
          <p:cNvPr id="37" name="Rectangle 36"/>
          <p:cNvSpPr/>
          <p:nvPr/>
        </p:nvSpPr>
        <p:spPr>
          <a:xfrm>
            <a:off x="6796430" y="914400"/>
            <a:ext cx="1890369" cy="3611880"/>
          </a:xfrm>
          <a:prstGeom prst="rect">
            <a:avLst/>
          </a:prstGeom>
          <a:solidFill>
            <a:srgbClr val="FFFFFF"/>
          </a:solidFill>
          <a:ln w="9525">
            <a:solidFill>
              <a:srgbClr val="FCE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931456" y="1051560"/>
            <a:ext cx="1620316" cy="114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ic_segreg.png"/>
          <p:cNvPicPr>
            <a:picLocks noChangeAspect="1"/>
          </p:cNvPicPr>
          <p:nvPr/>
        </p:nvPicPr>
        <p:blipFill>
          <a:blip r:embed="rId6"/>
          <a:stretch>
            <a:fillRect/>
          </a:stretch>
        </p:blipFill>
        <p:spPr>
          <a:xfrm>
            <a:off x="7404810" y="1383792"/>
            <a:ext cx="673608" cy="673608"/>
          </a:xfrm>
          <a:prstGeom prst="rect">
            <a:avLst/>
          </a:prstGeom>
        </p:spPr>
      </p:pic>
      <p:sp>
        <p:nvSpPr>
          <p:cNvPr id="40" name="TextBox 39"/>
          <p:cNvSpPr txBox="1"/>
          <p:nvPr/>
        </p:nvSpPr>
        <p:spPr>
          <a:xfrm>
            <a:off x="6976465" y="2331720"/>
            <a:ext cx="540105" cy="411480"/>
          </a:xfrm>
          <a:prstGeom prst="rect">
            <a:avLst/>
          </a:prstGeom>
          <a:noFill/>
        </p:spPr>
        <p:txBody>
          <a:bodyPr wrap="square" lIns="0" tIns="0" rIns="0" bIns="0" anchor="t">
            <a:spAutoFit/>
          </a:bodyPr>
          <a:lstStyle/>
          <a:p>
            <a:pPr algn="l"/>
            <a:r>
              <a:rPr sz="1800" b="1" i="0">
                <a:solidFill>
                  <a:srgbClr val="27509B"/>
                </a:solidFill>
                <a:latin typeface="Michelin"/>
              </a:rPr>
              <a:t>04</a:t>
            </a:r>
          </a:p>
        </p:txBody>
      </p:sp>
      <p:sp>
        <p:nvSpPr>
          <p:cNvPr id="41" name="TextBox 40"/>
          <p:cNvSpPr txBox="1"/>
          <p:nvPr/>
        </p:nvSpPr>
        <p:spPr>
          <a:xfrm>
            <a:off x="6976465" y="2743200"/>
            <a:ext cx="1530299" cy="320040"/>
          </a:xfrm>
          <a:prstGeom prst="rect">
            <a:avLst/>
          </a:prstGeom>
          <a:noFill/>
        </p:spPr>
        <p:txBody>
          <a:bodyPr wrap="square" lIns="0" tIns="0" rIns="0" bIns="0" anchor="t">
            <a:spAutoFit/>
          </a:bodyPr>
          <a:lstStyle/>
          <a:p>
            <a:pPr algn="l"/>
            <a:r>
              <a:rPr sz="1400" b="1" i="0" cap="all">
                <a:solidFill>
                  <a:srgbClr val="00205B"/>
                </a:solidFill>
                <a:latin typeface="Michelin"/>
              </a:rPr>
              <a:t>Segregate</a:t>
            </a:r>
          </a:p>
        </p:txBody>
      </p:sp>
      <p:sp>
        <p:nvSpPr>
          <p:cNvPr id="42" name="TextBox 41"/>
          <p:cNvSpPr txBox="1"/>
          <p:nvPr/>
        </p:nvSpPr>
        <p:spPr>
          <a:xfrm>
            <a:off x="6976465" y="3108960"/>
            <a:ext cx="1530299" cy="914400"/>
          </a:xfrm>
          <a:prstGeom prst="rect">
            <a:avLst/>
          </a:prstGeom>
          <a:noFill/>
        </p:spPr>
        <p:txBody>
          <a:bodyPr wrap="square" lIns="0" tIns="0" rIns="0" bIns="0" anchor="t">
            <a:spAutoFit/>
          </a:bodyPr>
          <a:lstStyle/>
          <a:p>
            <a:pPr algn="l"/>
            <a:r>
              <a:rPr sz="1050" b="0" i="0">
                <a:solidFill>
                  <a:srgbClr val="262626"/>
                </a:solidFill>
                <a:latin typeface="Arial"/>
              </a:rPr>
              <a:t>Will automatically remove the affected product from the line.</a:t>
            </a:r>
          </a:p>
        </p:txBody>
      </p:sp>
      <p:sp>
        <p:nvSpPr>
          <p:cNvPr id="43" name="Rectangle 42"/>
          <p:cNvSpPr/>
          <p:nvPr/>
        </p:nvSpPr>
        <p:spPr>
          <a:xfrm>
            <a:off x="6976465" y="4114800"/>
            <a:ext cx="1530299" cy="256032"/>
          </a:xfrm>
          <a:prstGeom prst="rect">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976465" y="4114800"/>
            <a:ext cx="1530299" cy="256032"/>
          </a:xfrm>
          <a:prstGeom prst="rect">
            <a:avLst/>
          </a:prstGeom>
          <a:noFill/>
        </p:spPr>
        <p:txBody>
          <a:bodyPr wrap="square" lIns="0" tIns="0" rIns="0" bIns="0" anchor="ctr">
            <a:spAutoFit/>
          </a:bodyPr>
          <a:lstStyle/>
          <a:p>
            <a:pPr algn="ctr"/>
            <a:r>
              <a:rPr sz="900" b="1" i="0">
                <a:solidFill>
                  <a:srgbClr val="00205B"/>
                </a:solidFill>
                <a:latin typeface="Michelin"/>
              </a:rPr>
              <a:t>NEXT PHASE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8308"/>
            <a:ext cx="7696200" cy="411480"/>
          </a:xfrm>
        </p:spPr>
        <p:txBody>
          <a:bodyPr anchor="ctr"/>
          <a:lstStyle/>
          <a:p>
            <a:r>
              <a:rPr sz="1800" dirty="0"/>
              <a:t>R4P in action: drift corrects itself</a:t>
            </a:r>
            <a:r>
              <a:rPr sz="1800" dirty="0" err="1"/>
              <a:t/>
            </a:r>
            <a:r>
              <a:rPr sz="1800" dirty="0"/>
              <a:t/>
            </a:r>
            <a:r>
              <a:rPr sz="1800" dirty="0" err="1"/>
              <a:t/>
            </a:r>
            <a:r>
              <a:rPr sz="1800" dirty="0"/>
              <a:t/>
            </a:r>
            <a:r>
              <a:rPr lang="es-ES" sz="1800" dirty="0"/>
              <a:t/>
            </a:r>
            <a:r>
              <a:rPr sz="1800" dirty="0"/>
              <a:t/>
            </a:r>
            <a:r>
              <a:rPr sz="1800" dirty="0" err="1"/>
              <a:t/>
            </a:r>
            <a:r>
              <a:rPr sz="1800" dirty="0"/>
              <a:t/>
            </a:r>
          </a:p>
        </p:txBody>
      </p:sp>
      <p:sp>
        <p:nvSpPr>
          <p:cNvPr id="4" name="TextBox 3"/>
          <p:cNvSpPr txBox="1"/>
          <p:nvPr/>
        </p:nvSpPr>
        <p:spPr>
          <a:xfrm>
            <a:off x="448055" y="722376"/>
            <a:ext cx="4572000" cy="256032"/>
          </a:xfrm>
          <a:prstGeom prst="rect">
            <a:avLst/>
          </a:prstGeom>
          <a:noFill/>
        </p:spPr>
        <p:txBody>
          <a:bodyPr wrap="square" lIns="0" tIns="0" rIns="0" bIns="0" anchor="t">
            <a:spAutoFit/>
          </a:bodyPr>
          <a:lstStyle/>
          <a:p>
            <a:pPr algn="l"/>
            <a:r>
              <a:rPr sz="1050" b="0" i="0" dirty="0" err="1">
                <a:solidFill>
                  <a:srgbClr val="FCE500"/>
                </a:solidFill>
                <a:latin typeface="Arial"/>
              </a:rPr>
              <a:t>Real BJ regulation screen · MAC6 · station P17</a:t>
            </a:r>
            <a:r>
              <a:rPr sz="1050" b="0" i="0" dirty="0">
                <a:solidFill>
                  <a:srgbClr val="FCE500"/>
                </a:solidFill>
                <a:latin typeface="Arial"/>
              </a:rPr>
              <a:t/>
            </a:r>
            <a:r>
              <a:rPr sz="1050" b="0" i="0" dirty="0" err="1">
                <a:solidFill>
                  <a:srgbClr val="FCE500"/>
                </a:solidFill>
                <a:latin typeface="Arial"/>
              </a:rPr>
              <a:t/>
            </a:r>
            <a:r>
              <a:rPr sz="1050" b="0" i="0" dirty="0">
                <a:solidFill>
                  <a:srgbClr val="FCE500"/>
                </a:solidFill>
                <a:latin typeface="Arial"/>
              </a:rPr>
              <a:t/>
            </a:r>
            <a:r>
              <a:rPr sz="1050" b="0" i="0" dirty="0" err="1">
                <a:solidFill>
                  <a:srgbClr val="FCE500"/>
                </a:solidFill>
                <a:latin typeface="Arial"/>
              </a:rPr>
              <a:t/>
            </a:r>
            <a:r>
              <a:rPr sz="1050" b="0" i="0" dirty="0">
                <a:solidFill>
                  <a:srgbClr val="FCE500"/>
                </a:solidFill>
                <a:latin typeface="Arial"/>
              </a:rPr>
              <a:t/>
            </a:r>
          </a:p>
        </p:txBody>
      </p:sp>
      <p:sp>
        <p:nvSpPr>
          <p:cNvPr id="5" name="Oval 4"/>
          <p:cNvSpPr/>
          <p:nvPr/>
        </p:nvSpPr>
        <p:spPr>
          <a:xfrm>
            <a:off x="5074920"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dirty="0">
                <a:solidFill>
                  <a:srgbClr val="9FB3D6"/>
                </a:solidFill>
                <a:latin typeface="Michelin"/>
              </a:rPr>
              <a:t>SEE</a:t>
            </a:r>
          </a:p>
        </p:txBody>
      </p:sp>
      <p:sp>
        <p:nvSpPr>
          <p:cNvPr id="7" name="Oval 6"/>
          <p:cNvSpPr/>
          <p:nvPr/>
        </p:nvSpPr>
        <p:spPr>
          <a:xfrm>
            <a:off x="582472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UNDERSTAND</a:t>
            </a:r>
          </a:p>
        </p:txBody>
      </p:sp>
      <p:sp>
        <p:nvSpPr>
          <p:cNvPr id="9" name="Oval 8"/>
          <p:cNvSpPr/>
          <p:nvPr/>
        </p:nvSpPr>
        <p:spPr>
          <a:xfrm>
            <a:off x="6876288" y="681228"/>
            <a:ext cx="82296" cy="82296"/>
          </a:xfrm>
          <a:prstGeom prst="ellipse">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1" i="0" dirty="0">
                <a:solidFill>
                  <a:srgbClr val="FCE500"/>
                </a:solidFill>
                <a:latin typeface="Michelin"/>
              </a:rPr>
              <a:t>DECIDE</a:t>
            </a:r>
          </a:p>
        </p:txBody>
      </p:sp>
      <p:sp>
        <p:nvSpPr>
          <p:cNvPr id="11" name="Oval 10"/>
          <p:cNvSpPr/>
          <p:nvPr/>
        </p:nvSpPr>
        <p:spPr>
          <a:xfrm>
            <a:off x="792784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ANTICIPATE</a:t>
            </a:r>
          </a:p>
        </p:txBody>
      </p:sp>
      <p:pic>
        <p:nvPicPr>
          <p:cNvPr id="13" name="Picture 12" descr="reg.png"/>
          <p:cNvPicPr>
            <a:picLocks noChangeAspect="1"/>
          </p:cNvPicPr>
          <p:nvPr/>
        </p:nvPicPr>
        <p:blipFill>
          <a:blip r:embed="rId3"/>
          <a:stretch>
            <a:fillRect/>
          </a:stretch>
        </p:blipFill>
        <p:spPr>
          <a:xfrm>
            <a:off x="457200" y="1005840"/>
            <a:ext cx="5656082" cy="2743200"/>
          </a:xfrm>
          <a:prstGeom prst="rect">
            <a:avLst/>
          </a:prstGeom>
        </p:spPr>
      </p:pic>
      <p:sp>
        <p:nvSpPr>
          <p:cNvPr id="14" name="Oval 13"/>
          <p:cNvSpPr/>
          <p:nvPr/>
        </p:nvSpPr>
        <p:spPr>
          <a:xfrm>
            <a:off x="574563" y="177393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4563" y="1773936"/>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16" name="Oval 15"/>
          <p:cNvSpPr/>
          <p:nvPr/>
        </p:nvSpPr>
        <p:spPr>
          <a:xfrm>
            <a:off x="693341" y="262432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3341" y="2624328"/>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18" name="Oval 17"/>
          <p:cNvSpPr/>
          <p:nvPr/>
        </p:nvSpPr>
        <p:spPr>
          <a:xfrm>
            <a:off x="1281573" y="147218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81573" y="1472184"/>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20" name="Oval 19"/>
          <p:cNvSpPr/>
          <p:nvPr/>
        </p:nvSpPr>
        <p:spPr>
          <a:xfrm>
            <a:off x="2186547" y="177393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186547" y="1773936"/>
            <a:ext cx="274320" cy="274320"/>
          </a:xfrm>
          <a:prstGeom prst="rect">
            <a:avLst/>
          </a:prstGeom>
          <a:noFill/>
        </p:spPr>
        <p:txBody>
          <a:bodyPr wrap="square" lIns="0" tIns="0" rIns="0" bIns="0" anchor="ctr">
            <a:spAutoFit/>
          </a:bodyPr>
          <a:lstStyle/>
          <a:p>
            <a:pPr algn="ctr"/>
            <a:r>
              <a:rPr sz="1100" b="1" i="0">
                <a:solidFill>
                  <a:srgbClr val="00205B"/>
                </a:solidFill>
                <a:latin typeface="Michelin"/>
              </a:rPr>
              <a:t>4</a:t>
            </a:r>
          </a:p>
        </p:txBody>
      </p:sp>
      <p:sp>
        <p:nvSpPr>
          <p:cNvPr id="22" name="Oval 21"/>
          <p:cNvSpPr/>
          <p:nvPr/>
        </p:nvSpPr>
        <p:spPr>
          <a:xfrm>
            <a:off x="6355080" y="102412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5080" y="1024128"/>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24" name="TextBox 23"/>
          <p:cNvSpPr txBox="1"/>
          <p:nvPr/>
        </p:nvSpPr>
        <p:spPr>
          <a:xfrm>
            <a:off x="6739128" y="1005840"/>
            <a:ext cx="1993392" cy="658368"/>
          </a:xfrm>
          <a:prstGeom prst="rect">
            <a:avLst/>
          </a:prstGeom>
          <a:noFill/>
        </p:spPr>
        <p:txBody>
          <a:bodyPr wrap="square" lIns="0" tIns="0" rIns="0" bIns="0" anchor="t">
            <a:spAutoFit/>
          </a:bodyPr>
          <a:lstStyle/>
          <a:p>
            <a:pPr algn="l"/>
            <a:r>
              <a:rPr sz="1100" b="1" i="0">
                <a:solidFill>
                  <a:srgbClr val="FFFFFF"/>
                </a:solidFill>
                <a:latin typeface="Arial"/>
              </a:rPr>
              <a:t>Lower limit</a:t>
            </a:r>
          </a:p>
          <a:p>
            <a:pPr algn="l"/>
            <a:r>
              <a:rPr sz="950" b="0" i="0">
                <a:solidFill>
                  <a:srgbClr val="D6E0F0"/>
                </a:solidFill>
                <a:latin typeface="Arial"/>
              </a:rPr>
              <a:t>the edge position reaches the limit</a:t>
            </a:r>
          </a:p>
        </p:txBody>
      </p:sp>
      <p:sp>
        <p:nvSpPr>
          <p:cNvPr id="25" name="Oval 24"/>
          <p:cNvSpPr/>
          <p:nvPr/>
        </p:nvSpPr>
        <p:spPr>
          <a:xfrm>
            <a:off x="6355080" y="168249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1682496"/>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27" name="TextBox 26"/>
          <p:cNvSpPr txBox="1"/>
          <p:nvPr/>
        </p:nvSpPr>
        <p:spPr>
          <a:xfrm>
            <a:off x="6739128" y="1664208"/>
            <a:ext cx="1993392" cy="658368"/>
          </a:xfrm>
          <a:prstGeom prst="rect">
            <a:avLst/>
          </a:prstGeom>
          <a:noFill/>
        </p:spPr>
        <p:txBody>
          <a:bodyPr wrap="square" lIns="0" tIns="0" rIns="0" bIns="0" anchor="t">
            <a:spAutoFit/>
          </a:bodyPr>
          <a:lstStyle/>
          <a:p>
            <a:pPr algn="l"/>
            <a:r>
              <a:rPr sz="1100" b="1" i="0">
                <a:solidFill>
                  <a:srgbClr val="FFFFFF"/>
                </a:solidFill>
                <a:latin typeface="Arial"/>
              </a:rPr>
              <a:t>R4P acts</a:t>
            </a:r>
          </a:p>
          <a:p>
            <a:pPr algn="l"/>
            <a:r>
              <a:rPr sz="950" b="0" i="0">
                <a:solidFill>
                  <a:srgbClr val="D6E0F0"/>
                </a:solidFill>
                <a:latin typeface="Arial"/>
              </a:rPr>
              <a:t>activates the ODM correction</a:t>
            </a:r>
          </a:p>
        </p:txBody>
      </p:sp>
      <p:sp>
        <p:nvSpPr>
          <p:cNvPr id="28" name="Oval 27"/>
          <p:cNvSpPr/>
          <p:nvPr/>
        </p:nvSpPr>
        <p:spPr>
          <a:xfrm>
            <a:off x="6355080" y="234086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55080" y="2340864"/>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30" name="TextBox 29"/>
          <p:cNvSpPr txBox="1"/>
          <p:nvPr/>
        </p:nvSpPr>
        <p:spPr>
          <a:xfrm>
            <a:off x="6739128" y="2322576"/>
            <a:ext cx="1993392" cy="658368"/>
          </a:xfrm>
          <a:prstGeom prst="rect">
            <a:avLst/>
          </a:prstGeom>
          <a:noFill/>
        </p:spPr>
        <p:txBody>
          <a:bodyPr wrap="square" lIns="0" tIns="0" rIns="0" bIns="0" anchor="t">
            <a:spAutoFit/>
          </a:bodyPr>
          <a:lstStyle/>
          <a:p>
            <a:pPr algn="l"/>
            <a:r>
              <a:rPr sz="1100" b="1" i="0">
                <a:solidFill>
                  <a:srgbClr val="FFFFFF"/>
                </a:solidFill>
                <a:latin typeface="Arial"/>
              </a:rPr>
              <a:t>Target</a:t>
            </a:r>
          </a:p>
          <a:p>
            <a:pPr algn="l"/>
            <a:r>
              <a:rPr sz="950" b="0" i="0">
                <a:solidFill>
                  <a:srgbClr val="D6E0F0"/>
                </a:solidFill>
                <a:latin typeface="Arial"/>
              </a:rPr>
              <a:t>returns to the theoretical value</a:t>
            </a:r>
          </a:p>
        </p:txBody>
      </p:sp>
      <p:sp>
        <p:nvSpPr>
          <p:cNvPr id="31" name="Oval 30"/>
          <p:cNvSpPr/>
          <p:nvPr/>
        </p:nvSpPr>
        <p:spPr>
          <a:xfrm>
            <a:off x="6355080" y="2999232"/>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55080" y="2999232"/>
            <a:ext cx="274320" cy="274320"/>
          </a:xfrm>
          <a:prstGeom prst="rect">
            <a:avLst/>
          </a:prstGeom>
          <a:noFill/>
        </p:spPr>
        <p:txBody>
          <a:bodyPr wrap="square" lIns="0" tIns="0" rIns="0" bIns="0" anchor="ctr">
            <a:spAutoFit/>
          </a:bodyPr>
          <a:lstStyle/>
          <a:p>
            <a:pPr algn="ctr"/>
            <a:r>
              <a:rPr sz="1100" b="1" i="0">
                <a:solidFill>
                  <a:srgbClr val="00205B"/>
                </a:solidFill>
                <a:latin typeface="Michelin"/>
              </a:rPr>
              <a:t>4</a:t>
            </a:r>
          </a:p>
        </p:txBody>
      </p:sp>
      <p:sp>
        <p:nvSpPr>
          <p:cNvPr id="33" name="TextBox 32"/>
          <p:cNvSpPr txBox="1"/>
          <p:nvPr/>
        </p:nvSpPr>
        <p:spPr>
          <a:xfrm>
            <a:off x="6739128" y="2980944"/>
            <a:ext cx="1993392" cy="658368"/>
          </a:xfrm>
          <a:prstGeom prst="rect">
            <a:avLst/>
          </a:prstGeom>
          <a:noFill/>
        </p:spPr>
        <p:txBody>
          <a:bodyPr wrap="square" lIns="0" tIns="0" rIns="0" bIns="0" anchor="t">
            <a:spAutoFit/>
          </a:bodyPr>
          <a:lstStyle/>
          <a:p>
            <a:pPr algn="l"/>
            <a:r>
              <a:rPr sz="1100" b="1" i="0">
                <a:solidFill>
                  <a:srgbClr val="FFFFFF"/>
                </a:solidFill>
                <a:latin typeface="Arial"/>
              </a:rPr>
              <a:t>Without correction</a:t>
            </a:r>
          </a:p>
          <a:p>
            <a:pPr algn="l"/>
            <a:r>
              <a:rPr sz="950" b="0" i="0">
                <a:solidFill>
                  <a:srgbClr val="D6E0F0"/>
                </a:solidFill>
                <a:latin typeface="Arial"/>
              </a:rPr>
              <a:t>it drifts again: the proof</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R4P makes the difference</a:t>
            </a:r>
          </a:p>
        </p:txBody>
      </p:sp>
      <p:sp>
        <p:nvSpPr>
          <p:cNvPr id="4" name="TextBox 3"/>
          <p:cNvSpPr txBox="1"/>
          <p:nvPr/>
        </p:nvSpPr>
        <p:spPr>
          <a:xfrm>
            <a:off x="585216" y="696293"/>
            <a:ext cx="4500879" cy="274320"/>
          </a:xfrm>
          <a:prstGeom prst="rect">
            <a:avLst/>
          </a:prstGeom>
          <a:noFill/>
        </p:spPr>
        <p:txBody>
          <a:bodyPr wrap="square" lIns="0" tIns="0" rIns="0" bIns="0" anchor="t">
            <a:spAutoFit/>
          </a:bodyPr>
          <a:lstStyle/>
          <a:p>
            <a:pPr algn="l"/>
            <a:r>
              <a:rPr sz="1050" b="0" i="0" dirty="0" err="1">
                <a:solidFill>
                  <a:srgbClr val="27509B"/>
                </a:solidFill>
                <a:latin typeface="Arial"/>
              </a:rPr>
              <a:t>What happens when a measurement starts to drift</a:t>
            </a:r>
            <a:r>
              <a:rPr sz="1050" b="0" i="0" dirty="0">
                <a:solidFill>
                  <a:srgbClr val="27509B"/>
                </a:solidFill>
                <a:latin typeface="Arial"/>
              </a:rPr>
              <a:t/>
            </a:r>
            <a:r>
              <a:rPr sz="1050" b="0" i="0" dirty="0" err="1">
                <a:solidFill>
                  <a:srgbClr val="27509B"/>
                </a:solidFill>
                <a:latin typeface="Arial"/>
              </a:rPr>
              <a:t/>
            </a:r>
            <a:r>
              <a:rPr sz="1050" b="0" i="0" dirty="0">
                <a:solidFill>
                  <a:srgbClr val="27509B"/>
                </a:solidFill>
                <a:latin typeface="Arial"/>
              </a:rPr>
              <a:t/>
            </a:r>
            <a:r>
              <a:rPr sz="1050" b="0" i="0" dirty="0" err="1">
                <a:solidFill>
                  <a:srgbClr val="27509B"/>
                </a:solidFill>
                <a:latin typeface="Arial"/>
              </a:rPr>
              <a:t/>
            </a:r>
            <a:r>
              <a:rPr sz="1050" b="0" i="0" dirty="0">
                <a:solidFill>
                  <a:srgbClr val="27509B"/>
                </a:solidFill>
                <a:latin typeface="Arial"/>
              </a:rPr>
              <a:t/>
            </a:r>
            <a:r>
              <a:rPr sz="1050" b="0" i="0" dirty="0" err="1">
                <a:solidFill>
                  <a:srgbClr val="27509B"/>
                </a:solidFill>
                <a:latin typeface="Arial"/>
              </a:rPr>
              <a:t/>
            </a:r>
            <a:r>
              <a:rPr sz="1050" b="0" i="0" dirty="0">
                <a:solidFill>
                  <a:srgbClr val="27509B"/>
                </a:solidFill>
                <a:latin typeface="Arial"/>
              </a:rPr>
              <a:t/>
            </a:r>
            <a:r>
              <a:rPr sz="1050" b="0" i="0" dirty="0" err="1">
                <a:solidFill>
                  <a:srgbClr val="27509B"/>
                </a:solidFill>
                <a:latin typeface="Arial"/>
              </a:rPr>
              <a:t/>
            </a:r>
            <a:r>
              <a:rPr sz="1050" b="0" i="0" dirty="0">
                <a:solidFill>
                  <a:srgbClr val="27509B"/>
                </a:solidFill>
                <a:latin typeface="Arial"/>
              </a:rPr>
              <a:t/>
            </a:r>
            <a:r>
              <a:rPr sz="1050" b="0" i="0" dirty="0" err="1">
                <a:solidFill>
                  <a:srgbClr val="27509B"/>
                </a:solidFill>
                <a:latin typeface="Arial"/>
              </a:rPr>
              <a:t/>
            </a:r>
            <a:r>
              <a:rPr sz="1050" b="0" i="0" dirty="0">
                <a:solidFill>
                  <a:srgbClr val="27509B"/>
                </a:solidFill>
                <a:latin typeface="Arial"/>
              </a:rPr>
              <a:t/>
            </a:r>
            <a:r>
              <a:rPr sz="1050" b="0" i="0" dirty="0" err="1">
                <a:solidFill>
                  <a:srgbClr val="27509B"/>
                </a:solidFill>
                <a:latin typeface="Arial"/>
              </a:rPr>
              <a:t/>
            </a:r>
            <a:endParaRPr sz="1050" b="0" i="0" dirty="0">
              <a:solidFill>
                <a:srgbClr val="27509B"/>
              </a:solidFill>
              <a:latin typeface="Arial"/>
            </a:endParaRPr>
          </a:p>
        </p:txBody>
      </p:sp>
      <p:sp>
        <p:nvSpPr>
          <p:cNvPr id="5" name="Oval 4"/>
          <p:cNvSpPr/>
          <p:nvPr/>
        </p:nvSpPr>
        <p:spPr>
          <a:xfrm>
            <a:off x="5074920"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A6A6A6"/>
                </a:solidFill>
                <a:latin typeface="Michelin"/>
              </a:rPr>
              <a:t>SEE</a:t>
            </a:r>
          </a:p>
        </p:txBody>
      </p:sp>
      <p:sp>
        <p:nvSpPr>
          <p:cNvPr id="7" name="Oval 6"/>
          <p:cNvSpPr/>
          <p:nvPr/>
        </p:nvSpPr>
        <p:spPr>
          <a:xfrm>
            <a:off x="582472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UNDERSTAND</a:t>
            </a:r>
          </a:p>
        </p:txBody>
      </p:sp>
      <p:sp>
        <p:nvSpPr>
          <p:cNvPr id="9" name="Oval 8"/>
          <p:cNvSpPr/>
          <p:nvPr/>
        </p:nvSpPr>
        <p:spPr>
          <a:xfrm>
            <a:off x="6876288"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1" i="0">
                <a:solidFill>
                  <a:srgbClr val="27509B"/>
                </a:solidFill>
                <a:latin typeface="Michelin"/>
              </a:rPr>
              <a:t>DECIDE</a:t>
            </a:r>
          </a:p>
        </p:txBody>
      </p:sp>
      <p:sp>
        <p:nvSpPr>
          <p:cNvPr id="11" name="Oval 10"/>
          <p:cNvSpPr/>
          <p:nvPr/>
        </p:nvSpPr>
        <p:spPr>
          <a:xfrm>
            <a:off x="792784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ANTICIPATE</a:t>
            </a:r>
          </a:p>
        </p:txBody>
      </p:sp>
      <p:sp>
        <p:nvSpPr>
          <p:cNvPr id="13" name="Rectangle 12"/>
          <p:cNvSpPr/>
          <p:nvPr/>
        </p:nvSpPr>
        <p:spPr>
          <a:xfrm>
            <a:off x="585216" y="1005840"/>
            <a:ext cx="8101583" cy="118872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0242" y="1234440"/>
            <a:ext cx="1440281" cy="365760"/>
          </a:xfrm>
          <a:prstGeom prst="rect">
            <a:avLst/>
          </a:prstGeom>
          <a:noFill/>
        </p:spPr>
        <p:txBody>
          <a:bodyPr wrap="square" lIns="0" tIns="0" rIns="0" bIns="0" anchor="t">
            <a:spAutoFit/>
          </a:bodyPr>
          <a:lstStyle/>
          <a:p>
            <a:pPr algn="l"/>
            <a:r>
              <a:rPr sz="1300" b="1" i="0" cap="all">
                <a:solidFill>
                  <a:srgbClr val="6E6E6E"/>
                </a:solidFill>
                <a:latin typeface="Michelin"/>
              </a:rPr>
              <a:t>Without R4P</a:t>
            </a:r>
          </a:p>
        </p:txBody>
      </p:sp>
      <p:sp>
        <p:nvSpPr>
          <p:cNvPr id="15" name="TextBox 14"/>
          <p:cNvSpPr txBox="1"/>
          <p:nvPr/>
        </p:nvSpPr>
        <p:spPr>
          <a:xfrm>
            <a:off x="720242" y="1645920"/>
            <a:ext cx="1440281" cy="365760"/>
          </a:xfrm>
          <a:prstGeom prst="rect">
            <a:avLst/>
          </a:prstGeom>
          <a:noFill/>
        </p:spPr>
        <p:txBody>
          <a:bodyPr wrap="square" lIns="0" tIns="0" rIns="0" bIns="0" anchor="t">
            <a:spAutoFit/>
          </a:bodyPr>
          <a:lstStyle/>
          <a:p>
            <a:pPr algn="l"/>
            <a:r>
              <a:rPr sz="950" b="0" i="0" dirty="0" err="1">
                <a:solidFill>
                  <a:srgbClr val="6E6E6E"/>
                </a:solidFill>
                <a:latin typeface="Arial"/>
              </a:rPr>
              <a:t>Manual correction</a:t>
            </a:r>
            <a:r>
              <a:rPr sz="950" b="0" i="0" dirty="0">
                <a:solidFill>
                  <a:srgbClr val="6E6E6E"/>
                </a:solidFill>
                <a:latin typeface="Arial"/>
              </a:rPr>
              <a:t/>
            </a:r>
          </a:p>
        </p:txBody>
      </p:sp>
      <p:cxnSp>
        <p:nvCxnSpPr>
          <p:cNvPr id="16" name="Connector 15"/>
          <p:cNvCxnSpPr/>
          <p:nvPr/>
        </p:nvCxnSpPr>
        <p:spPr>
          <a:xfrm>
            <a:off x="2250541" y="1417320"/>
            <a:ext cx="495997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7" name="Donut 16"/>
          <p:cNvSpPr/>
          <p:nvPr/>
        </p:nvSpPr>
        <p:spPr>
          <a:xfrm>
            <a:off x="2250541" y="12618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Donut 17"/>
          <p:cNvSpPr/>
          <p:nvPr/>
        </p:nvSpPr>
        <p:spPr>
          <a:xfrm>
            <a:off x="2673624" y="12618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Donut 18"/>
          <p:cNvSpPr/>
          <p:nvPr/>
        </p:nvSpPr>
        <p:spPr>
          <a:xfrm>
            <a:off x="3096707" y="12618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Donut 19"/>
          <p:cNvSpPr/>
          <p:nvPr/>
        </p:nvSpPr>
        <p:spPr>
          <a:xfrm>
            <a:off x="3519789" y="1261872"/>
            <a:ext cx="306059" cy="310896"/>
          </a:xfrm>
          <a:prstGeom prst="donut">
            <a:avLst>
              <a:gd name="adj" fmla="val 28000"/>
            </a:avLst>
          </a:prstGeom>
          <a:solidFill>
            <a:srgbClr val="F5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onut 20"/>
          <p:cNvSpPr/>
          <p:nvPr/>
        </p:nvSpPr>
        <p:spPr>
          <a:xfrm>
            <a:off x="3942872" y="1261872"/>
            <a:ext cx="306059" cy="310896"/>
          </a:xfrm>
          <a:prstGeom prst="donut">
            <a:avLst>
              <a:gd name="adj" fmla="val 28000"/>
            </a:avLst>
          </a:prstGeom>
          <a:solidFill>
            <a:srgbClr val="F5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Donut 21"/>
          <p:cNvSpPr/>
          <p:nvPr/>
        </p:nvSpPr>
        <p:spPr>
          <a:xfrm>
            <a:off x="4365955" y="1261872"/>
            <a:ext cx="306059" cy="310896"/>
          </a:xfrm>
          <a:prstGeom prst="donut">
            <a:avLst>
              <a:gd name="adj" fmla="val 28000"/>
            </a:avLst>
          </a:prstGeom>
          <a:solidFill>
            <a:srgbClr val="E30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Donut 22"/>
          <p:cNvSpPr/>
          <p:nvPr/>
        </p:nvSpPr>
        <p:spPr>
          <a:xfrm>
            <a:off x="4789037" y="1261872"/>
            <a:ext cx="306059" cy="310896"/>
          </a:xfrm>
          <a:prstGeom prst="donut">
            <a:avLst>
              <a:gd name="adj" fmla="val 28000"/>
            </a:avLst>
          </a:prstGeom>
          <a:solidFill>
            <a:srgbClr val="E30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nut 23"/>
          <p:cNvSpPr/>
          <p:nvPr/>
        </p:nvSpPr>
        <p:spPr>
          <a:xfrm>
            <a:off x="5212120" y="1261872"/>
            <a:ext cx="306059" cy="310896"/>
          </a:xfrm>
          <a:prstGeom prst="donut">
            <a:avLst>
              <a:gd name="adj" fmla="val 28000"/>
            </a:avLst>
          </a:prstGeom>
          <a:solidFill>
            <a:srgbClr val="E30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nut 24"/>
          <p:cNvSpPr/>
          <p:nvPr/>
        </p:nvSpPr>
        <p:spPr>
          <a:xfrm>
            <a:off x="5635203" y="1261872"/>
            <a:ext cx="306059" cy="310896"/>
          </a:xfrm>
          <a:prstGeom prst="donut">
            <a:avLst>
              <a:gd name="adj" fmla="val 28000"/>
            </a:avLst>
          </a:prstGeom>
          <a:solidFill>
            <a:srgbClr val="E30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nut 25"/>
          <p:cNvSpPr/>
          <p:nvPr/>
        </p:nvSpPr>
        <p:spPr>
          <a:xfrm>
            <a:off x="6058286" y="1261872"/>
            <a:ext cx="306059" cy="310896"/>
          </a:xfrm>
          <a:prstGeom prst="donut">
            <a:avLst>
              <a:gd name="adj" fmla="val 28000"/>
            </a:avLst>
          </a:prstGeom>
          <a:solidFill>
            <a:srgbClr val="F5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Donut 26"/>
          <p:cNvSpPr/>
          <p:nvPr/>
        </p:nvSpPr>
        <p:spPr>
          <a:xfrm>
            <a:off x="6481368" y="12618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Donut 27"/>
          <p:cNvSpPr/>
          <p:nvPr/>
        </p:nvSpPr>
        <p:spPr>
          <a:xfrm>
            <a:off x="6904451" y="12618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177722" y="1664208"/>
            <a:ext cx="990193" cy="457200"/>
          </a:xfrm>
          <a:prstGeom prst="rect">
            <a:avLst/>
          </a:prstGeom>
          <a:noFill/>
        </p:spPr>
        <p:txBody>
          <a:bodyPr wrap="square" lIns="0" tIns="0" rIns="0" bIns="0" anchor="t">
            <a:spAutoFit/>
          </a:bodyPr>
          <a:lstStyle/>
          <a:p>
            <a:pPr algn="ctr"/>
            <a:r>
              <a:rPr sz="800" b="0" i="0">
                <a:solidFill>
                  <a:srgbClr val="262626"/>
                </a:solidFill>
                <a:latin typeface="Arial"/>
              </a:rPr>
              <a:t>Drift starts</a:t>
            </a:r>
          </a:p>
        </p:txBody>
      </p:sp>
      <p:sp>
        <p:nvSpPr>
          <p:cNvPr id="30" name="TextBox 29"/>
          <p:cNvSpPr txBox="1"/>
          <p:nvPr/>
        </p:nvSpPr>
        <p:spPr>
          <a:xfrm>
            <a:off x="4023888" y="1664208"/>
            <a:ext cx="990193" cy="457200"/>
          </a:xfrm>
          <a:prstGeom prst="rect">
            <a:avLst/>
          </a:prstGeom>
          <a:noFill/>
        </p:spPr>
        <p:txBody>
          <a:bodyPr wrap="square" lIns="0" tIns="0" rIns="0" bIns="0" anchor="t">
            <a:spAutoFit/>
          </a:bodyPr>
          <a:lstStyle/>
          <a:p>
            <a:pPr algn="ctr"/>
            <a:r>
              <a:rPr sz="800" b="0" i="0">
                <a:solidFill>
                  <a:srgbClr val="262626"/>
                </a:solidFill>
                <a:latin typeface="Arial"/>
              </a:rPr>
              <a:t>Alert fires</a:t>
            </a:r>
          </a:p>
        </p:txBody>
      </p:sp>
      <p:sp>
        <p:nvSpPr>
          <p:cNvPr id="31" name="TextBox 30"/>
          <p:cNvSpPr txBox="1"/>
          <p:nvPr/>
        </p:nvSpPr>
        <p:spPr>
          <a:xfrm>
            <a:off x="4870053" y="1664208"/>
            <a:ext cx="990193" cy="457200"/>
          </a:xfrm>
          <a:prstGeom prst="rect">
            <a:avLst/>
          </a:prstGeom>
          <a:noFill/>
        </p:spPr>
        <p:txBody>
          <a:bodyPr wrap="square" lIns="0" tIns="0" rIns="0" bIns="0" anchor="t">
            <a:spAutoFit/>
          </a:bodyPr>
          <a:lstStyle/>
          <a:p>
            <a:pPr algn="ctr"/>
            <a:r>
              <a:rPr sz="800" b="0" i="0">
                <a:solidFill>
                  <a:srgbClr val="262626"/>
                </a:solidFill>
                <a:latin typeface="Arial"/>
              </a:rPr>
              <a:t>Tech arrives</a:t>
            </a:r>
          </a:p>
        </p:txBody>
      </p:sp>
      <p:sp>
        <p:nvSpPr>
          <p:cNvPr id="32" name="TextBox 31"/>
          <p:cNvSpPr txBox="1"/>
          <p:nvPr/>
        </p:nvSpPr>
        <p:spPr>
          <a:xfrm>
            <a:off x="5716219" y="1664208"/>
            <a:ext cx="990193" cy="457200"/>
          </a:xfrm>
          <a:prstGeom prst="rect">
            <a:avLst/>
          </a:prstGeom>
          <a:noFill/>
        </p:spPr>
        <p:txBody>
          <a:bodyPr wrap="square" lIns="0" tIns="0" rIns="0" bIns="0" anchor="t">
            <a:spAutoFit/>
          </a:bodyPr>
          <a:lstStyle/>
          <a:p>
            <a:pPr algn="ctr"/>
            <a:r>
              <a:rPr sz="800" b="0" i="0">
                <a:solidFill>
                  <a:srgbClr val="262626"/>
                </a:solidFill>
                <a:latin typeface="Arial"/>
              </a:rPr>
              <a:t>Manual fix</a:t>
            </a:r>
          </a:p>
        </p:txBody>
      </p:sp>
      <p:sp>
        <p:nvSpPr>
          <p:cNvPr id="33" name="TextBox 32"/>
          <p:cNvSpPr txBox="1"/>
          <p:nvPr/>
        </p:nvSpPr>
        <p:spPr>
          <a:xfrm>
            <a:off x="7470750" y="1165860"/>
            <a:ext cx="1170228" cy="868680"/>
          </a:xfrm>
          <a:prstGeom prst="rect">
            <a:avLst/>
          </a:prstGeom>
          <a:noFill/>
        </p:spPr>
        <p:txBody>
          <a:bodyPr wrap="square" lIns="0" tIns="0" rIns="0" bIns="0" anchor="ctr">
            <a:spAutoFit/>
          </a:bodyPr>
          <a:lstStyle/>
          <a:p>
            <a:pPr algn="l"/>
            <a:r>
              <a:rPr sz="1000" b="1" i="0" dirty="0" err="1">
                <a:solidFill>
                  <a:srgbClr val="E30013"/>
                </a:solidFill>
                <a:latin typeface="Arial"/>
              </a:rPr>
              <a:t>Tires off target until someone acts</a:t>
            </a:r>
            <a:r>
              <a:rPr sz="1000" b="1" i="0" dirty="0">
                <a:solidFill>
                  <a:srgbClr val="E30013"/>
                </a:solidFill>
                <a:latin typeface="Arial"/>
              </a:rPr>
              <a:t/>
            </a:r>
            <a:r>
              <a:rPr sz="1000" b="1" i="0" dirty="0" err="1">
                <a:solidFill>
                  <a:srgbClr val="E30013"/>
                </a:solidFill>
                <a:latin typeface="Arial"/>
              </a:rPr>
              <a:t/>
            </a:r>
            <a:r>
              <a:rPr sz="1000" b="1" i="0" dirty="0">
                <a:solidFill>
                  <a:srgbClr val="E30013"/>
                </a:solidFill>
                <a:latin typeface="Arial"/>
              </a:rPr>
              <a:t/>
            </a:r>
            <a:r>
              <a:rPr sz="1000" b="1" i="0" dirty="0" err="1">
                <a:solidFill>
                  <a:srgbClr val="E30013"/>
                </a:solidFill>
                <a:latin typeface="Arial"/>
              </a:rPr>
              <a:t/>
            </a:r>
            <a:r>
              <a:rPr sz="1000" b="1" i="0" dirty="0">
                <a:solidFill>
                  <a:srgbClr val="E30013"/>
                </a:solidFill>
                <a:latin typeface="Arial"/>
              </a:rPr>
              <a:t/>
            </a:r>
            <a:r>
              <a:rPr sz="1000" b="1" i="0" dirty="0" err="1">
                <a:solidFill>
                  <a:srgbClr val="E30013"/>
                </a:solidFill>
                <a:latin typeface="Arial"/>
              </a:rPr>
              <a:t/>
            </a:r>
            <a:r>
              <a:rPr sz="1000" b="1" i="0" dirty="0">
                <a:solidFill>
                  <a:srgbClr val="E30013"/>
                </a:solidFill>
                <a:latin typeface="Arial"/>
              </a:rPr>
              <a:t/>
            </a:r>
            <a:r>
              <a:rPr sz="1000" b="1" i="0" dirty="0" err="1">
                <a:solidFill>
                  <a:srgbClr val="E30013"/>
                </a:solidFill>
                <a:latin typeface="Arial"/>
              </a:rPr>
              <a:t/>
            </a:r>
            <a:endParaRPr sz="1000" b="1" i="0" dirty="0">
              <a:solidFill>
                <a:srgbClr val="E30013"/>
              </a:solidFill>
              <a:latin typeface="Arial"/>
            </a:endParaRPr>
          </a:p>
        </p:txBody>
      </p:sp>
      <p:sp>
        <p:nvSpPr>
          <p:cNvPr id="34" name="Rectangle 33"/>
          <p:cNvSpPr/>
          <p:nvPr/>
        </p:nvSpPr>
        <p:spPr>
          <a:xfrm>
            <a:off x="585216" y="2377440"/>
            <a:ext cx="8101583" cy="1188720"/>
          </a:xfrm>
          <a:prstGeom prst="rect">
            <a:avLst/>
          </a:prstGeom>
          <a:solidFill>
            <a:srgbClr val="E4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0242" y="2606040"/>
            <a:ext cx="1440281" cy="365760"/>
          </a:xfrm>
          <a:prstGeom prst="rect">
            <a:avLst/>
          </a:prstGeom>
          <a:noFill/>
        </p:spPr>
        <p:txBody>
          <a:bodyPr wrap="square" lIns="0" tIns="0" rIns="0" bIns="0" anchor="t">
            <a:spAutoFit/>
          </a:bodyPr>
          <a:lstStyle/>
          <a:p>
            <a:pPr algn="l"/>
            <a:r>
              <a:rPr sz="1300" b="1" i="0" cap="all">
                <a:solidFill>
                  <a:srgbClr val="00205B"/>
                </a:solidFill>
                <a:latin typeface="Michelin"/>
              </a:rPr>
              <a:t>With R4P</a:t>
            </a:r>
          </a:p>
        </p:txBody>
      </p:sp>
      <p:sp>
        <p:nvSpPr>
          <p:cNvPr id="36" name="TextBox 35"/>
          <p:cNvSpPr txBox="1"/>
          <p:nvPr/>
        </p:nvSpPr>
        <p:spPr>
          <a:xfrm>
            <a:off x="720242" y="3017520"/>
            <a:ext cx="1440281" cy="365760"/>
          </a:xfrm>
          <a:prstGeom prst="rect">
            <a:avLst/>
          </a:prstGeom>
          <a:noFill/>
        </p:spPr>
        <p:txBody>
          <a:bodyPr wrap="square" lIns="0" tIns="0" rIns="0" bIns="0" anchor="t">
            <a:spAutoFit/>
          </a:bodyPr>
          <a:lstStyle/>
          <a:p>
            <a:pPr algn="l"/>
            <a:r>
              <a:rPr sz="950" b="0" i="0">
                <a:solidFill>
                  <a:srgbClr val="27509B"/>
                </a:solidFill>
                <a:latin typeface="Arial"/>
              </a:rPr>
              <a:t>Automatic correction</a:t>
            </a:r>
          </a:p>
        </p:txBody>
      </p:sp>
      <p:cxnSp>
        <p:nvCxnSpPr>
          <p:cNvPr id="37" name="Connector 36"/>
          <p:cNvCxnSpPr/>
          <p:nvPr/>
        </p:nvCxnSpPr>
        <p:spPr>
          <a:xfrm>
            <a:off x="2250541" y="2788920"/>
            <a:ext cx="495997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38" name="Donut 37"/>
          <p:cNvSpPr/>
          <p:nvPr/>
        </p:nvSpPr>
        <p:spPr>
          <a:xfrm>
            <a:off x="2250541"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Donut 38"/>
          <p:cNvSpPr/>
          <p:nvPr/>
        </p:nvSpPr>
        <p:spPr>
          <a:xfrm>
            <a:off x="2673624"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Donut 39"/>
          <p:cNvSpPr/>
          <p:nvPr/>
        </p:nvSpPr>
        <p:spPr>
          <a:xfrm>
            <a:off x="3096707"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Donut 40"/>
          <p:cNvSpPr/>
          <p:nvPr/>
        </p:nvSpPr>
        <p:spPr>
          <a:xfrm>
            <a:off x="3519789" y="2633472"/>
            <a:ext cx="306059" cy="310896"/>
          </a:xfrm>
          <a:prstGeom prst="donut">
            <a:avLst>
              <a:gd name="adj" fmla="val 28000"/>
            </a:avLst>
          </a:prstGeom>
          <a:solidFill>
            <a:srgbClr val="F5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Donut 41"/>
          <p:cNvSpPr/>
          <p:nvPr/>
        </p:nvSpPr>
        <p:spPr>
          <a:xfrm>
            <a:off x="3942872"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Donut 42"/>
          <p:cNvSpPr/>
          <p:nvPr/>
        </p:nvSpPr>
        <p:spPr>
          <a:xfrm>
            <a:off x="4365955"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Donut 43"/>
          <p:cNvSpPr/>
          <p:nvPr/>
        </p:nvSpPr>
        <p:spPr>
          <a:xfrm>
            <a:off x="4789037"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Donut 44"/>
          <p:cNvSpPr/>
          <p:nvPr/>
        </p:nvSpPr>
        <p:spPr>
          <a:xfrm>
            <a:off x="5212120"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Donut 45"/>
          <p:cNvSpPr/>
          <p:nvPr/>
        </p:nvSpPr>
        <p:spPr>
          <a:xfrm>
            <a:off x="5635203"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Donut 46"/>
          <p:cNvSpPr/>
          <p:nvPr/>
        </p:nvSpPr>
        <p:spPr>
          <a:xfrm>
            <a:off x="6058286"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Donut 47"/>
          <p:cNvSpPr/>
          <p:nvPr/>
        </p:nvSpPr>
        <p:spPr>
          <a:xfrm>
            <a:off x="6481368"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Donut 48"/>
          <p:cNvSpPr/>
          <p:nvPr/>
        </p:nvSpPr>
        <p:spPr>
          <a:xfrm>
            <a:off x="6904451"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177722" y="3035808"/>
            <a:ext cx="990193" cy="457200"/>
          </a:xfrm>
          <a:prstGeom prst="rect">
            <a:avLst/>
          </a:prstGeom>
          <a:noFill/>
        </p:spPr>
        <p:txBody>
          <a:bodyPr wrap="square" lIns="0" tIns="0" rIns="0" bIns="0" anchor="t">
            <a:spAutoFit/>
          </a:bodyPr>
          <a:lstStyle/>
          <a:p>
            <a:pPr algn="ctr"/>
            <a:r>
              <a:rPr sz="800" b="0" i="0">
                <a:solidFill>
                  <a:srgbClr val="00205B"/>
                </a:solidFill>
                <a:latin typeface="Arial"/>
              </a:rPr>
              <a:t>Drift starts</a:t>
            </a:r>
          </a:p>
        </p:txBody>
      </p:sp>
      <p:sp>
        <p:nvSpPr>
          <p:cNvPr id="51" name="Down Arrow 50"/>
          <p:cNvSpPr/>
          <p:nvPr/>
        </p:nvSpPr>
        <p:spPr>
          <a:xfrm>
            <a:off x="3924868" y="2404872"/>
            <a:ext cx="342066" cy="201168"/>
          </a:xfrm>
          <a:prstGeom prst="downArrow">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320946" y="2395728"/>
            <a:ext cx="1980387" cy="228600"/>
          </a:xfrm>
          <a:prstGeom prst="rect">
            <a:avLst/>
          </a:prstGeom>
          <a:noFill/>
        </p:spPr>
        <p:txBody>
          <a:bodyPr wrap="square" lIns="0" tIns="0" rIns="0" bIns="0" anchor="t">
            <a:spAutoFit/>
          </a:bodyPr>
          <a:lstStyle/>
          <a:p>
            <a:pPr algn="l"/>
            <a:r>
              <a:rPr sz="900" b="1" i="0">
                <a:solidFill>
                  <a:srgbClr val="00205B"/>
                </a:solidFill>
                <a:latin typeface="Arial"/>
              </a:rPr>
              <a:t>R4P corrects instantly</a:t>
            </a:r>
          </a:p>
        </p:txBody>
      </p:sp>
      <p:sp>
        <p:nvSpPr>
          <p:cNvPr id="53" name="TextBox 52"/>
          <p:cNvSpPr txBox="1"/>
          <p:nvPr/>
        </p:nvSpPr>
        <p:spPr>
          <a:xfrm>
            <a:off x="7471562" y="2560320"/>
            <a:ext cx="1170228" cy="868680"/>
          </a:xfrm>
          <a:prstGeom prst="rect">
            <a:avLst/>
          </a:prstGeom>
          <a:noFill/>
        </p:spPr>
        <p:txBody>
          <a:bodyPr wrap="square" lIns="0" tIns="0" rIns="0" bIns="0" anchor="ctr">
            <a:spAutoFit/>
          </a:bodyPr>
          <a:lstStyle/>
          <a:p>
            <a:pPr algn="l"/>
            <a:r>
              <a:rPr sz="1000" b="1" i="0">
                <a:solidFill>
                  <a:srgbClr val="00963F"/>
                </a:solidFill>
                <a:latin typeface="Arial"/>
              </a:rPr>
              <a:t>Production is back on target immediately</a:t>
            </a:r>
          </a:p>
        </p:txBody>
      </p:sp>
      <p:sp>
        <p:nvSpPr>
          <p:cNvPr id="54" name="Rectangle 53"/>
          <p:cNvSpPr/>
          <p:nvPr/>
        </p:nvSpPr>
        <p:spPr>
          <a:xfrm>
            <a:off x="3465779" y="1207008"/>
            <a:ext cx="2961579" cy="457200"/>
          </a:xfrm>
          <a:prstGeom prst="rect">
            <a:avLst/>
          </a:prstGeom>
          <a:noFill/>
          <a:ln w="19050">
            <a:solidFill>
              <a:srgbClr val="E30013"/>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585216" y="3840480"/>
            <a:ext cx="2610510" cy="731520"/>
          </a:xfrm>
          <a:prstGeom prst="rect">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7265" y="4081231"/>
            <a:ext cx="2340457" cy="161583"/>
          </a:xfrm>
          <a:prstGeom prst="rect">
            <a:avLst/>
          </a:prstGeom>
          <a:noFill/>
        </p:spPr>
        <p:txBody>
          <a:bodyPr wrap="square" lIns="0" tIns="0" rIns="0" bIns="0" anchor="t">
            <a:spAutoFit/>
          </a:bodyPr>
          <a:lstStyle/>
          <a:p>
            <a:pPr algn="l"/>
            <a:r>
              <a:rPr sz="1050" b="1" i="0" dirty="0">
                <a:solidFill>
                  <a:srgbClr val="FCE500"/>
                </a:solidFill>
                <a:latin typeface="Michelin"/>
              </a:rPr>
              <a:t>Same rules 24/7</a:t>
            </a:r>
            <a:r>
              <a:rPr sz="1050" b="1" i="0" dirty="0" err="1">
                <a:solidFill>
                  <a:srgbClr val="FCE500"/>
                </a:solidFill>
                <a:latin typeface="Michelin"/>
              </a:rPr>
              <a:t/>
            </a:r>
            <a:r>
              <a:rPr sz="1050" b="1" i="0" dirty="0">
                <a:solidFill>
                  <a:srgbClr val="FCE500"/>
                </a:solidFill>
                <a:latin typeface="Michelin"/>
              </a:rPr>
              <a:t/>
            </a:r>
          </a:p>
        </p:txBody>
      </p:sp>
      <p:sp>
        <p:nvSpPr>
          <p:cNvPr id="57" name="Rectangle 56"/>
          <p:cNvSpPr/>
          <p:nvPr/>
        </p:nvSpPr>
        <p:spPr>
          <a:xfrm>
            <a:off x="3330752" y="3840480"/>
            <a:ext cx="2610510" cy="731520"/>
          </a:xfrm>
          <a:prstGeom prst="rect">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492784" y="3904487"/>
            <a:ext cx="2340457" cy="640080"/>
          </a:xfrm>
          <a:prstGeom prst="rect">
            <a:avLst/>
          </a:prstGeom>
          <a:noFill/>
        </p:spPr>
        <p:txBody>
          <a:bodyPr wrap="square" lIns="0" tIns="0" rIns="0" bIns="0" anchor="t">
            <a:spAutoFit/>
          </a:bodyPr>
          <a:lstStyle/>
          <a:p>
            <a:pPr algn="l"/>
            <a:r>
              <a:rPr sz="1050" b="1" i="0">
                <a:solidFill>
                  <a:srgbClr val="FCE500"/>
                </a:solidFill>
                <a:latin typeface="Michelin"/>
              </a:rPr>
              <a:t>Expertise turned into rules</a:t>
            </a:r>
          </a:p>
          <a:p>
            <a:pPr algn="l"/>
            <a:r>
              <a:rPr sz="950" b="0" i="0">
                <a:solidFill>
                  <a:srgbClr val="FFFFFF"/>
                </a:solidFill>
                <a:latin typeface="Arial"/>
              </a:rPr>
              <a:t>What the best technician knows, applied every time.</a:t>
            </a:r>
          </a:p>
        </p:txBody>
      </p:sp>
      <p:sp>
        <p:nvSpPr>
          <p:cNvPr id="59" name="Rectangle 58"/>
          <p:cNvSpPr/>
          <p:nvPr/>
        </p:nvSpPr>
        <p:spPr>
          <a:xfrm>
            <a:off x="6076289" y="3840480"/>
            <a:ext cx="2610510" cy="731520"/>
          </a:xfrm>
          <a:prstGeom prst="rect">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238321" y="3904487"/>
            <a:ext cx="2340457" cy="640080"/>
          </a:xfrm>
          <a:prstGeom prst="rect">
            <a:avLst/>
          </a:prstGeom>
          <a:noFill/>
        </p:spPr>
        <p:txBody>
          <a:bodyPr wrap="square" lIns="0" tIns="0" rIns="0" bIns="0" anchor="t">
            <a:spAutoFit/>
          </a:bodyPr>
          <a:lstStyle/>
          <a:p>
            <a:pPr algn="l"/>
            <a:r>
              <a:rPr sz="1050" b="1" i="0">
                <a:solidFill>
                  <a:srgbClr val="FCE500"/>
                </a:solidFill>
                <a:latin typeface="Michelin"/>
              </a:rPr>
              <a:t>Every decision, logged</a:t>
            </a:r>
          </a:p>
          <a:p>
            <a:pPr algn="l"/>
            <a:r>
              <a:rPr sz="950" b="0" i="0">
                <a:solidFill>
                  <a:srgbClr val="FFFFFF"/>
                </a:solidFill>
                <a:latin typeface="Arial"/>
              </a:rPr>
              <a:t>Full traceability in PI System.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FCE500"/>
                </a:solidFill>
              </a:rPr>
              <a:t>04</a:t>
            </a:r>
          </a:p>
          <a:p>
            <a:r>
              <a:t>Anticipate</a:t>
            </a:r>
          </a:p>
        </p:txBody>
      </p:sp>
      <p:sp>
        <p:nvSpPr>
          <p:cNvPr id="3" name="TextBox 2"/>
          <p:cNvSpPr txBox="1"/>
          <p:nvPr/>
        </p:nvSpPr>
        <p:spPr>
          <a:xfrm>
            <a:off x="530352" y="3840480"/>
            <a:ext cx="5486400" cy="365760"/>
          </a:xfrm>
          <a:prstGeom prst="rect">
            <a:avLst/>
          </a:prstGeom>
          <a:noFill/>
        </p:spPr>
        <p:txBody>
          <a:bodyPr wrap="square" lIns="0" tIns="0" rIns="0" bIns="0" anchor="t">
            <a:spAutoFit/>
          </a:bodyPr>
          <a:lstStyle/>
          <a:p>
            <a:pPr algn="l"/>
            <a:r>
              <a:rPr sz="1200" b="0" i="0">
                <a:solidFill>
                  <a:srgbClr val="FFFFFF"/>
                </a:solidFill>
                <a:latin typeface="Arial"/>
              </a:rPr>
              <a:t>Advanced analytics and artificial intelligence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Dataiku: from millions of data points to patterns</a:t>
            </a:r>
          </a:p>
        </p:txBody>
      </p:sp>
      <p:sp>
        <p:nvSpPr>
          <p:cNvPr id="4" name="TextBox 3"/>
          <p:cNvSpPr txBox="1"/>
          <p:nvPr/>
        </p:nvSpPr>
        <p:spPr>
          <a:xfrm>
            <a:off x="585216" y="585216"/>
            <a:ext cx="4500879" cy="274320"/>
          </a:xfrm>
          <a:prstGeom prst="rect">
            <a:avLst/>
          </a:prstGeom>
          <a:noFill/>
        </p:spPr>
        <p:txBody>
          <a:bodyPr wrap="square" lIns="0" tIns="0" rIns="0" bIns="0" anchor="t">
            <a:spAutoFit/>
          </a:bodyPr>
          <a:lstStyle/>
          <a:p>
            <a:pPr algn="l"/>
            <a:r>
              <a:rPr sz="1050" b="0" i="0">
                <a:solidFill>
                  <a:srgbClr val="27509B"/>
                </a:solidFill>
                <a:latin typeface="Arial"/>
              </a:rPr>
              <a:t>Advanced analytics to understand every quality issue</a:t>
            </a:r>
          </a:p>
        </p:txBody>
      </p:sp>
      <p:sp>
        <p:nvSpPr>
          <p:cNvPr id="5" name="Oval 4"/>
          <p:cNvSpPr/>
          <p:nvPr/>
        </p:nvSpPr>
        <p:spPr>
          <a:xfrm>
            <a:off x="5074920"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A6A6A6"/>
                </a:solidFill>
                <a:latin typeface="Michelin"/>
              </a:rPr>
              <a:t>SEE</a:t>
            </a:r>
          </a:p>
        </p:txBody>
      </p:sp>
      <p:sp>
        <p:nvSpPr>
          <p:cNvPr id="7" name="Oval 6"/>
          <p:cNvSpPr/>
          <p:nvPr/>
        </p:nvSpPr>
        <p:spPr>
          <a:xfrm>
            <a:off x="582472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UNDERSTAND</a:t>
            </a:r>
          </a:p>
        </p:txBody>
      </p:sp>
      <p:sp>
        <p:nvSpPr>
          <p:cNvPr id="9" name="Oval 8"/>
          <p:cNvSpPr/>
          <p:nvPr/>
        </p:nvSpPr>
        <p:spPr>
          <a:xfrm>
            <a:off x="687628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DECIDE</a:t>
            </a:r>
          </a:p>
        </p:txBody>
      </p:sp>
      <p:sp>
        <p:nvSpPr>
          <p:cNvPr id="11" name="Oval 10"/>
          <p:cNvSpPr/>
          <p:nvPr/>
        </p:nvSpPr>
        <p:spPr>
          <a:xfrm>
            <a:off x="7927848"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1" i="0">
                <a:solidFill>
                  <a:srgbClr val="27509B"/>
                </a:solidFill>
                <a:latin typeface="Michelin"/>
              </a:rPr>
              <a:t>ANTICIPATE</a:t>
            </a:r>
          </a:p>
        </p:txBody>
      </p:sp>
      <p:sp>
        <p:nvSpPr>
          <p:cNvPr id="13" name="Pentagon 12"/>
          <p:cNvSpPr/>
          <p:nvPr/>
        </p:nvSpPr>
        <p:spPr>
          <a:xfrm>
            <a:off x="585216" y="960120"/>
            <a:ext cx="2043399" cy="566928"/>
          </a:xfrm>
          <a:prstGeom prst="homePlate">
            <a:avLst>
              <a:gd name="adj" fmla="val 28000"/>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0242" y="960120"/>
            <a:ext cx="1485290" cy="566928"/>
          </a:xfrm>
          <a:prstGeom prst="rect">
            <a:avLst/>
          </a:prstGeom>
          <a:noFill/>
        </p:spPr>
        <p:txBody>
          <a:bodyPr wrap="square" lIns="0" tIns="0" rIns="0" bIns="0" anchor="ctr">
            <a:spAutoFit/>
          </a:bodyPr>
          <a:lstStyle/>
          <a:p>
            <a:pPr algn="l"/>
            <a:r>
              <a:rPr sz="1100" b="1" i="0" cap="all">
                <a:solidFill>
                  <a:srgbClr val="FFFFFF"/>
                </a:solidFill>
                <a:latin typeface="Michelin"/>
              </a:rPr>
              <a:t>01  Combine</a:t>
            </a:r>
          </a:p>
        </p:txBody>
      </p:sp>
      <p:sp>
        <p:nvSpPr>
          <p:cNvPr id="15" name="TextBox 14"/>
          <p:cNvSpPr txBox="1"/>
          <p:nvPr/>
        </p:nvSpPr>
        <p:spPr>
          <a:xfrm>
            <a:off x="720242" y="1645920"/>
            <a:ext cx="1665325" cy="685800"/>
          </a:xfrm>
          <a:prstGeom prst="rect">
            <a:avLst/>
          </a:prstGeom>
          <a:noFill/>
        </p:spPr>
        <p:txBody>
          <a:bodyPr wrap="square" lIns="0" tIns="0" rIns="0" bIns="0" anchor="t">
            <a:spAutoFit/>
          </a:bodyPr>
          <a:lstStyle/>
          <a:p>
            <a:pPr algn="l"/>
            <a:r>
              <a:rPr sz="1050" b="0" i="0">
                <a:solidFill>
                  <a:srgbClr val="262626"/>
                </a:solidFill>
                <a:latin typeface="Arial"/>
              </a:rPr>
              <a:t>PI measurements, images and quality results (IQF)</a:t>
            </a:r>
          </a:p>
        </p:txBody>
      </p:sp>
      <p:sp>
        <p:nvSpPr>
          <p:cNvPr id="16" name="Chevron 15"/>
          <p:cNvSpPr/>
          <p:nvPr/>
        </p:nvSpPr>
        <p:spPr>
          <a:xfrm>
            <a:off x="2637617" y="960120"/>
            <a:ext cx="2043399" cy="566928"/>
          </a:xfrm>
          <a:prstGeom prst="chevron">
            <a:avLst>
              <a:gd name="adj" fmla="val 28000"/>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79684" y="960120"/>
            <a:ext cx="1485290" cy="566928"/>
          </a:xfrm>
          <a:prstGeom prst="rect">
            <a:avLst/>
          </a:prstGeom>
          <a:noFill/>
        </p:spPr>
        <p:txBody>
          <a:bodyPr wrap="square" lIns="0" tIns="0" rIns="0" bIns="0" anchor="ctr">
            <a:spAutoFit/>
          </a:bodyPr>
          <a:lstStyle/>
          <a:p>
            <a:pPr algn="l"/>
            <a:r>
              <a:rPr sz="1100" b="1" i="0" cap="all">
                <a:solidFill>
                  <a:srgbClr val="FFFFFF"/>
                </a:solidFill>
                <a:latin typeface="Michelin"/>
              </a:rPr>
              <a:t>02  Explore</a:t>
            </a:r>
          </a:p>
        </p:txBody>
      </p:sp>
      <p:sp>
        <p:nvSpPr>
          <p:cNvPr id="18" name="TextBox 17"/>
          <p:cNvSpPr txBox="1"/>
          <p:nvPr/>
        </p:nvSpPr>
        <p:spPr>
          <a:xfrm>
            <a:off x="2772643" y="1645920"/>
            <a:ext cx="1665325" cy="685800"/>
          </a:xfrm>
          <a:prstGeom prst="rect">
            <a:avLst/>
          </a:prstGeom>
          <a:noFill/>
        </p:spPr>
        <p:txBody>
          <a:bodyPr wrap="square" lIns="0" tIns="0" rIns="0" bIns="0" anchor="t">
            <a:spAutoFit/>
          </a:bodyPr>
          <a:lstStyle/>
          <a:p>
            <a:pPr algn="l"/>
            <a:r>
              <a:rPr sz="1050" b="0" i="0">
                <a:solidFill>
                  <a:srgbClr val="262626"/>
                </a:solidFill>
                <a:latin typeface="Arial"/>
              </a:rPr>
              <a:t>Correlations between parameters, stations and shifts</a:t>
            </a:r>
          </a:p>
        </p:txBody>
      </p:sp>
      <p:sp>
        <p:nvSpPr>
          <p:cNvPr id="19" name="Chevron 18"/>
          <p:cNvSpPr/>
          <p:nvPr/>
        </p:nvSpPr>
        <p:spPr>
          <a:xfrm>
            <a:off x="4690018" y="960120"/>
            <a:ext cx="2043399" cy="566928"/>
          </a:xfrm>
          <a:prstGeom prst="chevron">
            <a:avLst>
              <a:gd name="adj" fmla="val 28000"/>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32085" y="960120"/>
            <a:ext cx="1485290" cy="566928"/>
          </a:xfrm>
          <a:prstGeom prst="rect">
            <a:avLst/>
          </a:prstGeom>
          <a:noFill/>
        </p:spPr>
        <p:txBody>
          <a:bodyPr wrap="square" lIns="0" tIns="0" rIns="0" bIns="0" anchor="ctr">
            <a:spAutoFit/>
          </a:bodyPr>
          <a:lstStyle/>
          <a:p>
            <a:pPr algn="l"/>
            <a:r>
              <a:rPr sz="1100" b="1" i="0" cap="all">
                <a:solidFill>
                  <a:srgbClr val="FFFFFF"/>
                </a:solidFill>
                <a:latin typeface="Michelin"/>
              </a:rPr>
              <a:t>03  Discover</a:t>
            </a:r>
          </a:p>
        </p:txBody>
      </p:sp>
      <p:sp>
        <p:nvSpPr>
          <p:cNvPr id="21" name="TextBox 20"/>
          <p:cNvSpPr txBox="1"/>
          <p:nvPr/>
        </p:nvSpPr>
        <p:spPr>
          <a:xfrm>
            <a:off x="4825044" y="1645920"/>
            <a:ext cx="1665325" cy="685800"/>
          </a:xfrm>
          <a:prstGeom prst="rect">
            <a:avLst/>
          </a:prstGeom>
          <a:noFill/>
        </p:spPr>
        <p:txBody>
          <a:bodyPr wrap="square" lIns="0" tIns="0" rIns="0" bIns="0" anchor="t">
            <a:spAutoFit/>
          </a:bodyPr>
          <a:lstStyle/>
          <a:p>
            <a:pPr algn="l"/>
            <a:r>
              <a:rPr sz="1050" b="0" i="0">
                <a:solidFill>
                  <a:srgbClr val="262626"/>
                </a:solidFill>
                <a:latin typeface="Arial"/>
              </a:rPr>
              <a:t>Patterns that repeat before a drift</a:t>
            </a:r>
          </a:p>
        </p:txBody>
      </p:sp>
      <p:sp>
        <p:nvSpPr>
          <p:cNvPr id="22" name="Chevron 21"/>
          <p:cNvSpPr/>
          <p:nvPr/>
        </p:nvSpPr>
        <p:spPr>
          <a:xfrm>
            <a:off x="6742419" y="960120"/>
            <a:ext cx="2043399" cy="566928"/>
          </a:xfrm>
          <a:prstGeom prst="chevron">
            <a:avLst>
              <a:gd name="adj" fmla="val 28000"/>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84486" y="960120"/>
            <a:ext cx="1485290" cy="566928"/>
          </a:xfrm>
          <a:prstGeom prst="rect">
            <a:avLst/>
          </a:prstGeom>
          <a:noFill/>
        </p:spPr>
        <p:txBody>
          <a:bodyPr wrap="square" lIns="0" tIns="0" rIns="0" bIns="0" anchor="ctr">
            <a:spAutoFit/>
          </a:bodyPr>
          <a:lstStyle/>
          <a:p>
            <a:pPr algn="l"/>
            <a:r>
              <a:rPr sz="1100" b="1" i="0" cap="all">
                <a:solidFill>
                  <a:srgbClr val="FFFFFF"/>
                </a:solidFill>
                <a:latin typeface="Michelin"/>
              </a:rPr>
              <a:t>04  Act</a:t>
            </a:r>
          </a:p>
        </p:txBody>
      </p:sp>
      <p:sp>
        <p:nvSpPr>
          <p:cNvPr id="24" name="TextBox 23"/>
          <p:cNvSpPr txBox="1"/>
          <p:nvPr/>
        </p:nvSpPr>
        <p:spPr>
          <a:xfrm>
            <a:off x="6877446" y="1645920"/>
            <a:ext cx="1665325" cy="685800"/>
          </a:xfrm>
          <a:prstGeom prst="rect">
            <a:avLst/>
          </a:prstGeom>
          <a:noFill/>
        </p:spPr>
        <p:txBody>
          <a:bodyPr wrap="square" lIns="0" tIns="0" rIns="0" bIns="0" anchor="t">
            <a:spAutoFit/>
          </a:bodyPr>
          <a:lstStyle/>
          <a:p>
            <a:pPr algn="l"/>
            <a:r>
              <a:rPr sz="1050" b="0" i="0">
                <a:solidFill>
                  <a:srgbClr val="262626"/>
                </a:solidFill>
                <a:latin typeface="Arial"/>
              </a:rPr>
              <a:t>New rules, alerts and process improvements</a:t>
            </a:r>
          </a:p>
        </p:txBody>
      </p:sp>
      <p:sp>
        <p:nvSpPr>
          <p:cNvPr id="25" name="Rectangle 24"/>
          <p:cNvSpPr/>
          <p:nvPr/>
        </p:nvSpPr>
        <p:spPr>
          <a:xfrm>
            <a:off x="585216" y="2560320"/>
            <a:ext cx="8101583" cy="196596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5268" y="2724912"/>
            <a:ext cx="2700528" cy="274320"/>
          </a:xfrm>
          <a:prstGeom prst="rect">
            <a:avLst/>
          </a:prstGeom>
          <a:noFill/>
        </p:spPr>
        <p:txBody>
          <a:bodyPr wrap="square" lIns="0" tIns="0" rIns="0" bIns="0" anchor="t">
            <a:spAutoFit/>
          </a:bodyPr>
          <a:lstStyle/>
          <a:p>
            <a:pPr algn="l"/>
            <a:r>
              <a:rPr sz="1000" b="1" i="0" cap="all">
                <a:solidFill>
                  <a:srgbClr val="27509B"/>
                </a:solidFill>
                <a:latin typeface="Michelin"/>
              </a:rPr>
              <a:t>A typical question</a:t>
            </a:r>
          </a:p>
        </p:txBody>
      </p:sp>
      <p:sp>
        <p:nvSpPr>
          <p:cNvPr id="27" name="TextBox 26"/>
          <p:cNvSpPr txBox="1"/>
          <p:nvPr/>
        </p:nvSpPr>
        <p:spPr>
          <a:xfrm>
            <a:off x="855268" y="3035808"/>
            <a:ext cx="3600703" cy="1280160"/>
          </a:xfrm>
          <a:prstGeom prst="rect">
            <a:avLst/>
          </a:prstGeom>
          <a:noFill/>
        </p:spPr>
        <p:txBody>
          <a:bodyPr wrap="square" lIns="0" tIns="0" rIns="0" bIns="0" anchor="t">
            <a:spAutoFit/>
          </a:bodyPr>
          <a:lstStyle/>
          <a:p>
            <a:pPr algn="l"/>
            <a:r>
              <a:rPr sz="1500" b="1" i="0">
                <a:solidFill>
                  <a:srgbClr val="00205B"/>
                </a:solidFill>
                <a:latin typeface="Michelin"/>
              </a:rPr>
              <a:t>“What do the tires whose splice started to drift have in common?”</a:t>
            </a:r>
          </a:p>
        </p:txBody>
      </p:sp>
      <p:sp>
        <p:nvSpPr>
          <p:cNvPr id="28" name="TextBox 27"/>
          <p:cNvSpPr txBox="1"/>
          <p:nvPr/>
        </p:nvSpPr>
        <p:spPr>
          <a:xfrm>
            <a:off x="4816043" y="2724912"/>
            <a:ext cx="3600703" cy="274320"/>
          </a:xfrm>
          <a:prstGeom prst="rect">
            <a:avLst/>
          </a:prstGeom>
          <a:noFill/>
        </p:spPr>
        <p:txBody>
          <a:bodyPr wrap="square" lIns="0" tIns="0" rIns="0" bIns="0" anchor="t">
            <a:spAutoFit/>
          </a:bodyPr>
          <a:lstStyle/>
          <a:p>
            <a:pPr algn="l"/>
            <a:r>
              <a:rPr sz="1000" b="1" i="0" cap="all">
                <a:solidFill>
                  <a:srgbClr val="27509B"/>
                </a:solidFill>
                <a:latin typeface="Michelin"/>
              </a:rPr>
              <a:t>What Dataiku answers</a:t>
            </a:r>
          </a:p>
        </p:txBody>
      </p:sp>
      <p:sp>
        <p:nvSpPr>
          <p:cNvPr id="29" name="TextBox 28"/>
          <p:cNvSpPr txBox="1"/>
          <p:nvPr/>
        </p:nvSpPr>
        <p:spPr>
          <a:xfrm>
            <a:off x="4816043" y="3035808"/>
            <a:ext cx="3690721" cy="1371600"/>
          </a:xfrm>
          <a:prstGeom prst="rect">
            <a:avLst/>
          </a:prstGeom>
          <a:noFill/>
        </p:spPr>
        <p:txBody>
          <a:bodyPr wrap="square" lIns="0" tIns="0" rIns="0" bIns="0" anchor="t">
            <a:spAutoFit/>
          </a:bodyPr>
          <a:lstStyle/>
          <a:p>
            <a:pPr marL="182880" indent="-182880" algn="l">
              <a:spcAft>
                <a:spcPts val="400"/>
              </a:spcAft>
              <a:buClr>
                <a:srgbClr val="FCE500"/>
              </a:buClr>
              <a:buSzPct val="100000"/>
              <a:buFont typeface="Wingdings"/>
              <a:buChar char="§"/>
            </a:pPr>
            <a:r>
              <a:rPr sz="1100" b="0" i="0">
                <a:solidFill>
                  <a:srgbClr val="262626"/>
                </a:solidFill>
                <a:latin typeface="Arial"/>
              </a:rPr>
              <a:t>Which parameters moved beforehand</a:t>
            </a:r>
          </a:p>
          <a:p>
            <a:pPr marL="182880" indent="-182880" algn="l">
              <a:spcAft>
                <a:spcPts val="400"/>
              </a:spcAft>
              <a:buClr>
                <a:srgbClr val="FCE500"/>
              </a:buClr>
              <a:buSzPct val="100000"/>
              <a:buFont typeface="Wingdings"/>
              <a:buChar char="§"/>
            </a:pPr>
            <a:r>
              <a:rPr sz="1100" b="0" i="0">
                <a:solidFill>
                  <a:srgbClr val="262626"/>
                </a:solidFill>
                <a:latin typeface="Arial"/>
              </a:rPr>
              <a:t>Which stations, shifts or batches it concentrates in</a:t>
            </a:r>
          </a:p>
          <a:p>
            <a:pPr marL="182880" indent="-182880" algn="l">
              <a:spcAft>
                <a:spcPts val="400"/>
              </a:spcAft>
              <a:buClr>
                <a:srgbClr val="FCE500"/>
              </a:buClr>
              <a:buSzPct val="100000"/>
              <a:buFont typeface="Wingdings"/>
              <a:buChar char="§"/>
            </a:pPr>
            <a:r>
              <a:rPr sz="1100" b="0" i="0">
                <a:solidFill>
                  <a:srgbClr val="262626"/>
                </a:solidFill>
                <a:latin typeface="Arial"/>
              </a:rPr>
              <a:t>Which new rule would have prevented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6949440" cy="411480"/>
          </a:xfrm>
        </p:spPr>
        <p:txBody>
          <a:bodyPr/>
          <a:lstStyle/>
          <a:p>
            <a:r>
              <a:rPr sz="1800"/>
              <a:t>Dataiku: a real data flow</a:t>
            </a:r>
          </a:p>
        </p:txBody>
      </p:sp>
      <p:sp>
        <p:nvSpPr>
          <p:cNvPr id="3" name="TextBox 2"/>
          <p:cNvSpPr txBox="1"/>
          <p:nvPr/>
        </p:nvSpPr>
        <p:spPr>
          <a:xfrm>
            <a:off x="457200" y="621792"/>
            <a:ext cx="4572000" cy="256032"/>
          </a:xfrm>
          <a:prstGeom prst="rect">
            <a:avLst/>
          </a:prstGeom>
          <a:noFill/>
        </p:spPr>
        <p:txBody>
          <a:bodyPr wrap="square" lIns="0" rIns="0" tIns="0" bIns="0" anchor="t">
            <a:spAutoFit/>
          </a:bodyPr>
          <a:lstStyle/>
          <a:p>
            <a:pPr algn="l"/>
            <a:r>
              <a:rPr sz="1050" b="0" i="0">
                <a:solidFill>
                  <a:srgbClr val="FCE500"/>
                </a:solidFill>
                <a:latin typeface="Arial"/>
              </a:rPr>
              <a:t>Quality characteristic CQ 38.1, from tire building to curing</a:t>
            </a:r>
          </a:p>
        </p:txBody>
      </p:sp>
      <p:sp>
        <p:nvSpPr>
          <p:cNvPr id="4" name="Oval 3"/>
          <p:cNvSpPr/>
          <p:nvPr/>
        </p:nvSpPr>
        <p:spPr>
          <a:xfrm>
            <a:off x="5074920"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02936" y="621792"/>
            <a:ext cx="566928" cy="201168"/>
          </a:xfrm>
          <a:prstGeom prst="rect">
            <a:avLst/>
          </a:prstGeom>
          <a:noFill/>
        </p:spPr>
        <p:txBody>
          <a:bodyPr wrap="square" lIns="0" rIns="0" tIns="0" bIns="0" anchor="t">
            <a:spAutoFit/>
          </a:bodyPr>
          <a:lstStyle/>
          <a:p>
            <a:pPr algn="l"/>
            <a:r>
              <a:rPr sz="750" b="0" i="0">
                <a:solidFill>
                  <a:srgbClr val="9FB3D6"/>
                </a:solidFill>
                <a:latin typeface="Michelin"/>
              </a:rPr>
              <a:t>SEE</a:t>
            </a:r>
          </a:p>
        </p:txBody>
      </p:sp>
      <p:sp>
        <p:nvSpPr>
          <p:cNvPr id="6" name="Oval 5"/>
          <p:cNvSpPr/>
          <p:nvPr/>
        </p:nvSpPr>
        <p:spPr>
          <a:xfrm>
            <a:off x="582472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52744" y="621792"/>
            <a:ext cx="868680" cy="201168"/>
          </a:xfrm>
          <a:prstGeom prst="rect">
            <a:avLst/>
          </a:prstGeom>
          <a:noFill/>
        </p:spPr>
        <p:txBody>
          <a:bodyPr wrap="square" lIns="0" rIns="0" tIns="0" bIns="0" anchor="t">
            <a:spAutoFit/>
          </a:bodyPr>
          <a:lstStyle/>
          <a:p>
            <a:pPr algn="l"/>
            <a:r>
              <a:rPr sz="750" b="0" i="0">
                <a:solidFill>
                  <a:srgbClr val="9FB3D6"/>
                </a:solidFill>
                <a:latin typeface="Michelin"/>
              </a:rPr>
              <a:t>UNDERSTAND</a:t>
            </a:r>
          </a:p>
        </p:txBody>
      </p:sp>
      <p:sp>
        <p:nvSpPr>
          <p:cNvPr id="8" name="Oval 7"/>
          <p:cNvSpPr/>
          <p:nvPr/>
        </p:nvSpPr>
        <p:spPr>
          <a:xfrm>
            <a:off x="687628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3" y="621792"/>
            <a:ext cx="868680" cy="201168"/>
          </a:xfrm>
          <a:prstGeom prst="rect">
            <a:avLst/>
          </a:prstGeom>
          <a:noFill/>
        </p:spPr>
        <p:txBody>
          <a:bodyPr wrap="square" lIns="0" rIns="0" tIns="0" bIns="0" anchor="t">
            <a:spAutoFit/>
          </a:bodyPr>
          <a:lstStyle/>
          <a:p>
            <a:pPr algn="l"/>
            <a:r>
              <a:rPr sz="750" b="0" i="0">
                <a:solidFill>
                  <a:srgbClr val="9FB3D6"/>
                </a:solidFill>
                <a:latin typeface="Michelin"/>
              </a:rPr>
              <a:t>DECIDE</a:t>
            </a:r>
          </a:p>
        </p:txBody>
      </p:sp>
      <p:sp>
        <p:nvSpPr>
          <p:cNvPr id="10" name="Oval 9"/>
          <p:cNvSpPr/>
          <p:nvPr/>
        </p:nvSpPr>
        <p:spPr>
          <a:xfrm>
            <a:off x="7927848" y="681228"/>
            <a:ext cx="82296" cy="82296"/>
          </a:xfrm>
          <a:prstGeom prst="ellipse">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55864" y="621792"/>
            <a:ext cx="868680" cy="201168"/>
          </a:xfrm>
          <a:prstGeom prst="rect">
            <a:avLst/>
          </a:prstGeom>
          <a:noFill/>
        </p:spPr>
        <p:txBody>
          <a:bodyPr wrap="square" lIns="0" rIns="0" tIns="0" bIns="0" anchor="t">
            <a:spAutoFit/>
          </a:bodyPr>
          <a:lstStyle/>
          <a:p>
            <a:pPr algn="l"/>
            <a:r>
              <a:rPr sz="750" b="1" i="0">
                <a:solidFill>
                  <a:srgbClr val="FCE500"/>
                </a:solidFill>
                <a:latin typeface="Michelin"/>
              </a:rPr>
              <a:t>ANTICIPATE</a:t>
            </a:r>
          </a:p>
        </p:txBody>
      </p:sp>
      <p:sp>
        <p:nvSpPr>
          <p:cNvPr id="12" name="Rectangle 11"/>
          <p:cNvSpPr/>
          <p:nvPr/>
        </p:nvSpPr>
        <p:spPr>
          <a:xfrm>
            <a:off x="457200" y="960120"/>
            <a:ext cx="8229600" cy="2971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ku_flow.png"/>
          <p:cNvPicPr>
            <a:picLocks noChangeAspect="1"/>
          </p:cNvPicPr>
          <p:nvPr/>
        </p:nvPicPr>
        <p:blipFill>
          <a:blip r:embed="rId2"/>
          <a:stretch>
            <a:fillRect/>
          </a:stretch>
        </p:blipFill>
        <p:spPr>
          <a:xfrm>
            <a:off x="475488" y="981394"/>
            <a:ext cx="8193024" cy="2929250"/>
          </a:xfrm>
          <a:prstGeom prst="rect">
            <a:avLst/>
          </a:prstGeom>
        </p:spPr>
      </p:pic>
      <p:sp>
        <p:nvSpPr>
          <p:cNvPr id="14" name="Oval 13"/>
          <p:cNvSpPr/>
          <p:nvPr/>
        </p:nvSpPr>
        <p:spPr>
          <a:xfrm>
            <a:off x="1108472" y="213310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08472" y="2133104"/>
            <a:ext cx="274320" cy="274320"/>
          </a:xfrm>
          <a:prstGeom prst="rect">
            <a:avLst/>
          </a:prstGeom>
          <a:noFill/>
        </p:spPr>
        <p:txBody>
          <a:bodyPr wrap="square" lIns="0" rIns="0" tIns="0" bIns="0" anchor="ctr">
            <a:spAutoFit/>
          </a:bodyPr>
          <a:lstStyle/>
          <a:p>
            <a:pPr algn="ctr"/>
            <a:r>
              <a:rPr sz="1100" b="1" i="0">
                <a:solidFill>
                  <a:srgbClr val="00205B"/>
                </a:solidFill>
                <a:latin typeface="Michelin"/>
              </a:rPr>
              <a:t>1</a:t>
            </a:r>
          </a:p>
        </p:txBody>
      </p:sp>
      <p:sp>
        <p:nvSpPr>
          <p:cNvPr id="16" name="Oval 15"/>
          <p:cNvSpPr/>
          <p:nvPr/>
        </p:nvSpPr>
        <p:spPr>
          <a:xfrm>
            <a:off x="2001511" y="213310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01511" y="2133104"/>
            <a:ext cx="274320" cy="274320"/>
          </a:xfrm>
          <a:prstGeom prst="rect">
            <a:avLst/>
          </a:prstGeom>
          <a:noFill/>
        </p:spPr>
        <p:txBody>
          <a:bodyPr wrap="square" lIns="0" rIns="0" tIns="0" bIns="0" anchor="ctr">
            <a:spAutoFit/>
          </a:bodyPr>
          <a:lstStyle/>
          <a:p>
            <a:pPr algn="ctr"/>
            <a:r>
              <a:rPr sz="1100" b="1" i="0">
                <a:solidFill>
                  <a:srgbClr val="00205B"/>
                </a:solidFill>
                <a:latin typeface="Michelin"/>
              </a:rPr>
              <a:t>2</a:t>
            </a:r>
          </a:p>
        </p:txBody>
      </p:sp>
      <p:sp>
        <p:nvSpPr>
          <p:cNvPr id="18" name="Oval 17"/>
          <p:cNvSpPr/>
          <p:nvPr/>
        </p:nvSpPr>
        <p:spPr>
          <a:xfrm>
            <a:off x="2861779" y="227956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61779" y="2279566"/>
            <a:ext cx="274320" cy="274320"/>
          </a:xfrm>
          <a:prstGeom prst="rect">
            <a:avLst/>
          </a:prstGeom>
          <a:noFill/>
        </p:spPr>
        <p:txBody>
          <a:bodyPr wrap="square" lIns="0" rIns="0" tIns="0" bIns="0" anchor="ctr">
            <a:spAutoFit/>
          </a:bodyPr>
          <a:lstStyle/>
          <a:p>
            <a:pPr algn="ctr"/>
            <a:r>
              <a:rPr sz="1100" b="1" i="0">
                <a:solidFill>
                  <a:srgbClr val="00205B"/>
                </a:solidFill>
                <a:latin typeface="Michelin"/>
              </a:rPr>
              <a:t>3</a:t>
            </a:r>
          </a:p>
        </p:txBody>
      </p:sp>
      <p:sp>
        <p:nvSpPr>
          <p:cNvPr id="20" name="Oval 19"/>
          <p:cNvSpPr/>
          <p:nvPr/>
        </p:nvSpPr>
        <p:spPr>
          <a:xfrm>
            <a:off x="1681983" y="1942702"/>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81983" y="1942702"/>
            <a:ext cx="274320" cy="274320"/>
          </a:xfrm>
          <a:prstGeom prst="rect">
            <a:avLst/>
          </a:prstGeom>
          <a:noFill/>
        </p:spPr>
        <p:txBody>
          <a:bodyPr wrap="square" lIns="0" rIns="0" tIns="0" bIns="0" anchor="ctr">
            <a:spAutoFit/>
          </a:bodyPr>
          <a:lstStyle/>
          <a:p>
            <a:pPr algn="ctr"/>
            <a:r>
              <a:rPr sz="1100" b="1" i="0">
                <a:solidFill>
                  <a:srgbClr val="00205B"/>
                </a:solidFill>
                <a:latin typeface="Michelin"/>
              </a:rPr>
              <a:t>4</a:t>
            </a:r>
          </a:p>
        </p:txBody>
      </p:sp>
      <p:sp>
        <p:nvSpPr>
          <p:cNvPr id="22" name="Oval 21"/>
          <p:cNvSpPr/>
          <p:nvPr/>
        </p:nvSpPr>
        <p:spPr>
          <a:xfrm>
            <a:off x="5164019" y="181088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4019" y="1810886"/>
            <a:ext cx="274320" cy="274320"/>
          </a:xfrm>
          <a:prstGeom prst="rect">
            <a:avLst/>
          </a:prstGeom>
          <a:noFill/>
        </p:spPr>
        <p:txBody>
          <a:bodyPr wrap="square" lIns="0" rIns="0" tIns="0" bIns="0" anchor="ctr">
            <a:spAutoFit/>
          </a:bodyPr>
          <a:lstStyle/>
          <a:p>
            <a:pPr algn="ctr"/>
            <a:r>
              <a:rPr sz="1100" b="1" i="0">
                <a:solidFill>
                  <a:srgbClr val="00205B"/>
                </a:solidFill>
                <a:latin typeface="Michelin"/>
              </a:rPr>
              <a:t>5</a:t>
            </a:r>
          </a:p>
        </p:txBody>
      </p:sp>
      <p:sp>
        <p:nvSpPr>
          <p:cNvPr id="24" name="Oval 23"/>
          <p:cNvSpPr/>
          <p:nvPr/>
        </p:nvSpPr>
        <p:spPr>
          <a:xfrm>
            <a:off x="457200" y="408736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087368"/>
            <a:ext cx="274320" cy="274320"/>
          </a:xfrm>
          <a:prstGeom prst="rect">
            <a:avLst/>
          </a:prstGeom>
          <a:noFill/>
        </p:spPr>
        <p:txBody>
          <a:bodyPr wrap="square" lIns="0" rIns="0" tIns="0" bIns="0" anchor="ctr">
            <a:spAutoFit/>
          </a:bodyPr>
          <a:lstStyle/>
          <a:p>
            <a:pPr algn="ctr"/>
            <a:r>
              <a:rPr sz="1100" b="1" i="0">
                <a:solidFill>
                  <a:srgbClr val="00205B"/>
                </a:solidFill>
                <a:latin typeface="Michelin"/>
              </a:rPr>
              <a:t>1</a:t>
            </a:r>
          </a:p>
        </p:txBody>
      </p:sp>
      <p:sp>
        <p:nvSpPr>
          <p:cNvPr id="26" name="TextBox 25"/>
          <p:cNvSpPr txBox="1"/>
          <p:nvPr/>
        </p:nvSpPr>
        <p:spPr>
          <a:xfrm>
            <a:off x="841247" y="4069080"/>
            <a:ext cx="987552" cy="566928"/>
          </a:xfrm>
          <a:prstGeom prst="rect">
            <a:avLst/>
          </a:prstGeom>
          <a:noFill/>
        </p:spPr>
        <p:txBody>
          <a:bodyPr wrap="square" lIns="0" rIns="0" tIns="0" bIns="0" anchor="t">
            <a:spAutoFit/>
          </a:bodyPr>
          <a:lstStyle/>
          <a:p>
            <a:pPr algn="l"/>
            <a:r>
              <a:rPr sz="1000" b="1" i="0">
                <a:solidFill>
                  <a:srgbClr val="FFFFFF"/>
                </a:solidFill>
                <a:latin typeface="Arial"/>
              </a:rPr>
              <a:t>PI plugin</a:t>
            </a:r>
          </a:p>
          <a:p>
            <a:pPr algn="l"/>
            <a:r>
              <a:rPr sz="850" b="0" i="0">
                <a:solidFill>
                  <a:srgbClr val="D6E0F0"/>
                </a:solidFill>
                <a:latin typeface="Arial"/>
              </a:rPr>
              <a:t>reads every station's measurements</a:t>
            </a:r>
          </a:p>
        </p:txBody>
      </p:sp>
      <p:sp>
        <p:nvSpPr>
          <p:cNvPr id="27" name="Oval 26"/>
          <p:cNvSpPr/>
          <p:nvPr/>
        </p:nvSpPr>
        <p:spPr>
          <a:xfrm>
            <a:off x="1874519" y="408736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874519" y="4087368"/>
            <a:ext cx="274320" cy="274320"/>
          </a:xfrm>
          <a:prstGeom prst="rect">
            <a:avLst/>
          </a:prstGeom>
          <a:noFill/>
        </p:spPr>
        <p:txBody>
          <a:bodyPr wrap="square" lIns="0" rIns="0" tIns="0" bIns="0" anchor="ctr">
            <a:spAutoFit/>
          </a:bodyPr>
          <a:lstStyle/>
          <a:p>
            <a:pPr algn="ctr"/>
            <a:r>
              <a:rPr sz="1100" b="1" i="0">
                <a:solidFill>
                  <a:srgbClr val="00205B"/>
                </a:solidFill>
                <a:latin typeface="Michelin"/>
              </a:rPr>
              <a:t>2</a:t>
            </a:r>
          </a:p>
        </p:txBody>
      </p:sp>
      <p:sp>
        <p:nvSpPr>
          <p:cNvPr id="29" name="TextBox 28"/>
          <p:cNvSpPr txBox="1"/>
          <p:nvPr/>
        </p:nvSpPr>
        <p:spPr>
          <a:xfrm>
            <a:off x="2258568" y="4069080"/>
            <a:ext cx="987552" cy="566928"/>
          </a:xfrm>
          <a:prstGeom prst="rect">
            <a:avLst/>
          </a:prstGeom>
          <a:noFill/>
        </p:spPr>
        <p:txBody>
          <a:bodyPr wrap="square" lIns="0" rIns="0" tIns="0" bIns="0" anchor="t">
            <a:spAutoFit/>
          </a:bodyPr>
          <a:lstStyle/>
          <a:p>
            <a:pPr algn="l"/>
            <a:r>
              <a:rPr sz="1000" b="1" i="0">
                <a:solidFill>
                  <a:srgbClr val="FFFFFF"/>
                </a:solidFill>
                <a:latin typeface="Arial"/>
              </a:rPr>
              <a:t>Preparation</a:t>
            </a:r>
          </a:p>
          <a:p>
            <a:pPr algn="l"/>
            <a:r>
              <a:rPr sz="850" b="0" i="0">
                <a:solidFill>
                  <a:srgbClr val="D6E0F0"/>
                </a:solidFill>
                <a:latin typeface="Arial"/>
              </a:rPr>
              <a:t>automatic cleaning</a:t>
            </a:r>
          </a:p>
        </p:txBody>
      </p:sp>
      <p:sp>
        <p:nvSpPr>
          <p:cNvPr id="30" name="Oval 29"/>
          <p:cNvSpPr/>
          <p:nvPr/>
        </p:nvSpPr>
        <p:spPr>
          <a:xfrm>
            <a:off x="3291840" y="408736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91840" y="4087368"/>
            <a:ext cx="274320" cy="274320"/>
          </a:xfrm>
          <a:prstGeom prst="rect">
            <a:avLst/>
          </a:prstGeom>
          <a:noFill/>
        </p:spPr>
        <p:txBody>
          <a:bodyPr wrap="square" lIns="0" rIns="0" tIns="0" bIns="0" anchor="ctr">
            <a:spAutoFit/>
          </a:bodyPr>
          <a:lstStyle/>
          <a:p>
            <a:pPr algn="ctr"/>
            <a:r>
              <a:rPr sz="1100" b="1" i="0">
                <a:solidFill>
                  <a:srgbClr val="00205B"/>
                </a:solidFill>
                <a:latin typeface="Michelin"/>
              </a:rPr>
              <a:t>3</a:t>
            </a:r>
          </a:p>
        </p:txBody>
      </p:sp>
      <p:sp>
        <p:nvSpPr>
          <p:cNvPr id="32" name="TextBox 31"/>
          <p:cNvSpPr txBox="1"/>
          <p:nvPr/>
        </p:nvSpPr>
        <p:spPr>
          <a:xfrm>
            <a:off x="3675888" y="4069080"/>
            <a:ext cx="987552" cy="566928"/>
          </a:xfrm>
          <a:prstGeom prst="rect">
            <a:avLst/>
          </a:prstGeom>
          <a:noFill/>
        </p:spPr>
        <p:txBody>
          <a:bodyPr wrap="square" lIns="0" rIns="0" tIns="0" bIns="0" anchor="t">
            <a:spAutoFit/>
          </a:bodyPr>
          <a:lstStyle/>
          <a:p>
            <a:pPr algn="l"/>
            <a:r>
              <a:rPr sz="1000" b="1" i="0">
                <a:solidFill>
                  <a:srgbClr val="FFFFFF"/>
                </a:solidFill>
                <a:latin typeface="Arial"/>
              </a:rPr>
              <a:t>Join</a:t>
            </a:r>
          </a:p>
          <a:p>
            <a:pPr algn="l"/>
            <a:r>
              <a:rPr sz="850" b="0" i="0">
                <a:solidFill>
                  <a:srgbClr val="D6E0F0"/>
                </a:solidFill>
                <a:latin typeface="Arial"/>
              </a:rPr>
              <a:t>time series across stations</a:t>
            </a:r>
          </a:p>
        </p:txBody>
      </p:sp>
      <p:sp>
        <p:nvSpPr>
          <p:cNvPr id="33" name="Oval 32"/>
          <p:cNvSpPr/>
          <p:nvPr/>
        </p:nvSpPr>
        <p:spPr>
          <a:xfrm>
            <a:off x="4709160" y="408736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09160" y="4087368"/>
            <a:ext cx="274320" cy="274320"/>
          </a:xfrm>
          <a:prstGeom prst="rect">
            <a:avLst/>
          </a:prstGeom>
          <a:noFill/>
        </p:spPr>
        <p:txBody>
          <a:bodyPr wrap="square" lIns="0" rIns="0" tIns="0" bIns="0" anchor="ctr">
            <a:spAutoFit/>
          </a:bodyPr>
          <a:lstStyle/>
          <a:p>
            <a:pPr algn="ctr"/>
            <a:r>
              <a:rPr sz="1100" b="1" i="0">
                <a:solidFill>
                  <a:srgbClr val="00205B"/>
                </a:solidFill>
                <a:latin typeface="Michelin"/>
              </a:rPr>
              <a:t>4</a:t>
            </a:r>
          </a:p>
        </p:txBody>
      </p:sp>
      <p:sp>
        <p:nvSpPr>
          <p:cNvPr id="35" name="TextBox 34"/>
          <p:cNvSpPr txBox="1"/>
          <p:nvPr/>
        </p:nvSpPr>
        <p:spPr>
          <a:xfrm>
            <a:off x="5093208" y="4069080"/>
            <a:ext cx="987552" cy="566928"/>
          </a:xfrm>
          <a:prstGeom prst="rect">
            <a:avLst/>
          </a:prstGeom>
          <a:noFill/>
        </p:spPr>
        <p:txBody>
          <a:bodyPr wrap="square" lIns="0" rIns="0" tIns="0" bIns="0" anchor="t">
            <a:spAutoFit/>
          </a:bodyPr>
          <a:lstStyle/>
          <a:p>
            <a:pPr algn="l"/>
            <a:r>
              <a:rPr sz="1000" b="1" i="0">
                <a:solidFill>
                  <a:srgbClr val="FFFFFF"/>
                </a:solidFill>
                <a:latin typeface="Arial"/>
              </a:rPr>
              <a:t>Serial number</a:t>
            </a:r>
          </a:p>
          <a:p>
            <a:pPr algn="l"/>
            <a:r>
              <a:rPr sz="850" b="0" i="0">
                <a:solidFill>
                  <a:srgbClr val="D6E0F0"/>
                </a:solidFill>
                <a:latin typeface="Arial"/>
              </a:rPr>
              <a:t>the tire's identity</a:t>
            </a:r>
          </a:p>
        </p:txBody>
      </p:sp>
      <p:sp>
        <p:nvSpPr>
          <p:cNvPr id="36" name="Oval 35"/>
          <p:cNvSpPr/>
          <p:nvPr/>
        </p:nvSpPr>
        <p:spPr>
          <a:xfrm>
            <a:off x="6126480" y="408736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26480" y="4087368"/>
            <a:ext cx="274320" cy="274320"/>
          </a:xfrm>
          <a:prstGeom prst="rect">
            <a:avLst/>
          </a:prstGeom>
          <a:noFill/>
        </p:spPr>
        <p:txBody>
          <a:bodyPr wrap="square" lIns="0" rIns="0" tIns="0" bIns="0" anchor="ctr">
            <a:spAutoFit/>
          </a:bodyPr>
          <a:lstStyle/>
          <a:p>
            <a:pPr algn="ctr"/>
            <a:r>
              <a:rPr sz="1100" b="1" i="0">
                <a:solidFill>
                  <a:srgbClr val="00205B"/>
                </a:solidFill>
                <a:latin typeface="Michelin"/>
              </a:rPr>
              <a:t>5</a:t>
            </a:r>
          </a:p>
        </p:txBody>
      </p:sp>
      <p:sp>
        <p:nvSpPr>
          <p:cNvPr id="38" name="TextBox 37"/>
          <p:cNvSpPr txBox="1"/>
          <p:nvPr/>
        </p:nvSpPr>
        <p:spPr>
          <a:xfrm>
            <a:off x="6510528" y="4069080"/>
            <a:ext cx="987552" cy="566928"/>
          </a:xfrm>
          <a:prstGeom prst="rect">
            <a:avLst/>
          </a:prstGeom>
          <a:noFill/>
        </p:spPr>
        <p:txBody>
          <a:bodyPr wrap="square" lIns="0" rIns="0" tIns="0" bIns="0" anchor="t">
            <a:spAutoFit/>
          </a:bodyPr>
          <a:lstStyle/>
          <a:p>
            <a:pPr algn="l"/>
            <a:r>
              <a:rPr sz="1000" b="1" i="0">
                <a:solidFill>
                  <a:srgbClr val="FFFFFF"/>
                </a:solidFill>
                <a:latin typeface="Arial"/>
              </a:rPr>
              <a:t>C11 curing</a:t>
            </a:r>
          </a:p>
          <a:p>
            <a:pPr algn="l"/>
            <a:r>
              <a:rPr sz="850" b="0" i="0">
                <a:solidFill>
                  <a:srgbClr val="D6E0F0"/>
                </a:solidFill>
                <a:latin typeface="Arial"/>
              </a:rPr>
              <a:t>its history is complete</a:t>
            </a:r>
          </a:p>
        </p:txBody>
      </p:sp>
      <p:sp>
        <p:nvSpPr>
          <p:cNvPr id="39" name="TextBox 38"/>
          <p:cNvSpPr txBox="1"/>
          <p:nvPr/>
        </p:nvSpPr>
        <p:spPr>
          <a:xfrm>
            <a:off x="2194560" y="1060704"/>
            <a:ext cx="2194560" cy="201168"/>
          </a:xfrm>
          <a:prstGeom prst="rect">
            <a:avLst/>
          </a:prstGeom>
          <a:noFill/>
        </p:spPr>
        <p:txBody>
          <a:bodyPr wrap="square" lIns="0" rIns="0" tIns="0" bIns="0" anchor="t">
            <a:spAutoFit/>
          </a:bodyPr>
          <a:lstStyle/>
          <a:p>
            <a:pPr algn="l"/>
            <a:r>
              <a:rPr sz="800" b="1" i="0">
                <a:solidFill>
                  <a:srgbClr val="00205B"/>
                </a:solidFill>
                <a:latin typeface="Michelin"/>
              </a:rPr>
              <a:t>ZONE CQ 38.1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168"/>
            <a:ext cx="6949440" cy="411480"/>
          </a:xfrm>
        </p:spPr>
        <p:txBody>
          <a:bodyPr anchor="ctr"/>
          <a:lstStyle/>
          <a:p>
            <a:r>
              <a:rPr sz="1800"/>
              <a:t>AI on our laser images</a:t>
            </a:r>
          </a:p>
        </p:txBody>
      </p:sp>
      <p:sp>
        <p:nvSpPr>
          <p:cNvPr id="3" name="TextBox 2"/>
          <p:cNvSpPr txBox="1"/>
          <p:nvPr/>
        </p:nvSpPr>
        <p:spPr>
          <a:xfrm>
            <a:off x="457200" y="621792"/>
            <a:ext cx="4572000" cy="256032"/>
          </a:xfrm>
          <a:prstGeom prst="rect">
            <a:avLst/>
          </a:prstGeom>
          <a:noFill/>
        </p:spPr>
        <p:txBody>
          <a:bodyPr wrap="square" lIns="0" rIns="0" tIns="0" bIns="0" anchor="t">
            <a:spAutoFit/>
          </a:bodyPr>
          <a:lstStyle/>
          <a:p>
            <a:pPr algn="l"/>
            <a:r>
              <a:rPr sz="1050" b="0" i="0">
                <a:solidFill>
                  <a:srgbClr val="FCE500"/>
                </a:solidFill>
                <a:latin typeface="Arial"/>
              </a:rPr>
              <a:t>The laser measures; AI recognises what no dimension can measure</a:t>
            </a:r>
          </a:p>
        </p:txBody>
      </p:sp>
      <p:sp>
        <p:nvSpPr>
          <p:cNvPr id="4" name="Oval 3"/>
          <p:cNvSpPr/>
          <p:nvPr/>
        </p:nvSpPr>
        <p:spPr>
          <a:xfrm>
            <a:off x="5074920"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02936" y="621792"/>
            <a:ext cx="566928" cy="201168"/>
          </a:xfrm>
          <a:prstGeom prst="rect">
            <a:avLst/>
          </a:prstGeom>
          <a:noFill/>
        </p:spPr>
        <p:txBody>
          <a:bodyPr wrap="square" lIns="0" rIns="0" tIns="0" bIns="0" anchor="t">
            <a:spAutoFit/>
          </a:bodyPr>
          <a:lstStyle/>
          <a:p>
            <a:pPr algn="l"/>
            <a:r>
              <a:rPr sz="750" b="0" i="0">
                <a:solidFill>
                  <a:srgbClr val="9FB3D6"/>
                </a:solidFill>
                <a:latin typeface="Michelin"/>
              </a:rPr>
              <a:t>SEE</a:t>
            </a:r>
          </a:p>
        </p:txBody>
      </p:sp>
      <p:sp>
        <p:nvSpPr>
          <p:cNvPr id="6" name="Oval 5"/>
          <p:cNvSpPr/>
          <p:nvPr/>
        </p:nvSpPr>
        <p:spPr>
          <a:xfrm>
            <a:off x="582472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52744" y="621792"/>
            <a:ext cx="868680" cy="201168"/>
          </a:xfrm>
          <a:prstGeom prst="rect">
            <a:avLst/>
          </a:prstGeom>
          <a:noFill/>
        </p:spPr>
        <p:txBody>
          <a:bodyPr wrap="square" lIns="0" rIns="0" tIns="0" bIns="0" anchor="t">
            <a:spAutoFit/>
          </a:bodyPr>
          <a:lstStyle/>
          <a:p>
            <a:pPr algn="l"/>
            <a:r>
              <a:rPr sz="750" b="0" i="0">
                <a:solidFill>
                  <a:srgbClr val="9FB3D6"/>
                </a:solidFill>
                <a:latin typeface="Michelin"/>
              </a:rPr>
              <a:t>UNDERSTAND</a:t>
            </a:r>
          </a:p>
        </p:txBody>
      </p:sp>
      <p:sp>
        <p:nvSpPr>
          <p:cNvPr id="8" name="Oval 7"/>
          <p:cNvSpPr/>
          <p:nvPr/>
        </p:nvSpPr>
        <p:spPr>
          <a:xfrm>
            <a:off x="687628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3" y="621792"/>
            <a:ext cx="868680" cy="201168"/>
          </a:xfrm>
          <a:prstGeom prst="rect">
            <a:avLst/>
          </a:prstGeom>
          <a:noFill/>
        </p:spPr>
        <p:txBody>
          <a:bodyPr wrap="square" lIns="0" rIns="0" tIns="0" bIns="0" anchor="t">
            <a:spAutoFit/>
          </a:bodyPr>
          <a:lstStyle/>
          <a:p>
            <a:pPr algn="l"/>
            <a:r>
              <a:rPr sz="750" b="0" i="0">
                <a:solidFill>
                  <a:srgbClr val="9FB3D6"/>
                </a:solidFill>
                <a:latin typeface="Michelin"/>
              </a:rPr>
              <a:t>DECIDE</a:t>
            </a:r>
          </a:p>
        </p:txBody>
      </p:sp>
      <p:sp>
        <p:nvSpPr>
          <p:cNvPr id="10" name="Oval 9"/>
          <p:cNvSpPr/>
          <p:nvPr/>
        </p:nvSpPr>
        <p:spPr>
          <a:xfrm>
            <a:off x="7927848" y="681228"/>
            <a:ext cx="82296" cy="82296"/>
          </a:xfrm>
          <a:prstGeom prst="ellipse">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55864" y="621792"/>
            <a:ext cx="868680" cy="201168"/>
          </a:xfrm>
          <a:prstGeom prst="rect">
            <a:avLst/>
          </a:prstGeom>
          <a:noFill/>
        </p:spPr>
        <p:txBody>
          <a:bodyPr wrap="square" lIns="0" rIns="0" tIns="0" bIns="0" anchor="t">
            <a:spAutoFit/>
          </a:bodyPr>
          <a:lstStyle/>
          <a:p>
            <a:pPr algn="l"/>
            <a:r>
              <a:rPr sz="750" b="1" i="0">
                <a:solidFill>
                  <a:srgbClr val="FCE500"/>
                </a:solidFill>
                <a:latin typeface="Michelin"/>
              </a:rPr>
              <a:t>ANTICIPATE</a:t>
            </a:r>
          </a:p>
        </p:txBody>
      </p:sp>
      <p:sp>
        <p:nvSpPr>
          <p:cNvPr id="12" name="Rectangle 11"/>
          <p:cNvSpPr/>
          <p:nvPr/>
        </p:nvSpPr>
        <p:spPr>
          <a:xfrm>
            <a:off x="457200" y="1005840"/>
            <a:ext cx="3291840" cy="3063240"/>
          </a:xfrm>
          <a:prstGeom prst="rect">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1097280"/>
            <a:ext cx="3017520" cy="274320"/>
          </a:xfrm>
          <a:prstGeom prst="rect">
            <a:avLst/>
          </a:prstGeom>
          <a:noFill/>
        </p:spPr>
        <p:txBody>
          <a:bodyPr wrap="square" lIns="0" rIns="0" tIns="0" bIns="0" anchor="t">
            <a:spAutoFit/>
          </a:bodyPr>
          <a:lstStyle/>
          <a:p>
            <a:pPr algn="l"/>
            <a:r>
              <a:rPr sz="1100" b="1" i="0">
                <a:solidFill>
                  <a:srgbClr val="FCE500"/>
                </a:solidFill>
                <a:latin typeface="Michelin"/>
              </a:rPr>
              <a:t>MEASURE · LASER AND DIMENSIONS</a:t>
            </a:r>
          </a:p>
        </p:txBody>
      </p:sp>
      <p:sp>
        <p:nvSpPr>
          <p:cNvPr id="14" name="Rectangle 13"/>
          <p:cNvSpPr/>
          <p:nvPr/>
        </p:nvSpPr>
        <p:spPr>
          <a:xfrm>
            <a:off x="621792" y="1417320"/>
            <a:ext cx="2962656" cy="173736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jpg"/>
          <p:cNvPicPr>
            <a:picLocks noChangeAspect="1"/>
          </p:cNvPicPr>
          <p:nvPr/>
        </p:nvPicPr>
        <p:blipFill>
          <a:blip r:embed="rId3"/>
          <a:stretch>
            <a:fillRect/>
          </a:stretch>
        </p:blipFill>
        <p:spPr>
          <a:xfrm>
            <a:off x="775817" y="1444752"/>
            <a:ext cx="2654604" cy="1682496"/>
          </a:xfrm>
          <a:prstGeom prst="rect">
            <a:avLst/>
          </a:prstGeom>
        </p:spPr>
      </p:pic>
      <p:sp>
        <p:nvSpPr>
          <p:cNvPr id="16" name="TextBox 15"/>
          <p:cNvSpPr txBox="1"/>
          <p:nvPr/>
        </p:nvSpPr>
        <p:spPr>
          <a:xfrm>
            <a:off x="621792" y="3246120"/>
            <a:ext cx="2962656" cy="777240"/>
          </a:xfrm>
          <a:prstGeom prst="rect">
            <a:avLst/>
          </a:prstGeom>
          <a:noFill/>
        </p:spPr>
        <p:txBody>
          <a:bodyPr wrap="square" lIns="0" rIns="0" tIns="0" bIns="0" anchor="t">
            <a:spAutoFit/>
          </a:bodyPr>
          <a:lstStyle/>
          <a:p>
            <a:pPr algn="l"/>
            <a:r>
              <a:rPr sz="1000" b="1" i="0">
                <a:solidFill>
                  <a:srgbClr val="FFFFFF"/>
                </a:solidFill>
                <a:latin typeface="Arial"/>
              </a:rPr>
              <a:t>Today and always. </a:t>
            </a:r>
          </a:p>
          <a:p>
            <a:pPr algn="l"/>
            <a:r>
              <a:rPr sz="1000" b="0" i="0">
                <a:solidFill>
                  <a:srgbClr val="D6E0F0"/>
                </a:solidFill>
                <a:latin typeface="Arial"/>
              </a:rPr>
              <a:t>Width, edge position, centring and splice, with their tolerances.</a:t>
            </a:r>
          </a:p>
        </p:txBody>
      </p:sp>
      <p:sp>
        <p:nvSpPr>
          <p:cNvPr id="17" name="TextBox 16"/>
          <p:cNvSpPr txBox="1"/>
          <p:nvPr/>
        </p:nvSpPr>
        <p:spPr>
          <a:xfrm>
            <a:off x="3794759" y="2240280"/>
            <a:ext cx="365760" cy="457200"/>
          </a:xfrm>
          <a:prstGeom prst="rect">
            <a:avLst/>
          </a:prstGeom>
          <a:noFill/>
        </p:spPr>
        <p:txBody>
          <a:bodyPr wrap="square" lIns="0" rIns="0" tIns="0" bIns="0" anchor="ctr">
            <a:spAutoFit/>
          </a:bodyPr>
          <a:lstStyle/>
          <a:p>
            <a:pPr algn="ctr"/>
            <a:r>
              <a:rPr sz="3000" b="1" i="0">
                <a:solidFill>
                  <a:srgbClr val="FCE500"/>
                </a:solidFill>
                <a:latin typeface="Michelin"/>
              </a:rPr>
              <a:t>+</a:t>
            </a:r>
          </a:p>
        </p:txBody>
      </p:sp>
      <p:sp>
        <p:nvSpPr>
          <p:cNvPr id="18" name="Rectangle 17"/>
          <p:cNvSpPr/>
          <p:nvPr/>
        </p:nvSpPr>
        <p:spPr>
          <a:xfrm>
            <a:off x="4206240" y="1005840"/>
            <a:ext cx="3154680" cy="3063240"/>
          </a:xfrm>
          <a:prstGeom prst="rect">
            <a:avLst/>
          </a:prstGeom>
          <a:solidFill>
            <a:srgbClr val="00205B"/>
          </a:solidFill>
          <a:ln w="9525">
            <a:solidFill>
              <a:srgbClr val="FCE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70831" y="1097280"/>
            <a:ext cx="2880360" cy="274320"/>
          </a:xfrm>
          <a:prstGeom prst="rect">
            <a:avLst/>
          </a:prstGeom>
          <a:noFill/>
        </p:spPr>
        <p:txBody>
          <a:bodyPr wrap="square" lIns="0" rIns="0" tIns="0" bIns="0" anchor="t">
            <a:spAutoFit/>
          </a:bodyPr>
          <a:lstStyle/>
          <a:p>
            <a:pPr algn="l"/>
            <a:r>
              <a:rPr sz="1100" b="1" i="0">
                <a:solidFill>
                  <a:srgbClr val="FCE500"/>
                </a:solidFill>
                <a:latin typeface="Michelin"/>
              </a:rPr>
              <a:t>RECOGNISE · AI</a:t>
            </a:r>
          </a:p>
        </p:txBody>
      </p:sp>
      <p:pic>
        <p:nvPicPr>
          <p:cNvPr id="20" name="Picture 19" descr="ai_strip.jpg"/>
          <p:cNvPicPr>
            <a:picLocks noChangeAspect="1"/>
          </p:cNvPicPr>
          <p:nvPr/>
        </p:nvPicPr>
        <p:blipFill>
          <a:blip r:embed="rId4"/>
          <a:stretch>
            <a:fillRect/>
          </a:stretch>
        </p:blipFill>
        <p:spPr>
          <a:xfrm>
            <a:off x="4370831" y="1468744"/>
            <a:ext cx="2825496" cy="400070"/>
          </a:xfrm>
          <a:prstGeom prst="rect">
            <a:avLst/>
          </a:prstGeom>
        </p:spPr>
      </p:pic>
      <p:sp>
        <p:nvSpPr>
          <p:cNvPr id="21" name="TextBox 20"/>
          <p:cNvSpPr txBox="1"/>
          <p:nvPr/>
        </p:nvSpPr>
        <p:spPr>
          <a:xfrm>
            <a:off x="4370831" y="2011680"/>
            <a:ext cx="2825496" cy="274320"/>
          </a:xfrm>
          <a:prstGeom prst="rect">
            <a:avLst/>
          </a:prstGeom>
          <a:noFill/>
        </p:spPr>
        <p:txBody>
          <a:bodyPr wrap="square" lIns="0" rIns="0" tIns="0" bIns="0" anchor="t">
            <a:spAutoFit/>
          </a:bodyPr>
          <a:lstStyle/>
          <a:p>
            <a:pPr algn="l"/>
            <a:r>
              <a:rPr sz="1000" b="1" i="0">
                <a:solidFill>
                  <a:srgbClr val="FFFFFF"/>
                </a:solidFill>
                <a:latin typeface="Arial"/>
              </a:rPr>
              <a:t>What has no dimension:</a:t>
            </a:r>
          </a:p>
        </p:txBody>
      </p:sp>
      <p:sp>
        <p:nvSpPr>
          <p:cNvPr id="22" name="TextBox 21"/>
          <p:cNvSpPr txBox="1"/>
          <p:nvPr/>
        </p:nvSpPr>
        <p:spPr>
          <a:xfrm>
            <a:off x="4370831" y="2304288"/>
            <a:ext cx="2825496" cy="1371600"/>
          </a:xfrm>
          <a:prstGeom prst="rect">
            <a:avLst/>
          </a:prstGeom>
          <a:noFill/>
        </p:spPr>
        <p:txBody>
          <a:bodyPr wrap="square" lIns="0" rIns="0" tIns="0" bIns="0" anchor="t">
            <a:spAutoFit/>
          </a:bodyPr>
          <a:lstStyle/>
          <a:p>
            <a:pPr algn="l" marL="182880" indent="-182880">
              <a:spcAft>
                <a:spcPts val="400"/>
              </a:spcAft>
              <a:buClr>
                <a:srgbClr val="FCE500"/>
              </a:buClr>
              <a:buSzPct val="100000"/>
              <a:buFont typeface="Wingdings"/>
              <a:buChar char="§"/>
            </a:pPr>
            <a:r>
              <a:rPr sz="1050" b="0" i="0">
                <a:solidFill>
                  <a:srgbClr val="FFFFFF"/>
                </a:solidFill>
                <a:latin typeface="Arial"/>
              </a:rPr>
              <a:t>Surface roughness and texture</a:t>
            </a:r>
          </a:p>
          <a:p>
            <a:pPr algn="l" marL="182880" indent="-182880">
              <a:spcAft>
                <a:spcPts val="400"/>
              </a:spcAft>
              <a:buClr>
                <a:srgbClr val="FCE500"/>
              </a:buClr>
              <a:buSzPct val="100000"/>
              <a:buFont typeface="Wingdings"/>
              <a:buChar char="§"/>
            </a:pPr>
            <a:r>
              <a:rPr sz="1050" b="0" i="0">
                <a:solidFill>
                  <a:srgbClr val="FFFFFF"/>
                </a:solidFill>
                <a:latin typeface="Arial"/>
              </a:rPr>
              <a:t>Possible foreign matter</a:t>
            </a:r>
          </a:p>
          <a:p>
            <a:pPr algn="l" marL="182880" indent="-182880">
              <a:spcAft>
                <a:spcPts val="400"/>
              </a:spcAft>
              <a:buClr>
                <a:srgbClr val="FCE500"/>
              </a:buClr>
              <a:buSzPct val="100000"/>
              <a:buFont typeface="Wingdings"/>
              <a:buChar char="§"/>
            </a:pPr>
            <a:r>
              <a:rPr sz="1050" b="0" i="0">
                <a:solidFill>
                  <a:srgbClr val="FFFFFF"/>
                </a:solidFill>
                <a:latin typeface="Arial"/>
              </a:rPr>
              <a:t>Poorly dispersed rubber</a:t>
            </a:r>
          </a:p>
          <a:p>
            <a:pPr algn="l" marL="182880" indent="-182880">
              <a:spcAft>
                <a:spcPts val="400"/>
              </a:spcAft>
              <a:buClr>
                <a:srgbClr val="FCE500"/>
              </a:buClr>
              <a:buSzPct val="100000"/>
              <a:buFont typeface="Wingdings"/>
              <a:buChar char="§"/>
            </a:pPr>
            <a:r>
              <a:rPr sz="1050" b="0" i="0">
                <a:solidFill>
                  <a:srgbClr val="FFFFFF"/>
                </a:solidFill>
                <a:latin typeface="Arial"/>
              </a:rPr>
              <a:t>Other product characteristics</a:t>
            </a:r>
          </a:p>
        </p:txBody>
      </p:sp>
      <p:sp>
        <p:nvSpPr>
          <p:cNvPr id="23" name="TextBox 22"/>
          <p:cNvSpPr txBox="1"/>
          <p:nvPr/>
        </p:nvSpPr>
        <p:spPr>
          <a:xfrm>
            <a:off x="4370831" y="3611880"/>
            <a:ext cx="2825496" cy="411480"/>
          </a:xfrm>
          <a:prstGeom prst="rect">
            <a:avLst/>
          </a:prstGeom>
          <a:noFill/>
        </p:spPr>
        <p:txBody>
          <a:bodyPr wrap="square" lIns="0" rIns="0" tIns="0" bIns="0" anchor="t">
            <a:spAutoFit/>
          </a:bodyPr>
          <a:lstStyle/>
          <a:p>
            <a:pPr algn="l"/>
            <a:r>
              <a:rPr sz="900" b="0" i="0">
                <a:solidFill>
                  <a:srgbClr val="D6E0F0"/>
                </a:solidFill>
                <a:latin typeface="Arial"/>
              </a:rPr>
              <a:t>Learns what a good product looks like and flags anything out of the ordinary.</a:t>
            </a:r>
          </a:p>
        </p:txBody>
      </p:sp>
      <p:sp>
        <p:nvSpPr>
          <p:cNvPr id="24" name="Rectangle 23"/>
          <p:cNvSpPr/>
          <p:nvPr/>
        </p:nvSpPr>
        <p:spPr>
          <a:xfrm>
            <a:off x="457200" y="4206240"/>
            <a:ext cx="6903720" cy="365760"/>
          </a:xfrm>
          <a:prstGeom prst="rect">
            <a:avLst/>
          </a:prstGeom>
          <a:solidFill>
            <a:srgbClr val="001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206240"/>
            <a:ext cx="6675120" cy="365760"/>
          </a:xfrm>
          <a:prstGeom prst="rect">
            <a:avLst/>
          </a:prstGeom>
          <a:noFill/>
        </p:spPr>
        <p:txBody>
          <a:bodyPr wrap="square" lIns="0" rIns="0" tIns="0" bIns="0" anchor="ctr">
            <a:spAutoFit/>
          </a:bodyPr>
          <a:lstStyle/>
          <a:p>
            <a:pPr algn="l"/>
            <a:r>
              <a:rPr sz="1000" b="1" i="0">
                <a:solidFill>
                  <a:srgbClr val="FCE500"/>
                </a:solidFill>
                <a:latin typeface="Arial"/>
              </a:rPr>
              <a:t>The foundation already exists: </a:t>
            </a:r>
            <a:r>
              <a:rPr sz="1000" b="0" i="0">
                <a:solidFill>
                  <a:srgbClr val="FFFFFF"/>
                </a:solidFill>
                <a:latin typeface="Arial"/>
              </a:rPr>
              <a:t>thousands of real images archived in PI, linked to their measurements and alerts.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Process mastery and continuous improvement</a:t>
            </a:r>
          </a:p>
        </p:txBody>
      </p:sp>
      <p:sp>
        <p:nvSpPr>
          <p:cNvPr id="4" name="TextBox 3"/>
          <p:cNvSpPr txBox="1"/>
          <p:nvPr/>
        </p:nvSpPr>
        <p:spPr>
          <a:xfrm>
            <a:off x="585216" y="585216"/>
            <a:ext cx="4500879" cy="274320"/>
          </a:xfrm>
          <a:prstGeom prst="rect">
            <a:avLst/>
          </a:prstGeom>
          <a:noFill/>
        </p:spPr>
        <p:txBody>
          <a:bodyPr wrap="square" lIns="0" tIns="0" rIns="0" bIns="0" anchor="t">
            <a:spAutoFit/>
          </a:bodyPr>
          <a:lstStyle/>
          <a:p>
            <a:pPr algn="l"/>
            <a:r>
              <a:rPr sz="1050" b="0" i="0">
                <a:solidFill>
                  <a:srgbClr val="27509B"/>
                </a:solidFill>
                <a:latin typeface="Arial"/>
              </a:rPr>
              <a:t>Every turn of the cycle makes us a little better</a:t>
            </a:r>
          </a:p>
        </p:txBody>
      </p:sp>
      <p:sp>
        <p:nvSpPr>
          <p:cNvPr id="5" name="Oval 4"/>
          <p:cNvSpPr/>
          <p:nvPr/>
        </p:nvSpPr>
        <p:spPr>
          <a:xfrm>
            <a:off x="5074920"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A6A6A6"/>
                </a:solidFill>
                <a:latin typeface="Michelin"/>
              </a:rPr>
              <a:t>SEE</a:t>
            </a:r>
          </a:p>
        </p:txBody>
      </p:sp>
      <p:sp>
        <p:nvSpPr>
          <p:cNvPr id="7" name="Oval 6"/>
          <p:cNvSpPr/>
          <p:nvPr/>
        </p:nvSpPr>
        <p:spPr>
          <a:xfrm>
            <a:off x="582472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UNDERSTAND</a:t>
            </a:r>
          </a:p>
        </p:txBody>
      </p:sp>
      <p:sp>
        <p:nvSpPr>
          <p:cNvPr id="9" name="Oval 8"/>
          <p:cNvSpPr/>
          <p:nvPr/>
        </p:nvSpPr>
        <p:spPr>
          <a:xfrm>
            <a:off x="687628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DECIDE</a:t>
            </a:r>
          </a:p>
        </p:txBody>
      </p:sp>
      <p:sp>
        <p:nvSpPr>
          <p:cNvPr id="11" name="Oval 10"/>
          <p:cNvSpPr/>
          <p:nvPr/>
        </p:nvSpPr>
        <p:spPr>
          <a:xfrm>
            <a:off x="7927848"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1" i="0">
                <a:solidFill>
                  <a:srgbClr val="27509B"/>
                </a:solidFill>
                <a:latin typeface="Michelin"/>
              </a:rPr>
              <a:t>ANTICIPATE</a:t>
            </a:r>
          </a:p>
        </p:txBody>
      </p:sp>
      <p:sp>
        <p:nvSpPr>
          <p:cNvPr id="13" name="Oval 12"/>
          <p:cNvSpPr/>
          <p:nvPr/>
        </p:nvSpPr>
        <p:spPr>
          <a:xfrm>
            <a:off x="1325880" y="1371600"/>
            <a:ext cx="2651760" cy="2651760"/>
          </a:xfrm>
          <a:prstGeom prst="ellipse">
            <a:avLst/>
          </a:prstGeom>
          <a:noFill/>
          <a:ln w="28575">
            <a:solidFill>
              <a:srgbClr val="C9D6EC"/>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187529" y="2130552"/>
            <a:ext cx="1116218" cy="1133856"/>
          </a:xfrm>
          <a:prstGeom prst="ellipse">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187529" y="2130552"/>
            <a:ext cx="1116218" cy="1133856"/>
          </a:xfrm>
          <a:prstGeom prst="rect">
            <a:avLst/>
          </a:prstGeom>
          <a:noFill/>
        </p:spPr>
        <p:txBody>
          <a:bodyPr wrap="square" lIns="0" tIns="0" rIns="0" bIns="0" anchor="ctr">
            <a:spAutoFit/>
          </a:bodyPr>
          <a:lstStyle/>
          <a:p>
            <a:pPr algn="ctr"/>
            <a:r>
              <a:rPr sz="1100" b="1" i="0">
                <a:solidFill>
                  <a:srgbClr val="00205B"/>
                </a:solidFill>
                <a:latin typeface="Michelin"/>
              </a:rPr>
              <a:t>IQF</a:t>
            </a:r>
          </a:p>
        </p:txBody>
      </p:sp>
      <p:sp>
        <p:nvSpPr>
          <p:cNvPr id="16" name="Oval 15"/>
          <p:cNvSpPr/>
          <p:nvPr/>
        </p:nvSpPr>
        <p:spPr>
          <a:xfrm>
            <a:off x="2295550" y="914400"/>
            <a:ext cx="900175" cy="914400"/>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95550" y="1060704"/>
            <a:ext cx="900175" cy="365760"/>
          </a:xfrm>
          <a:prstGeom prst="rect">
            <a:avLst/>
          </a:prstGeom>
          <a:noFill/>
        </p:spPr>
        <p:txBody>
          <a:bodyPr wrap="square" lIns="0" tIns="0" rIns="0" bIns="0" anchor="t">
            <a:spAutoFit/>
          </a:bodyPr>
          <a:lstStyle/>
          <a:p>
            <a:pPr algn="ctr"/>
            <a:r>
              <a:rPr sz="1300" b="1" i="0">
                <a:solidFill>
                  <a:srgbClr val="FFFFFF"/>
                </a:solidFill>
                <a:latin typeface="Michelin"/>
              </a:rPr>
              <a:t>01</a:t>
            </a:r>
          </a:p>
        </p:txBody>
      </p:sp>
      <p:sp>
        <p:nvSpPr>
          <p:cNvPr id="18" name="TextBox 17"/>
          <p:cNvSpPr txBox="1"/>
          <p:nvPr/>
        </p:nvSpPr>
        <p:spPr>
          <a:xfrm>
            <a:off x="2295550" y="1325880"/>
            <a:ext cx="900175" cy="274320"/>
          </a:xfrm>
          <a:prstGeom prst="rect">
            <a:avLst/>
          </a:prstGeom>
          <a:noFill/>
        </p:spPr>
        <p:txBody>
          <a:bodyPr wrap="square" lIns="0" tIns="0" rIns="0" bIns="0" anchor="t">
            <a:spAutoFit/>
          </a:bodyPr>
          <a:lstStyle/>
          <a:p>
            <a:pPr algn="ctr"/>
            <a:r>
              <a:rPr sz="850" b="1" i="0">
                <a:solidFill>
                  <a:srgbClr val="FFFFFF"/>
                </a:solidFill>
                <a:latin typeface="Michelin"/>
              </a:rPr>
              <a:t>SEE</a:t>
            </a:r>
          </a:p>
        </p:txBody>
      </p:sp>
      <p:sp>
        <p:nvSpPr>
          <p:cNvPr id="19" name="Oval 18"/>
          <p:cNvSpPr/>
          <p:nvPr/>
        </p:nvSpPr>
        <p:spPr>
          <a:xfrm>
            <a:off x="3600805" y="2240280"/>
            <a:ext cx="900175" cy="914400"/>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00805" y="2386584"/>
            <a:ext cx="900175" cy="365760"/>
          </a:xfrm>
          <a:prstGeom prst="rect">
            <a:avLst/>
          </a:prstGeom>
          <a:noFill/>
        </p:spPr>
        <p:txBody>
          <a:bodyPr wrap="square" lIns="0" tIns="0" rIns="0" bIns="0" anchor="t">
            <a:spAutoFit/>
          </a:bodyPr>
          <a:lstStyle/>
          <a:p>
            <a:pPr algn="ctr"/>
            <a:r>
              <a:rPr sz="1300" b="1" i="0">
                <a:solidFill>
                  <a:srgbClr val="FFFFFF"/>
                </a:solidFill>
                <a:latin typeface="Michelin"/>
              </a:rPr>
              <a:t>02</a:t>
            </a:r>
          </a:p>
        </p:txBody>
      </p:sp>
      <p:sp>
        <p:nvSpPr>
          <p:cNvPr id="21" name="TextBox 20"/>
          <p:cNvSpPr txBox="1"/>
          <p:nvPr/>
        </p:nvSpPr>
        <p:spPr>
          <a:xfrm>
            <a:off x="3600805" y="2651760"/>
            <a:ext cx="900175" cy="274320"/>
          </a:xfrm>
          <a:prstGeom prst="rect">
            <a:avLst/>
          </a:prstGeom>
          <a:noFill/>
        </p:spPr>
        <p:txBody>
          <a:bodyPr wrap="square" lIns="0" tIns="0" rIns="0" bIns="0" anchor="t">
            <a:spAutoFit/>
          </a:bodyPr>
          <a:lstStyle/>
          <a:p>
            <a:pPr algn="ctr"/>
            <a:r>
              <a:rPr sz="850" b="1" i="0">
                <a:solidFill>
                  <a:srgbClr val="FFFFFF"/>
                </a:solidFill>
                <a:latin typeface="Michelin"/>
              </a:rPr>
              <a:t>UNDERSTAND</a:t>
            </a:r>
          </a:p>
        </p:txBody>
      </p:sp>
      <p:sp>
        <p:nvSpPr>
          <p:cNvPr id="22" name="Oval 21"/>
          <p:cNvSpPr/>
          <p:nvPr/>
        </p:nvSpPr>
        <p:spPr>
          <a:xfrm>
            <a:off x="2295550" y="3566160"/>
            <a:ext cx="900175" cy="914400"/>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295550" y="3712464"/>
            <a:ext cx="900175" cy="365760"/>
          </a:xfrm>
          <a:prstGeom prst="rect">
            <a:avLst/>
          </a:prstGeom>
          <a:noFill/>
        </p:spPr>
        <p:txBody>
          <a:bodyPr wrap="square" lIns="0" tIns="0" rIns="0" bIns="0" anchor="t">
            <a:spAutoFit/>
          </a:bodyPr>
          <a:lstStyle/>
          <a:p>
            <a:pPr algn="ctr"/>
            <a:r>
              <a:rPr sz="1300" b="1" i="0">
                <a:solidFill>
                  <a:srgbClr val="FFFFFF"/>
                </a:solidFill>
                <a:latin typeface="Michelin"/>
              </a:rPr>
              <a:t>03</a:t>
            </a:r>
          </a:p>
        </p:txBody>
      </p:sp>
      <p:sp>
        <p:nvSpPr>
          <p:cNvPr id="24" name="TextBox 23"/>
          <p:cNvSpPr txBox="1"/>
          <p:nvPr/>
        </p:nvSpPr>
        <p:spPr>
          <a:xfrm>
            <a:off x="2295550" y="3977640"/>
            <a:ext cx="900175" cy="274320"/>
          </a:xfrm>
          <a:prstGeom prst="rect">
            <a:avLst/>
          </a:prstGeom>
          <a:noFill/>
        </p:spPr>
        <p:txBody>
          <a:bodyPr wrap="square" lIns="0" tIns="0" rIns="0" bIns="0" anchor="t">
            <a:spAutoFit/>
          </a:bodyPr>
          <a:lstStyle/>
          <a:p>
            <a:pPr algn="ctr"/>
            <a:r>
              <a:rPr sz="850" b="1" i="0">
                <a:solidFill>
                  <a:srgbClr val="FFFFFF"/>
                </a:solidFill>
                <a:latin typeface="Michelin"/>
              </a:rPr>
              <a:t>DECIDE</a:t>
            </a:r>
          </a:p>
        </p:txBody>
      </p:sp>
      <p:sp>
        <p:nvSpPr>
          <p:cNvPr id="25" name="Oval 24"/>
          <p:cNvSpPr/>
          <p:nvPr/>
        </p:nvSpPr>
        <p:spPr>
          <a:xfrm>
            <a:off x="990295" y="2240280"/>
            <a:ext cx="900175" cy="914400"/>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90295" y="2386584"/>
            <a:ext cx="900175" cy="365760"/>
          </a:xfrm>
          <a:prstGeom prst="rect">
            <a:avLst/>
          </a:prstGeom>
          <a:noFill/>
        </p:spPr>
        <p:txBody>
          <a:bodyPr wrap="square" lIns="0" tIns="0" rIns="0" bIns="0" anchor="t">
            <a:spAutoFit/>
          </a:bodyPr>
          <a:lstStyle/>
          <a:p>
            <a:pPr algn="ctr"/>
            <a:r>
              <a:rPr sz="1300" b="1" i="0">
                <a:solidFill>
                  <a:srgbClr val="FFFFFF"/>
                </a:solidFill>
                <a:latin typeface="Michelin"/>
              </a:rPr>
              <a:t>04</a:t>
            </a:r>
          </a:p>
        </p:txBody>
      </p:sp>
      <p:sp>
        <p:nvSpPr>
          <p:cNvPr id="27" name="TextBox 26"/>
          <p:cNvSpPr txBox="1"/>
          <p:nvPr/>
        </p:nvSpPr>
        <p:spPr>
          <a:xfrm>
            <a:off x="990295" y="2651760"/>
            <a:ext cx="900175" cy="274320"/>
          </a:xfrm>
          <a:prstGeom prst="rect">
            <a:avLst/>
          </a:prstGeom>
          <a:noFill/>
        </p:spPr>
        <p:txBody>
          <a:bodyPr wrap="square" lIns="0" tIns="0" rIns="0" bIns="0" anchor="t">
            <a:spAutoFit/>
          </a:bodyPr>
          <a:lstStyle/>
          <a:p>
            <a:pPr algn="ctr"/>
            <a:r>
              <a:rPr sz="850" b="1" i="0">
                <a:solidFill>
                  <a:srgbClr val="FFFFFF"/>
                </a:solidFill>
                <a:latin typeface="Michelin"/>
              </a:rPr>
              <a:t>ANTICIPATE</a:t>
            </a:r>
          </a:p>
        </p:txBody>
      </p:sp>
      <p:sp>
        <p:nvSpPr>
          <p:cNvPr id="28" name="TextBox 27"/>
          <p:cNvSpPr txBox="1"/>
          <p:nvPr/>
        </p:nvSpPr>
        <p:spPr>
          <a:xfrm>
            <a:off x="4906060" y="960120"/>
            <a:ext cx="3780739" cy="777240"/>
          </a:xfrm>
          <a:prstGeom prst="rect">
            <a:avLst/>
          </a:prstGeom>
          <a:noFill/>
        </p:spPr>
        <p:txBody>
          <a:bodyPr wrap="square" lIns="0" tIns="0" rIns="0" bIns="0" anchor="t">
            <a:spAutoFit/>
          </a:bodyPr>
          <a:lstStyle/>
          <a:p>
            <a:pPr algn="l"/>
            <a:r>
              <a:rPr sz="1400" b="1" i="0">
                <a:solidFill>
                  <a:srgbClr val="00205B"/>
                </a:solidFill>
                <a:latin typeface="Michelin"/>
              </a:rPr>
              <a:t>We measure</a:t>
            </a:r>
          </a:p>
          <a:p>
            <a:pPr algn="l"/>
            <a:r>
              <a:rPr sz="1100" b="0" i="0">
                <a:solidFill>
                  <a:srgbClr val="262626"/>
                </a:solidFill>
                <a:latin typeface="Arial"/>
              </a:rPr>
              <a:t>every tire with 3D lasers</a:t>
            </a:r>
          </a:p>
        </p:txBody>
      </p:sp>
      <p:sp>
        <p:nvSpPr>
          <p:cNvPr id="29" name="TextBox 28"/>
          <p:cNvSpPr txBox="1"/>
          <p:nvPr/>
        </p:nvSpPr>
        <p:spPr>
          <a:xfrm>
            <a:off x="4906060" y="1828800"/>
            <a:ext cx="3780739" cy="777240"/>
          </a:xfrm>
          <a:prstGeom prst="rect">
            <a:avLst/>
          </a:prstGeom>
          <a:noFill/>
        </p:spPr>
        <p:txBody>
          <a:bodyPr wrap="square" lIns="0" tIns="0" rIns="0" bIns="0" anchor="t">
            <a:spAutoFit/>
          </a:bodyPr>
          <a:lstStyle/>
          <a:p>
            <a:pPr algn="l"/>
            <a:r>
              <a:rPr sz="1400" b="1" i="0">
                <a:solidFill>
                  <a:srgbClr val="00205B"/>
                </a:solidFill>
                <a:latin typeface="Michelin"/>
              </a:rPr>
              <a:t>We understand</a:t>
            </a:r>
          </a:p>
          <a:p>
            <a:pPr algn="l"/>
            <a:r>
              <a:rPr sz="1100" b="0" i="0">
                <a:solidFill>
                  <a:srgbClr val="262626"/>
                </a:solidFill>
                <a:latin typeface="Arial"/>
              </a:rPr>
              <a:t>real-time trends and alerts</a:t>
            </a:r>
          </a:p>
        </p:txBody>
      </p:sp>
      <p:sp>
        <p:nvSpPr>
          <p:cNvPr id="30" name="TextBox 29"/>
          <p:cNvSpPr txBox="1"/>
          <p:nvPr/>
        </p:nvSpPr>
        <p:spPr>
          <a:xfrm>
            <a:off x="4906060" y="2697480"/>
            <a:ext cx="3780739" cy="777240"/>
          </a:xfrm>
          <a:prstGeom prst="rect">
            <a:avLst/>
          </a:prstGeom>
          <a:noFill/>
        </p:spPr>
        <p:txBody>
          <a:bodyPr wrap="square" lIns="0" tIns="0" rIns="0" bIns="0" anchor="t">
            <a:spAutoFit/>
          </a:bodyPr>
          <a:lstStyle/>
          <a:p>
            <a:pPr algn="l"/>
            <a:r>
              <a:rPr sz="1400" b="1" i="0">
                <a:solidFill>
                  <a:srgbClr val="00205B"/>
                </a:solidFill>
                <a:latin typeface="Michelin"/>
              </a:rPr>
              <a:t>We correct</a:t>
            </a:r>
          </a:p>
          <a:p>
            <a:pPr algn="l"/>
            <a:r>
              <a:rPr sz="1100" b="0" i="0">
                <a:solidFill>
                  <a:srgbClr val="262626"/>
                </a:solidFill>
                <a:latin typeface="Arial"/>
              </a:rPr>
              <a:t>automatically with R4P</a:t>
            </a:r>
          </a:p>
        </p:txBody>
      </p:sp>
      <p:sp>
        <p:nvSpPr>
          <p:cNvPr id="31" name="TextBox 30"/>
          <p:cNvSpPr txBox="1"/>
          <p:nvPr/>
        </p:nvSpPr>
        <p:spPr>
          <a:xfrm>
            <a:off x="4906060" y="3566159"/>
            <a:ext cx="3780739" cy="777240"/>
          </a:xfrm>
          <a:prstGeom prst="rect">
            <a:avLst/>
          </a:prstGeom>
          <a:noFill/>
        </p:spPr>
        <p:txBody>
          <a:bodyPr wrap="square" lIns="0" tIns="0" rIns="0" bIns="0" anchor="t">
            <a:spAutoFit/>
          </a:bodyPr>
          <a:lstStyle/>
          <a:p>
            <a:pPr algn="l"/>
            <a:r>
              <a:rPr sz="1400" b="1" i="0">
                <a:solidFill>
                  <a:srgbClr val="00205B"/>
                </a:solidFill>
                <a:latin typeface="Michelin"/>
              </a:rPr>
              <a:t>We learn</a:t>
            </a:r>
          </a:p>
          <a:p>
            <a:pPr algn="l"/>
            <a:r>
              <a:rPr sz="1100" b="0" i="0">
                <a:solidFill>
                  <a:srgbClr val="262626"/>
                </a:solidFill>
                <a:latin typeface="Arial"/>
              </a:rPr>
              <a:t>patterns with Dataiku and AI</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right information for every </a:t>
            </a:r>
            <a:r>
              <a:rPr dirty="0" err="1"/>
              <a:t/>
            </a:r>
            <a:r>
              <a:rPr dirty="0"/>
              <a:t/>
            </a:r>
            <a:r>
              <a:rPr dirty="0" err="1"/>
              <a:t/>
            </a:r>
            <a:r>
              <a:rPr dirty="0"/>
              <a:t/>
            </a:r>
            <a:r>
              <a:rPr dirty="0" err="1"/>
              <a:t/>
            </a:r>
            <a:r>
              <a:rPr dirty="0"/>
              <a:t/>
            </a:r>
            <a:r>
              <a:rPr sz="1400" dirty="0"/>
              <a:t>person</a:t>
            </a:r>
            <a:endParaRPr dirty="0"/>
          </a:p>
        </p:txBody>
      </p:sp>
      <p:sp>
        <p:nvSpPr>
          <p:cNvPr id="4" name="TextBox 3"/>
          <p:cNvSpPr txBox="1"/>
          <p:nvPr/>
        </p:nvSpPr>
        <p:spPr>
          <a:xfrm>
            <a:off x="585216" y="642091"/>
            <a:ext cx="4500879" cy="274320"/>
          </a:xfrm>
          <a:prstGeom prst="rect">
            <a:avLst/>
          </a:prstGeom>
          <a:noFill/>
        </p:spPr>
        <p:txBody>
          <a:bodyPr wrap="square" lIns="0" tIns="0" rIns="0" bIns="0" anchor="t">
            <a:spAutoFit/>
          </a:bodyPr>
          <a:lstStyle/>
          <a:p>
            <a:pPr algn="l"/>
            <a:r>
              <a:rPr sz="1050" b="0" i="0" dirty="0">
                <a:solidFill>
                  <a:srgbClr val="27509B"/>
                </a:solidFill>
                <a:latin typeface="Arial"/>
              </a:rPr>
              <a:t>The same data, turned into action at every level</a:t>
            </a:r>
            <a:r>
              <a:rPr sz="1050" b="0" i="0" dirty="0" err="1">
                <a:solidFill>
                  <a:srgbClr val="27509B"/>
                </a:solidFill>
                <a:latin typeface="Arial"/>
              </a:rPr>
              <a:t/>
            </a:r>
            <a:r>
              <a:rPr sz="1050" b="0" i="0" dirty="0">
                <a:solidFill>
                  <a:srgbClr val="27509B"/>
                </a:solidFill>
                <a:latin typeface="Arial"/>
              </a:rPr>
              <a:t/>
            </a:r>
            <a:r>
              <a:rPr sz="1050" b="0" i="0" dirty="0" err="1">
                <a:solidFill>
                  <a:srgbClr val="27509B"/>
                </a:solidFill>
                <a:latin typeface="Arial"/>
              </a:rPr>
              <a:t/>
            </a:r>
            <a:r>
              <a:rPr sz="1050" b="0" i="0" dirty="0">
                <a:solidFill>
                  <a:srgbClr val="27509B"/>
                </a:solidFill>
                <a:latin typeface="Arial"/>
              </a:rPr>
              <a:t/>
            </a:r>
            <a:r>
              <a:rPr sz="1050" b="0" i="0" dirty="0" err="1">
                <a:solidFill>
                  <a:srgbClr val="27509B"/>
                </a:solidFill>
                <a:latin typeface="Arial"/>
              </a:rPr>
              <a:t/>
            </a:r>
            <a:r>
              <a:rPr sz="1050" b="0" i="0" dirty="0">
                <a:solidFill>
                  <a:srgbClr val="27509B"/>
                </a:solidFill>
                <a:latin typeface="Arial"/>
              </a:rPr>
              <a:t/>
            </a:r>
            <a:r>
              <a:rPr sz="1050" b="0" i="0" dirty="0" err="1">
                <a:solidFill>
                  <a:srgbClr val="27509B"/>
                </a:solidFill>
                <a:latin typeface="Arial"/>
              </a:rPr>
              <a:t/>
            </a:r>
            <a:r>
              <a:rPr sz="1050" b="0" i="0" dirty="0">
                <a:solidFill>
                  <a:srgbClr val="27509B"/>
                </a:solidFill>
                <a:latin typeface="Arial"/>
              </a:rPr>
              <a:t/>
            </a:r>
            <a:r>
              <a:rPr sz="1050" b="0" i="0" dirty="0" err="1">
                <a:solidFill>
                  <a:srgbClr val="27509B"/>
                </a:solidFill>
                <a:latin typeface="Arial"/>
              </a:rPr>
              <a:t/>
            </a:r>
            <a:r>
              <a:rPr sz="1050" b="0" i="0" dirty="0">
                <a:solidFill>
                  <a:srgbClr val="27509B"/>
                </a:solidFill>
                <a:latin typeface="Arial"/>
              </a:rPr>
              <a:t/>
            </a:r>
            <a:r>
              <a:rPr sz="1050" b="0" i="0" dirty="0" err="1">
                <a:solidFill>
                  <a:srgbClr val="27509B"/>
                </a:solidFill>
                <a:latin typeface="Arial"/>
              </a:rPr>
              <a:t/>
            </a:r>
            <a:r>
              <a:rPr sz="1050" b="0" i="0" dirty="0">
                <a:solidFill>
                  <a:srgbClr val="27509B"/>
                </a:solidFill>
                <a:latin typeface="Arial"/>
              </a:rPr>
              <a:t/>
            </a:r>
            <a:r>
              <a:rPr sz="1050" b="0" i="0" dirty="0" err="1">
                <a:solidFill>
                  <a:srgbClr val="27509B"/>
                </a:solidFill>
                <a:latin typeface="Arial"/>
              </a:rPr>
              <a:t/>
            </a:r>
            <a:r>
              <a:rPr sz="1050" b="0" i="0" dirty="0">
                <a:solidFill>
                  <a:srgbClr val="27509B"/>
                </a:solidFill>
                <a:latin typeface="Arial"/>
              </a:rPr>
              <a:t/>
            </a:r>
            <a:r>
              <a:rPr sz="1050" b="0" i="0" dirty="0" err="1">
                <a:solidFill>
                  <a:srgbClr val="27509B"/>
                </a:solidFill>
                <a:latin typeface="Arial"/>
              </a:rPr>
              <a:t/>
            </a:r>
            <a:endParaRPr sz="1050" b="0" i="0" dirty="0">
              <a:solidFill>
                <a:srgbClr val="27509B"/>
              </a:solidFill>
              <a:latin typeface="Arial"/>
            </a:endParaRPr>
          </a:p>
        </p:txBody>
      </p:sp>
      <p:sp>
        <p:nvSpPr>
          <p:cNvPr id="5" name="Rectangle 4"/>
          <p:cNvSpPr/>
          <p:nvPr/>
        </p:nvSpPr>
        <p:spPr>
          <a:xfrm>
            <a:off x="585216" y="960120"/>
            <a:ext cx="2565501" cy="25146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hmi.jpg"/>
          <p:cNvPicPr>
            <a:picLocks noChangeAspect="1"/>
          </p:cNvPicPr>
          <p:nvPr/>
        </p:nvPicPr>
        <p:blipFill>
          <a:blip r:embed="rId3"/>
          <a:stretch>
            <a:fillRect/>
          </a:stretch>
        </p:blipFill>
        <p:spPr>
          <a:xfrm>
            <a:off x="675233" y="1598753"/>
            <a:ext cx="2385466" cy="1228189"/>
          </a:xfrm>
          <a:prstGeom prst="rect">
            <a:avLst/>
          </a:prstGeom>
        </p:spPr>
      </p:pic>
      <p:sp>
        <p:nvSpPr>
          <p:cNvPr id="7" name="TextBox 6"/>
          <p:cNvSpPr txBox="1"/>
          <p:nvPr/>
        </p:nvSpPr>
        <p:spPr>
          <a:xfrm>
            <a:off x="585216" y="3611880"/>
            <a:ext cx="2565501" cy="457200"/>
          </a:xfrm>
          <a:prstGeom prst="rect">
            <a:avLst/>
          </a:prstGeom>
          <a:noFill/>
        </p:spPr>
        <p:txBody>
          <a:bodyPr wrap="square" lIns="0" tIns="0" rIns="0" bIns="0" anchor="t">
            <a:spAutoFit/>
          </a:bodyPr>
          <a:lstStyle/>
          <a:p>
            <a:pPr algn="l"/>
            <a:r>
              <a:rPr sz="1200" b="1" i="0" cap="all">
                <a:solidFill>
                  <a:srgbClr val="00205B"/>
                </a:solidFill>
                <a:latin typeface="Michelin"/>
              </a:rPr>
              <a:t>Operator</a:t>
            </a:r>
          </a:p>
        </p:txBody>
      </p:sp>
      <p:sp>
        <p:nvSpPr>
          <p:cNvPr id="8" name="TextBox 7"/>
          <p:cNvSpPr txBox="1"/>
          <p:nvPr/>
        </p:nvSpPr>
        <p:spPr>
          <a:xfrm>
            <a:off x="585216" y="4069080"/>
            <a:ext cx="2565501" cy="502920"/>
          </a:xfrm>
          <a:prstGeom prst="rect">
            <a:avLst/>
          </a:prstGeom>
          <a:noFill/>
        </p:spPr>
        <p:txBody>
          <a:bodyPr wrap="square" lIns="0" tIns="0" rIns="0" bIns="0" anchor="t">
            <a:spAutoFit/>
          </a:bodyPr>
          <a:lstStyle/>
          <a:p>
            <a:pPr algn="l"/>
            <a:r>
              <a:rPr sz="1050" b="0" i="0">
                <a:solidFill>
                  <a:srgbClr val="262626"/>
                </a:solidFill>
                <a:latin typeface="Arial"/>
              </a:rPr>
              <a:t>Sees the status of their station in real time.</a:t>
            </a:r>
          </a:p>
        </p:txBody>
      </p:sp>
      <p:sp>
        <p:nvSpPr>
          <p:cNvPr id="9" name="Rectangle 8"/>
          <p:cNvSpPr/>
          <p:nvPr/>
        </p:nvSpPr>
        <p:spPr>
          <a:xfrm>
            <a:off x="3353257" y="960120"/>
            <a:ext cx="2565501" cy="25146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alertmob.png"/>
          <p:cNvPicPr>
            <a:picLocks noChangeAspect="1"/>
          </p:cNvPicPr>
          <p:nvPr/>
        </p:nvPicPr>
        <p:blipFill>
          <a:blip r:embed="rId4"/>
          <a:stretch>
            <a:fillRect/>
          </a:stretch>
        </p:blipFill>
        <p:spPr>
          <a:xfrm>
            <a:off x="3443274" y="1325990"/>
            <a:ext cx="2385466" cy="1773715"/>
          </a:xfrm>
          <a:prstGeom prst="rect">
            <a:avLst/>
          </a:prstGeom>
        </p:spPr>
      </p:pic>
      <p:sp>
        <p:nvSpPr>
          <p:cNvPr id="11" name="TextBox 10"/>
          <p:cNvSpPr txBox="1"/>
          <p:nvPr/>
        </p:nvSpPr>
        <p:spPr>
          <a:xfrm>
            <a:off x="3353257" y="3611880"/>
            <a:ext cx="2565501" cy="457200"/>
          </a:xfrm>
          <a:prstGeom prst="rect">
            <a:avLst/>
          </a:prstGeom>
          <a:noFill/>
        </p:spPr>
        <p:txBody>
          <a:bodyPr wrap="square" lIns="0" tIns="0" rIns="0" bIns="0" anchor="t">
            <a:spAutoFit/>
          </a:bodyPr>
          <a:lstStyle/>
          <a:p>
            <a:pPr algn="l"/>
            <a:r>
              <a:rPr sz="1200" b="1" i="0" cap="all">
                <a:solidFill>
                  <a:srgbClr val="00205B"/>
                </a:solidFill>
                <a:latin typeface="Michelin"/>
              </a:rPr>
              <a:t>Process and maintenance</a:t>
            </a:r>
          </a:p>
        </p:txBody>
      </p:sp>
      <p:sp>
        <p:nvSpPr>
          <p:cNvPr id="12" name="TextBox 11"/>
          <p:cNvSpPr txBox="1"/>
          <p:nvPr/>
        </p:nvSpPr>
        <p:spPr>
          <a:xfrm>
            <a:off x="3353257" y="4069080"/>
            <a:ext cx="2565501" cy="502920"/>
          </a:xfrm>
          <a:prstGeom prst="rect">
            <a:avLst/>
          </a:prstGeom>
          <a:noFill/>
        </p:spPr>
        <p:txBody>
          <a:bodyPr wrap="square" lIns="0" tIns="0" rIns="0" bIns="0" anchor="t">
            <a:spAutoFit/>
          </a:bodyPr>
          <a:lstStyle/>
          <a:p>
            <a:pPr algn="l"/>
            <a:r>
              <a:rPr sz="1050" b="0" i="0">
                <a:solidFill>
                  <a:srgbClr val="262626"/>
                </a:solidFill>
                <a:latin typeface="Arial"/>
              </a:rPr>
              <a:t>Receive the alert and act on the machine.</a:t>
            </a:r>
          </a:p>
        </p:txBody>
      </p:sp>
      <p:sp>
        <p:nvSpPr>
          <p:cNvPr id="13" name="Rectangle 12"/>
          <p:cNvSpPr/>
          <p:nvPr/>
        </p:nvSpPr>
        <p:spPr>
          <a:xfrm>
            <a:off x="6121298" y="960120"/>
            <a:ext cx="2565501" cy="25146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expl.jpg"/>
          <p:cNvPicPr>
            <a:picLocks noChangeAspect="1"/>
          </p:cNvPicPr>
          <p:nvPr/>
        </p:nvPicPr>
        <p:blipFill>
          <a:blip r:embed="rId5"/>
          <a:stretch>
            <a:fillRect/>
          </a:stretch>
        </p:blipFill>
        <p:spPr>
          <a:xfrm>
            <a:off x="6211315" y="1628385"/>
            <a:ext cx="2385466" cy="1168924"/>
          </a:xfrm>
          <a:prstGeom prst="rect">
            <a:avLst/>
          </a:prstGeom>
        </p:spPr>
      </p:pic>
      <p:sp>
        <p:nvSpPr>
          <p:cNvPr id="15" name="TextBox 14"/>
          <p:cNvSpPr txBox="1"/>
          <p:nvPr/>
        </p:nvSpPr>
        <p:spPr>
          <a:xfrm>
            <a:off x="6121298" y="3611880"/>
            <a:ext cx="2565501" cy="457200"/>
          </a:xfrm>
          <a:prstGeom prst="rect">
            <a:avLst/>
          </a:prstGeom>
          <a:noFill/>
        </p:spPr>
        <p:txBody>
          <a:bodyPr wrap="square" lIns="0" tIns="0" rIns="0" bIns="0" anchor="t">
            <a:spAutoFit/>
          </a:bodyPr>
          <a:lstStyle/>
          <a:p>
            <a:pPr algn="l"/>
            <a:r>
              <a:rPr sz="1200" b="1" i="0" cap="all">
                <a:solidFill>
                  <a:srgbClr val="00205B"/>
                </a:solidFill>
                <a:latin typeface="Michelin"/>
              </a:rPr>
              <a:t>Engineering and quality</a:t>
            </a:r>
          </a:p>
        </p:txBody>
      </p:sp>
      <p:sp>
        <p:nvSpPr>
          <p:cNvPr id="16" name="TextBox 15"/>
          <p:cNvSpPr txBox="1"/>
          <p:nvPr/>
        </p:nvSpPr>
        <p:spPr>
          <a:xfrm>
            <a:off x="6121298" y="4069080"/>
            <a:ext cx="2565501" cy="502920"/>
          </a:xfrm>
          <a:prstGeom prst="rect">
            <a:avLst/>
          </a:prstGeom>
          <a:noFill/>
        </p:spPr>
        <p:txBody>
          <a:bodyPr wrap="square" lIns="0" tIns="0" rIns="0" bIns="0" anchor="t">
            <a:spAutoFit/>
          </a:bodyPr>
          <a:lstStyle/>
          <a:p>
            <a:pPr algn="l"/>
            <a:r>
              <a:rPr sz="1050" b="0" i="0">
                <a:solidFill>
                  <a:srgbClr val="262626"/>
                </a:solidFill>
                <a:latin typeface="Arial"/>
              </a:rPr>
              <a:t>Analyse trends and improve rules and IQF.</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Every tire: seen, understood, decided and better every day</a:t>
            </a:r>
          </a:p>
        </p:txBody>
      </p:sp>
      <p:sp>
        <p:nvSpPr>
          <p:cNvPr id="3" name="TextBox 2"/>
          <p:cNvSpPr txBox="1"/>
          <p:nvPr/>
        </p:nvSpPr>
        <p:spPr>
          <a:xfrm>
            <a:off x="530352" y="3840480"/>
            <a:ext cx="6400800" cy="365760"/>
          </a:xfrm>
          <a:prstGeom prst="rect">
            <a:avLst/>
          </a:prstGeom>
          <a:noFill/>
        </p:spPr>
        <p:txBody>
          <a:bodyPr wrap="square" lIns="0" tIns="0" rIns="0" bIns="0" anchor="t">
            <a:spAutoFit/>
          </a:bodyPr>
          <a:lstStyle/>
          <a:p>
            <a:pPr algn="l"/>
            <a:r>
              <a:rPr sz="1600" b="1" i="0">
                <a:solidFill>
                  <a:srgbClr val="FCE500"/>
                </a:solidFill>
                <a:latin typeface="Michelin"/>
              </a:rPr>
              <a:t>See  ·  Understand  ·  Decide  ·  Anticipate</a:t>
            </a:r>
          </a:p>
        </p:txBody>
      </p:sp>
      <p:pic>
        <p:nvPicPr>
          <p:cNvPr id="4" name="Picture 3" descr="tire.png"/>
          <p:cNvPicPr>
            <a:picLocks noChangeAspect="1"/>
          </p:cNvPicPr>
          <p:nvPr/>
        </p:nvPicPr>
        <p:blipFill>
          <a:blip r:embed="rId3"/>
          <a:stretch>
            <a:fillRect/>
          </a:stretch>
        </p:blipFill>
        <p:spPr>
          <a:xfrm>
            <a:off x="6400800" y="914400"/>
            <a:ext cx="2194560" cy="2194560"/>
          </a:xfrm>
          <a:prstGeom prst="rect">
            <a:avLst/>
          </a:prstGeom>
        </p:spPr>
      </p:pic>
      <p:pic>
        <p:nvPicPr>
          <p:cNvPr id="5" name="Picture 4" descr="hy_white.png"/>
          <p:cNvPicPr>
            <a:picLocks noChangeAspect="1"/>
          </p:cNvPicPr>
          <p:nvPr/>
        </p:nvPicPr>
        <p:blipFill>
          <a:blip r:embed="rId4"/>
          <a:stretch>
            <a:fillRect/>
          </a:stretch>
        </p:blipFill>
        <p:spPr>
          <a:xfrm>
            <a:off x="530352" y="4224528"/>
            <a:ext cx="533696" cy="274320"/>
          </a:xfrm>
          <a:prstGeom prst="rect">
            <a:avLst/>
          </a:prstGeom>
        </p:spPr>
      </p:pic>
      <p:sp>
        <p:nvSpPr>
          <p:cNvPr id="6" name="TextBox 5"/>
          <p:cNvSpPr txBox="1"/>
          <p:nvPr/>
        </p:nvSpPr>
        <p:spPr>
          <a:xfrm>
            <a:off x="1173776" y="4224528"/>
            <a:ext cx="2011680" cy="274320"/>
          </a:xfrm>
          <a:prstGeom prst="rect">
            <a:avLst/>
          </a:prstGeom>
          <a:noFill/>
        </p:spPr>
        <p:txBody>
          <a:bodyPr wrap="square" lIns="0" rIns="0" tIns="0" bIns="0" anchor="ctr">
            <a:spAutoFit/>
          </a:bodyPr>
          <a:lstStyle/>
          <a:p>
            <a:pPr algn="l"/>
            <a:r>
              <a:rPr sz="1200" b="1" i="0">
                <a:solidFill>
                  <a:srgbClr val="FFFFFF"/>
                </a:solidFill>
                <a:latin typeface="Arial"/>
              </a:rPr>
              <a:t>HYUNDAI</a:t>
            </a:r>
          </a:p>
        </p:txBody>
      </p:sp>
      <p:sp>
        <p:nvSpPr>
          <p:cNvPr id="7" name="TextBox 6"/>
          <p:cNvSpPr txBox="1"/>
          <p:nvPr/>
        </p:nvSpPr>
        <p:spPr>
          <a:xfrm>
            <a:off x="1920240" y="4224528"/>
            <a:ext cx="4389120" cy="274320"/>
          </a:xfrm>
          <a:prstGeom prst="rect">
            <a:avLst/>
          </a:prstGeom>
          <a:noFill/>
        </p:spPr>
        <p:txBody>
          <a:bodyPr wrap="square" lIns="0" rIns="0" tIns="0" bIns="0" anchor="ctr">
            <a:spAutoFit/>
          </a:bodyPr>
          <a:lstStyle/>
          <a:p>
            <a:pPr algn="l"/>
            <a:r>
              <a:rPr sz="1050" b="1" i="0">
                <a:solidFill>
                  <a:srgbClr val="FFFFFF"/>
                </a:solidFill>
                <a:latin typeface="Michelin"/>
              </a:rPr>
              <a:t>&amp;  MICHELIN · Trusted partners for new technologies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2_Thème Office">
  <a:themeElements>
    <a:clrScheme name="MICHELIN 2017">
      <a:dk1>
        <a:sysClr val="windowText" lastClr="000000"/>
      </a:dk1>
      <a:lt1>
        <a:sysClr val="window" lastClr="FFFFFF"/>
      </a:lt1>
      <a:dk2>
        <a:srgbClr val="44546A"/>
      </a:dk2>
      <a:lt2>
        <a:srgbClr val="E7E6E6"/>
      </a:lt2>
      <a:accent1>
        <a:srgbClr val="00205B"/>
      </a:accent1>
      <a:accent2>
        <a:srgbClr val="27509B"/>
      </a:accent2>
      <a:accent3>
        <a:srgbClr val="FCE500"/>
      </a:accent3>
      <a:accent4>
        <a:srgbClr val="FFFFFF"/>
      </a:accent4>
      <a:accent5>
        <a:srgbClr val="000000"/>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1066b9f-1ae1-4daf-812e-a93b4cdbd37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C7ADC7F99D42724899C9CB331C8C455E" ma:contentTypeVersion="8" ma:contentTypeDescription="Crear nuevo documento." ma:contentTypeScope="" ma:versionID="e2e3a7fee48f7dcfb2a6486720dab61e">
  <xsd:schema xmlns:xsd="http://www.w3.org/2001/XMLSchema" xmlns:xs="http://www.w3.org/2001/XMLSchema" xmlns:p="http://schemas.microsoft.com/office/2006/metadata/properties" xmlns:ns2="91066b9f-1ae1-4daf-812e-a93b4cdbd378" targetNamespace="http://schemas.microsoft.com/office/2006/metadata/properties" ma:root="true" ma:fieldsID="be9ed0b7e1fef527f924c0e414a0025b" ns2:_="">
    <xsd:import namespace="91066b9f-1ae1-4daf-812e-a93b4cdbd37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066b9f-1ae1-4daf-812e-a93b4cdbd3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baec4aeb-d159-410d-8e29-7b8081bc29fc" ma:termSetId="09814cd3-568e-fe90-9814-8d621ff8fb84" ma:anchorId="fba54fb3-c3e1-fe81-a776-ca4b69148c4d" ma:open="true" ma:isKeyword="false">
      <xsd:complexType>
        <xsd:sequence>
          <xsd:element ref="pc:Terms" minOccurs="0" maxOccurs="1"/>
        </xsd:sequence>
      </xsd:complex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844D33-97FA-4CA1-9F2B-EE692D7A49B5}">
  <ds:schemaRefs>
    <ds:schemaRef ds:uri="91066b9f-1ae1-4daf-812e-a93b4cdbd37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FCFC560-8A98-40BC-A366-A8873A2D12F7}">
  <ds:schemaRefs>
    <ds:schemaRef ds:uri="91066b9f-1ae1-4daf-812e-a93b4cdbd37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094B55E-88C1-4C38-974C-5A1CAEEDB19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26</TotalTime>
  <Words>2676</Words>
  <Application>Microsoft Office PowerPoint</Application>
  <PresentationFormat>Personalizado</PresentationFormat>
  <Paragraphs>362</Paragraphs>
  <Slides>25</Slides>
  <Notes>24</Notes>
  <HiddenSlides>0</HiddenSlides>
  <MMClips>0</MMClips>
  <ScaleCrop>false</ScaleCrop>
  <HeadingPairs>
    <vt:vector size="6" baseType="variant">
      <vt:variant>
        <vt:lpstr>Fuentes usadas</vt:lpstr>
      </vt:variant>
      <vt:variant>
        <vt:i4>10</vt:i4>
      </vt:variant>
      <vt:variant>
        <vt:lpstr>Tema</vt:lpstr>
      </vt:variant>
      <vt:variant>
        <vt:i4>3</vt:i4>
      </vt:variant>
      <vt:variant>
        <vt:lpstr>Títulos de diapositiva</vt:lpstr>
      </vt:variant>
      <vt:variant>
        <vt:i4>25</vt:i4>
      </vt:variant>
    </vt:vector>
  </HeadingPairs>
  <TitlesOfParts>
    <vt:vector size="38" baseType="lpstr">
      <vt:lpstr>Aptos</vt:lpstr>
      <vt:lpstr>Arial</vt:lpstr>
      <vt:lpstr>Arial Black</vt:lpstr>
      <vt:lpstr>Calibri</vt:lpstr>
      <vt:lpstr>Lucida Grande</vt:lpstr>
      <vt:lpstr>Michelin</vt:lpstr>
      <vt:lpstr>Michelin Light</vt:lpstr>
      <vt:lpstr>Michelin SemiBold</vt:lpstr>
      <vt:lpstr>Wingdings</vt:lpstr>
      <vt:lpstr>Wingdings 3</vt:lpstr>
      <vt:lpstr>2_Thème Office</vt:lpstr>
      <vt:lpstr>1_Thème Office</vt:lpstr>
      <vt:lpstr>3_Thème Office</vt:lpstr>
      <vt:lpstr>Calidad que se decide en tiempo real</vt:lpstr>
      <vt:lpstr>¿Y si cada neumático pudiera contarnos cómo se fabricó?</vt:lpstr>
      <vt:lpstr>Dos formas de controlar la calidad</vt:lpstr>
      <vt:lpstr>Nuestro sistema en un solo ciclo</vt:lpstr>
      <vt:lpstr>01  Ver</vt:lpstr>
      <vt:lpstr>Medimos cada producto.</vt:lpstr>
      <vt:lpstr>Así medimos una soldadura NST en BNS</vt:lpstr>
      <vt:lpstr>Cada puesto, cada medida, en directo</vt:lpstr>
      <vt:lpstr>Toda la línea, de un vistazo</vt:lpstr>
      <vt:lpstr>02 Entender</vt:lpstr>
      <vt:lpstr>Vemos la deriva antes que el defecto</vt:lpstr>
      <vt:lpstr>Alerta antes de que exista el defecto</vt:lpstr>
      <vt:lpstr>Cada imagen y cada alerta, guardadas</vt:lpstr>
      <vt:lpstr>03 Decidir: R4P</vt:lpstr>
      <vt:lpstr>R4P: el experto en cada neumático</vt:lpstr>
      <vt:lpstr>Cuatro respuestas automáticas</vt:lpstr>
      <vt:lpstr>R4P en acción: la deriva se corrige sola</vt:lpstr>
      <vt:lpstr>Por qué R4P marca la diferencia</vt:lpstr>
      <vt:lpstr>04 Anticipar</vt:lpstr>
      <vt:lpstr>Dataiku: de millones de datos a patrones</vt:lpstr>
      <vt:lpstr>IA sobre nuestras imágenes láser</vt:lpstr>
      <vt:lpstr>Dominio del proceso y mejora continua</vt:lpstr>
      <vt:lpstr>La información adecuada para cada persona</vt:lpstr>
      <vt:lpstr>Cada neumático: visto, entendido, decidido y cada día mejor</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Hyundai &amp; Michelin: quality decided in real time</dc:title>
  <dc:creator>Christelle Garot</dc:creator>
  <cp:lastModifiedBy>Asier Del Pozo Perez</cp:lastModifiedBy>
  <cp:revision>36</cp:revision>
  <dcterms:modified xsi:type="dcterms:W3CDTF">2026-10-21T06:18:05Z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0x010100F9DAA8DF8E9A9D49B91E4B58ACE65DF7</vt:lpwstr>
  </property>
  <property fmtid="{D5CDD505-2E9C-101B-9397-08002B2CF9AE}" pid="3" name="MSIP_Label_09e9a456-2778-4ca9-be06-1190b1e1118a_Enabled">
    <vt:lpwstr>true</vt:lpwstr>
  </property>
  <property fmtid="{D5CDD505-2E9C-101B-9397-08002B2CF9AE}" pid="4" name="MSIP_Label_09e9a456-2778-4ca9-be06-1190b1e1118a_SetDate">
    <vt:lpwstr>2021-10-14T09:36:28Z</vt:lpwstr>
  </property>
  <property fmtid="{D5CDD505-2E9C-101B-9397-08002B2CF9AE}" pid="5" name="MSIP_Label_09e9a456-2778-4ca9-be06-1190b1e1118a_Method">
    <vt:lpwstr>Standard</vt:lpwstr>
  </property>
  <property fmtid="{D5CDD505-2E9C-101B-9397-08002B2CF9AE}" pid="6" name="MSIP_Label_09e9a456-2778-4ca9-be06-1190b1e1118a_Name">
    <vt:lpwstr>D3</vt:lpwstr>
  </property>
  <property fmtid="{D5CDD505-2E9C-101B-9397-08002B2CF9AE}" pid="7" name="MSIP_Label_09e9a456-2778-4ca9-be06-1190b1e1118a_SiteId">
    <vt:lpwstr>658ba197-6c73-4fea-91bd-1c7d8de6bf2c</vt:lpwstr>
  </property>
  <property fmtid="{D5CDD505-2E9C-101B-9397-08002B2CF9AE}" pid="8" name="MSIP_Label_09e9a456-2778-4ca9-be06-1190b1e1118a_ActionId">
    <vt:lpwstr>91fc227d-695e-433b-a37f-b199f7393e55</vt:lpwstr>
  </property>
  <property fmtid="{D5CDD505-2E9C-101B-9397-08002B2CF9AE}" pid="9" name="MSIP_Label_09e9a456-2778-4ca9-be06-1190b1e1118a_ContentBits">
    <vt:lpwstr>0</vt:lpwstr>
  </property>
</Properties>
</file>